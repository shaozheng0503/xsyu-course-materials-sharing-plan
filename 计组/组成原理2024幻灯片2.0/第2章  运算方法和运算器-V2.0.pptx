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tmp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59"/>
  </p:notesMasterIdLst>
  <p:sldIdLst>
    <p:sldId id="256" r:id="rId2"/>
    <p:sldId id="380" r:id="rId3"/>
    <p:sldId id="375" r:id="rId4"/>
    <p:sldId id="376" r:id="rId5"/>
    <p:sldId id="377" r:id="rId6"/>
    <p:sldId id="378" r:id="rId7"/>
    <p:sldId id="381" r:id="rId8"/>
    <p:sldId id="257" r:id="rId9"/>
    <p:sldId id="258" r:id="rId10"/>
    <p:sldId id="379" r:id="rId11"/>
    <p:sldId id="259" r:id="rId12"/>
    <p:sldId id="260" r:id="rId13"/>
    <p:sldId id="261" r:id="rId14"/>
    <p:sldId id="262" r:id="rId15"/>
    <p:sldId id="263" r:id="rId16"/>
    <p:sldId id="264" r:id="rId17"/>
    <p:sldId id="265" r:id="rId18"/>
    <p:sldId id="266" r:id="rId19"/>
    <p:sldId id="267" r:id="rId20"/>
    <p:sldId id="268" r:id="rId21"/>
    <p:sldId id="269" r:id="rId22"/>
    <p:sldId id="270" r:id="rId23"/>
    <p:sldId id="271" r:id="rId24"/>
    <p:sldId id="272" r:id="rId25"/>
    <p:sldId id="273" r:id="rId26"/>
    <p:sldId id="274" r:id="rId27"/>
    <p:sldId id="275" r:id="rId28"/>
    <p:sldId id="276" r:id="rId29"/>
    <p:sldId id="277" r:id="rId30"/>
    <p:sldId id="278" r:id="rId31"/>
    <p:sldId id="279" r:id="rId32"/>
    <p:sldId id="280" r:id="rId33"/>
    <p:sldId id="281" r:id="rId34"/>
    <p:sldId id="282" r:id="rId35"/>
    <p:sldId id="283" r:id="rId36"/>
    <p:sldId id="284" r:id="rId37"/>
    <p:sldId id="382" r:id="rId38"/>
    <p:sldId id="285" r:id="rId39"/>
    <p:sldId id="286" r:id="rId40"/>
    <p:sldId id="287" r:id="rId41"/>
    <p:sldId id="288" r:id="rId42"/>
    <p:sldId id="289" r:id="rId43"/>
    <p:sldId id="290" r:id="rId44"/>
    <p:sldId id="291" r:id="rId45"/>
    <p:sldId id="292" r:id="rId46"/>
    <p:sldId id="293" r:id="rId47"/>
    <p:sldId id="294" r:id="rId48"/>
    <p:sldId id="295" r:id="rId49"/>
    <p:sldId id="383" r:id="rId50"/>
    <p:sldId id="405" r:id="rId51"/>
    <p:sldId id="406" r:id="rId52"/>
    <p:sldId id="384" r:id="rId53"/>
    <p:sldId id="407" r:id="rId54"/>
    <p:sldId id="385" r:id="rId55"/>
    <p:sldId id="386" r:id="rId56"/>
    <p:sldId id="408" r:id="rId57"/>
    <p:sldId id="387" r:id="rId58"/>
    <p:sldId id="390" r:id="rId59"/>
    <p:sldId id="303" r:id="rId60"/>
    <p:sldId id="304" r:id="rId61"/>
    <p:sldId id="305" r:id="rId62"/>
    <p:sldId id="306" r:id="rId63"/>
    <p:sldId id="307" r:id="rId64"/>
    <p:sldId id="389" r:id="rId65"/>
    <p:sldId id="392" r:id="rId66"/>
    <p:sldId id="395" r:id="rId67"/>
    <p:sldId id="394" r:id="rId68"/>
    <p:sldId id="391" r:id="rId69"/>
    <p:sldId id="396" r:id="rId70"/>
    <p:sldId id="388" r:id="rId71"/>
    <p:sldId id="397" r:id="rId72"/>
    <p:sldId id="398" r:id="rId73"/>
    <p:sldId id="400" r:id="rId74"/>
    <p:sldId id="309" r:id="rId75"/>
    <p:sldId id="310" r:id="rId76"/>
    <p:sldId id="311" r:id="rId77"/>
    <p:sldId id="312" r:id="rId78"/>
    <p:sldId id="401" r:id="rId79"/>
    <p:sldId id="313" r:id="rId80"/>
    <p:sldId id="314" r:id="rId81"/>
    <p:sldId id="315" r:id="rId82"/>
    <p:sldId id="316" r:id="rId83"/>
    <p:sldId id="317" r:id="rId84"/>
    <p:sldId id="402" r:id="rId85"/>
    <p:sldId id="409" r:id="rId86"/>
    <p:sldId id="410" r:id="rId87"/>
    <p:sldId id="411" r:id="rId88"/>
    <p:sldId id="415" r:id="rId89"/>
    <p:sldId id="412" r:id="rId90"/>
    <p:sldId id="416" r:id="rId91"/>
    <p:sldId id="413" r:id="rId92"/>
    <p:sldId id="414" r:id="rId93"/>
    <p:sldId id="417" r:id="rId94"/>
    <p:sldId id="323" r:id="rId95"/>
    <p:sldId id="324" r:id="rId96"/>
    <p:sldId id="325" r:id="rId97"/>
    <p:sldId id="326" r:id="rId98"/>
    <p:sldId id="327" r:id="rId99"/>
    <p:sldId id="328" r:id="rId100"/>
    <p:sldId id="403" r:id="rId101"/>
    <p:sldId id="418" r:id="rId102"/>
    <p:sldId id="419" r:id="rId103"/>
    <p:sldId id="423" r:id="rId104"/>
    <p:sldId id="424" r:id="rId105"/>
    <p:sldId id="425" r:id="rId106"/>
    <p:sldId id="404" r:id="rId107"/>
    <p:sldId id="426" r:id="rId108"/>
    <p:sldId id="399" r:id="rId109"/>
    <p:sldId id="428" r:id="rId110"/>
    <p:sldId id="329" r:id="rId111"/>
    <p:sldId id="330" r:id="rId112"/>
    <p:sldId id="433" r:id="rId113"/>
    <p:sldId id="331" r:id="rId114"/>
    <p:sldId id="332" r:id="rId115"/>
    <p:sldId id="333" r:id="rId116"/>
    <p:sldId id="334" r:id="rId117"/>
    <p:sldId id="335" r:id="rId118"/>
    <p:sldId id="336" r:id="rId119"/>
    <p:sldId id="337" r:id="rId120"/>
    <p:sldId id="434" r:id="rId121"/>
    <p:sldId id="338" r:id="rId122"/>
    <p:sldId id="339" r:id="rId123"/>
    <p:sldId id="340" r:id="rId124"/>
    <p:sldId id="341" r:id="rId125"/>
    <p:sldId id="342" r:id="rId126"/>
    <p:sldId id="343" r:id="rId127"/>
    <p:sldId id="344" r:id="rId128"/>
    <p:sldId id="345" r:id="rId129"/>
    <p:sldId id="436" r:id="rId130"/>
    <p:sldId id="431" r:id="rId131"/>
    <p:sldId id="437" r:id="rId132"/>
    <p:sldId id="438" r:id="rId133"/>
    <p:sldId id="439" r:id="rId134"/>
    <p:sldId id="429" r:id="rId135"/>
    <p:sldId id="440" r:id="rId136"/>
    <p:sldId id="441" r:id="rId137"/>
    <p:sldId id="442" r:id="rId138"/>
    <p:sldId id="346" r:id="rId139"/>
    <p:sldId id="347" r:id="rId140"/>
    <p:sldId id="348" r:id="rId141"/>
    <p:sldId id="351" r:id="rId142"/>
    <p:sldId id="352" r:id="rId143"/>
    <p:sldId id="353" r:id="rId144"/>
    <p:sldId id="354" r:id="rId145"/>
    <p:sldId id="355" r:id="rId146"/>
    <p:sldId id="444" r:id="rId147"/>
    <p:sldId id="445" r:id="rId148"/>
    <p:sldId id="446" r:id="rId149"/>
    <p:sldId id="447" r:id="rId150"/>
    <p:sldId id="443" r:id="rId151"/>
    <p:sldId id="356" r:id="rId152"/>
    <p:sldId id="448" r:id="rId153"/>
    <p:sldId id="449" r:id="rId154"/>
    <p:sldId id="451" r:id="rId155"/>
    <p:sldId id="450" r:id="rId156"/>
    <p:sldId id="452" r:id="rId157"/>
    <p:sldId id="453" r:id="rId158"/>
  </p:sldIdLst>
  <p:sldSz cx="9144000" cy="6858000" type="screen4x3"/>
  <p:notesSz cx="6858000" cy="9144000"/>
  <p:defaultTextStyle>
    <a:defPPr>
      <a:defRPr lang="zh-CN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kanglei" initials="k" lastIdx="1" clrIdx="0">
    <p:extLst>
      <p:ext uri="{19B8F6BF-5375-455C-9EA6-DF929625EA0E}">
        <p15:presenceInfo xmlns:p15="http://schemas.microsoft.com/office/powerpoint/2012/main" userId="kanglei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4" d="100"/>
          <a:sy n="74" d="100"/>
        </p:scale>
        <p:origin x="1642" y="67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-409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notesMaster" Target="notesMasters/notesMaster1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commentAuthors" Target="commentAuthors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viewProps" Target="viewProp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theme" Target="theme/theme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/Relationships>
</file>

<file path=ppt/drawings/_rels/vmlDrawing1.v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image" Target="../media/image2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7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8.e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13.emf"/></Relationships>
</file>

<file path=ppt/drawings/_rels/vmlDrawing6.vml.rels><?xml version="1.0" encoding="UTF-8" standalone="yes"?>
<Relationships xmlns="http://schemas.openxmlformats.org/package/2006/relationships"><Relationship Id="rId1" Type="http://schemas.openxmlformats.org/officeDocument/2006/relationships/image" Target="../media/image14.emf"/></Relationships>
</file>

<file path=ppt/drawings/_rels/vmlDrawing7.vml.rels><?xml version="1.0" encoding="UTF-8" standalone="yes"?>
<Relationships xmlns="http://schemas.openxmlformats.org/package/2006/relationships"><Relationship Id="rId1" Type="http://schemas.openxmlformats.org/officeDocument/2006/relationships/image" Target="../media/image15.emf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16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FF5249E-CE07-4B85-B5D6-93C0E279EFFF}" type="datetimeFigureOut">
              <a:rPr lang="zh-CN" altLang="en-US" smtClean="0"/>
              <a:t>2021/8/30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F71524C-EDCA-4BAB-8983-681ABCC84A8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4251167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F71524C-EDCA-4BAB-8983-681ABCC84A88}" type="slidenum">
              <a:rPr lang="zh-CN" altLang="en-US" smtClean="0"/>
              <a:t>88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7369139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7CD5736-EA91-4F4E-9EFD-094D3A6CE01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D4D68F1-C1E3-4E8B-84EC-EAD8D47DE0A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0121E3C6-9F53-4F75-9FB4-40284011107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F3FE071-AF2D-43FB-96CC-4B330860CAE1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26290757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5482952" cy="457199"/>
          </a:xfrm>
        </p:spPr>
        <p:txBody>
          <a:bodyPr/>
          <a:lstStyle>
            <a:lvl1pPr algn="l">
              <a:defRPr sz="3200"/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F018C12-C421-408F-AC5F-51C0CA596D9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9824F786-DCD4-428D-B3B0-7570B85755F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890E567E-D26D-448A-98C6-73109ADEF8A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78DFB5C-42DB-43A9-8B18-5F7005B403C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967392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D406FFA-87EE-4290-AFEB-C6A005A3291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AD25FD36-3474-4C70-8E08-EAD5E266B99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256FC68-E947-44EB-B08D-A0501BB2452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B0C0D5D-D77A-4083-9D2C-E294C7D21A5D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77515844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02B09A8-422E-4E98-8550-1134D1AE252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113B09F-3489-4E14-AA6B-F013E59EDA3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15A244B-2DCD-444F-8EF5-BBD42A118C7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82255F-23C8-4972-BB93-88D347412BE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91755466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A7E3030B-D610-404A-AF66-C13295C279D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D28AEEC5-8DD0-4293-B6BF-7DC74759864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8DAFCA93-1AD0-487C-992B-088D596ABBB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15F9072-2722-4B9A-AF4B-23F43D8597ED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8978710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B5EC0298-AED1-4E0E-8124-B9D552DC179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149B8D4C-B3D1-4E59-8737-CCDDE5F5F06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93C58B56-95F7-43E9-AA6E-39B936E5956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19F1601-572A-4AD1-AAAD-E74641BA0985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53902723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2D08A908-6948-4B9D-B271-F2A7484A371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9EAAFC39-F30E-43B3-BBA4-3F178F395B8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5311A91D-8DFC-42B2-BA67-2F9A1F63CB0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B40E5CA-2548-4C8F-98F5-4B87B2AFAFE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35894147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3755DF0-9044-4A41-95FF-4501ADD790C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2AA8398-3213-4547-BF70-333C810AB35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D4AC855-E3BD-4638-8A3A-5673B79F19A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3B6CFE4-5D17-4D13-9AF4-F250683DCCDE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15976361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DBB067F-4952-4531-9FE5-6A0399FA8A1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0E1CE54-3B90-4659-A6DD-A9ABCE5633A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340B1AD-57E7-4B30-8605-7FFA24FAEA4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DC5276A-9DAA-4939-B791-1A7013F28A70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2162629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1B9B75F-443F-469C-8923-682F3FFE449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332C6BC-0F46-45EB-A085-96C95C1B8EF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06BFCFA-C554-4B0D-91CC-0A83EFDA37E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DCC9CD4-D585-4ED0-B22F-0DE0F6ADCF6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64024439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2BD0F8ED-E9D9-464E-86E9-D7FFDD9B850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2CAE6E4-9478-4FEC-9391-BDF85AA3457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A37537B4-E9C0-4721-9FDB-CF0798F8560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D7F3D37-89FB-4A5D-971D-83D330B8FAE5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67968000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内容占位符 1"/>
          <p:cNvSpPr>
            <a:spLocks noGrp="1"/>
          </p:cNvSpPr>
          <p:nvPr>
            <p:ph/>
          </p:nvPr>
        </p:nvSpPr>
        <p:spPr>
          <a:xfrm>
            <a:off x="457200" y="274638"/>
            <a:ext cx="8229600" cy="5851525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87DE76F6-8F35-474D-8CB7-5B339FBD91E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004127C6-3410-4BAA-B340-B2E8943C5B5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398AE6EB-A83B-443D-8A87-7D03554B1B3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C155801-BBCB-441A-8AF2-7C204C47BED9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57860728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09E83160-D200-497B-904A-9A6113D2882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D56C9757-E8BD-4D10-860D-82E3FDD8BF9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5DC8CA44-4D74-4FCF-8670-02E1BD60DB0F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7F3D989B-9082-45B7-863B-51D706F3E400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C1387B62-1751-452F-837C-1337E9DEB506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smtClean="0"/>
            </a:lvl1pPr>
          </a:lstStyle>
          <a:p>
            <a:pPr>
              <a:defRPr/>
            </a:pPr>
            <a:fld id="{BDF836DB-979D-44AB-BE79-155215D18224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" Target="slide1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37.xml"/><Relationship Id="rId5" Type="http://schemas.openxmlformats.org/officeDocument/2006/relationships/slide" Target="slide109.xml"/><Relationship Id="rId4" Type="http://schemas.openxmlformats.org/officeDocument/2006/relationships/slide" Target="slide58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3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2.emf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slide" Target="slide1.xml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tmp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tmp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.vml"/><Relationship Id="rId4" Type="http://schemas.openxmlformats.org/officeDocument/2006/relationships/image" Target="../media/image7.emf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3.vml"/><Relationship Id="rId4" Type="http://schemas.openxmlformats.org/officeDocument/2006/relationships/image" Target="../media/image8.emf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4.vml"/><Relationship Id="rId4" Type="http://schemas.openxmlformats.org/officeDocument/2006/relationships/image" Target="../media/image9.emf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5.vml"/><Relationship Id="rId4" Type="http://schemas.openxmlformats.org/officeDocument/2006/relationships/image" Target="../media/image13.emf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.bin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6.vml"/><Relationship Id="rId4" Type="http://schemas.openxmlformats.org/officeDocument/2006/relationships/image" Target="../media/image14.emf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7.vml"/><Relationship Id="rId4" Type="http://schemas.openxmlformats.org/officeDocument/2006/relationships/image" Target="../media/image15.emf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slide" Target="slide1.xml"/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slide" Target="slide1.xml"/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8.vml"/><Relationship Id="rId4" Type="http://schemas.openxmlformats.org/officeDocument/2006/relationships/image" Target="../media/image16.emf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emf"/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zh-CN" altLang="en-US" sz="4400" b="1" dirty="0">
                <a:solidFill>
                  <a:srgbClr val="FF0000"/>
                </a:solidFill>
              </a:rPr>
              <a:t>第 </a:t>
            </a:r>
            <a:r>
              <a:rPr lang="en-US" altLang="zh-CN" sz="4400" b="1" dirty="0">
                <a:solidFill>
                  <a:srgbClr val="FF0000"/>
                </a:solidFill>
              </a:rPr>
              <a:t>2 </a:t>
            </a:r>
            <a:r>
              <a:rPr lang="zh-CN" altLang="en-US" sz="4400" b="1" dirty="0">
                <a:solidFill>
                  <a:srgbClr val="FF0000"/>
                </a:solidFill>
              </a:rPr>
              <a:t>章 运算方法和运算器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dirty="0">
                <a:latin typeface="Times New Roman" panose="02020603050405020304" pitchFamily="18" charset="0"/>
                <a:hlinkClick r:id="rId2" action="ppaction://hlinksldjump"/>
              </a:rPr>
              <a:t>2. 1  </a:t>
            </a:r>
            <a:r>
              <a:rPr kumimoji="1" lang="zh-CN" altLang="en-US" b="1" dirty="0">
                <a:latin typeface="Times New Roman" panose="02020603050405020304" pitchFamily="18" charset="0"/>
                <a:hlinkClick r:id="rId2" action="ppaction://hlinksldjump"/>
              </a:rPr>
              <a:t>数据的表示方法</a:t>
            </a:r>
            <a:endParaRPr kumimoji="1" lang="zh-CN" altLang="en-US" b="1" dirty="0">
              <a:latin typeface="Times New Roman" panose="02020603050405020304" pitchFamily="18" charset="0"/>
            </a:endParaRP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dirty="0">
                <a:latin typeface="Times New Roman" panose="02020603050405020304" pitchFamily="18" charset="0"/>
                <a:hlinkClick r:id="rId3" action="ppaction://hlinksldjump"/>
              </a:rPr>
              <a:t>2. 3  </a:t>
            </a:r>
            <a:r>
              <a:rPr kumimoji="1" lang="zh-CN" altLang="en-US" b="1" dirty="0">
                <a:latin typeface="Times New Roman" panose="02020603050405020304" pitchFamily="18" charset="0"/>
                <a:hlinkClick r:id="rId3" action="ppaction://hlinksldjump"/>
              </a:rPr>
              <a:t>定点数乘法运算</a:t>
            </a:r>
            <a:endParaRPr kumimoji="1" lang="zh-CN" altLang="en-US" b="1" dirty="0">
              <a:latin typeface="Times New Roman" panose="02020603050405020304" pitchFamily="18" charset="0"/>
            </a:endParaRP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dirty="0">
                <a:latin typeface="Times New Roman" panose="02020603050405020304" pitchFamily="18" charset="0"/>
                <a:hlinkClick r:id="rId4" action="ppaction://hlinksldjump"/>
              </a:rPr>
              <a:t>2. 2  </a:t>
            </a:r>
            <a:r>
              <a:rPr kumimoji="1" lang="zh-CN" altLang="en-US" b="1" dirty="0">
                <a:latin typeface="Times New Roman" panose="02020603050405020304" pitchFamily="18" charset="0"/>
                <a:hlinkClick r:id="rId4" action="ppaction://hlinksldjump"/>
              </a:rPr>
              <a:t>定点数的加减运算</a:t>
            </a:r>
            <a:endParaRPr kumimoji="1" lang="zh-CN" altLang="en-US" b="1" dirty="0">
              <a:latin typeface="Times New Roman" panose="02020603050405020304" pitchFamily="18" charset="0"/>
            </a:endParaRP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dirty="0">
                <a:latin typeface="Times New Roman" panose="02020603050405020304" pitchFamily="18" charset="0"/>
                <a:hlinkClick r:id="rId5" action="ppaction://hlinksldjump"/>
              </a:rPr>
              <a:t>2. 4  </a:t>
            </a:r>
            <a:r>
              <a:rPr kumimoji="1" lang="zh-CN" altLang="en-US" b="1" dirty="0">
                <a:latin typeface="Times New Roman" panose="02020603050405020304" pitchFamily="18" charset="0"/>
                <a:hlinkClick r:id="rId5" action="ppaction://hlinksldjump"/>
              </a:rPr>
              <a:t>定点数除法运算</a:t>
            </a:r>
            <a:endParaRPr kumimoji="1" lang="zh-CN" altLang="en-US" b="1" dirty="0">
              <a:latin typeface="Times New Roman" panose="02020603050405020304" pitchFamily="18" charset="0"/>
            </a:endParaRPr>
          </a:p>
        </p:txBody>
      </p:sp>
      <p:sp>
        <p:nvSpPr>
          <p:cNvPr id="2055" name="Text Box 7">
            <a:extLst>
              <a:ext uri="{FF2B5EF4-FFF2-40B4-BE49-F238E27FC236}">
                <a16:creationId xmlns:a16="http://schemas.microsoft.com/office/drawing/2014/main" id="{77AFEEF8-DA6B-4AA5-8798-E6DDB6745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5530850"/>
            <a:ext cx="6705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dirty="0">
                <a:latin typeface="Times New Roman" panose="02020603050405020304" pitchFamily="18" charset="0"/>
                <a:hlinkClick r:id="rId6" action="ppaction://hlinksldjump"/>
              </a:rPr>
              <a:t>2. 5  </a:t>
            </a:r>
            <a:r>
              <a:rPr kumimoji="1" lang="zh-CN" altLang="en-US" b="1" dirty="0">
                <a:latin typeface="Times New Roman" panose="02020603050405020304" pitchFamily="18" charset="0"/>
                <a:hlinkClick r:id="rId6" action="ppaction://hlinksldjump"/>
              </a:rPr>
              <a:t>浮点数的运算</a:t>
            </a:r>
            <a:endParaRPr kumimoji="1" lang="zh-CN" altLang="en-US" b="1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ransition spd="slow"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2.1</a:t>
            </a:r>
            <a:r>
              <a:rPr lang="zh-CN" altLang="en-US" sz="4400" b="1" dirty="0">
                <a:solidFill>
                  <a:srgbClr val="FF0000"/>
                </a:solidFill>
              </a:rPr>
              <a:t> </a:t>
            </a:r>
            <a:r>
              <a:rPr lang="en-US" altLang="zh-CN" sz="4400" b="1" dirty="0">
                <a:solidFill>
                  <a:srgbClr val="FF0000"/>
                </a:solidFill>
              </a:rPr>
              <a:t> </a:t>
            </a:r>
            <a:r>
              <a:rPr lang="zh-CN" altLang="en-US" sz="4400" b="1" dirty="0">
                <a:solidFill>
                  <a:srgbClr val="FF0000"/>
                </a:solidFill>
              </a:rPr>
              <a:t>数据的表示方法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 eaLnBrk="1" hangingPunct="1">
              <a:spcBef>
                <a:spcPct val="0"/>
              </a:spcBef>
              <a:buNone/>
            </a:pPr>
            <a:r>
              <a:rPr kumimoji="1" lang="en-US" altLang="zh-CN" b="1" dirty="0">
                <a:solidFill>
                  <a:srgbClr val="000000"/>
                </a:solidFill>
                <a:latin typeface="Times New Roman" panose="02020603050405020304" pitchFamily="18" charset="0"/>
              </a:rPr>
              <a:t>1 .C</a:t>
            </a:r>
            <a:r>
              <a:rPr kumimoji="1" lang="zh-CN" altLang="en-US" b="1" dirty="0">
                <a:solidFill>
                  <a:srgbClr val="000000"/>
                </a:solidFill>
                <a:latin typeface="Times New Roman" panose="02020603050405020304" pitchFamily="18" charset="0"/>
              </a:rPr>
              <a:t>语言中基本数据类型的存储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 eaLnBrk="1" hangingPunct="1">
              <a:spcBef>
                <a:spcPct val="0"/>
              </a:spcBef>
              <a:buNone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浮点</a:t>
            </a:r>
            <a:r>
              <a:rPr kumimoji="1" lang="zh-CN" altLang="en-US" b="1" dirty="0">
                <a:solidFill>
                  <a:srgbClr val="000000"/>
                </a:solidFill>
                <a:latin typeface="Times New Roman" panose="02020603050405020304" pitchFamily="18" charset="0"/>
              </a:rPr>
              <a:t>数的表示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 eaLnBrk="1" hangingPunct="1">
              <a:spcBef>
                <a:spcPct val="0"/>
              </a:spcBef>
              <a:buNone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</a:t>
            </a:r>
            <a:r>
              <a:rPr kumimoji="1" lang="zh-CN" altLang="en-US" b="1" dirty="0">
                <a:solidFill>
                  <a:srgbClr val="000000"/>
                </a:solidFill>
                <a:latin typeface="Times New Roman" panose="02020603050405020304" pitchFamily="18" charset="0"/>
              </a:rPr>
              <a:t>定点数的表示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4.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非数值数据的表示</a:t>
            </a:r>
          </a:p>
        </p:txBody>
      </p:sp>
    </p:spTree>
    <p:extLst>
      <p:ext uri="{BB962C8B-B14F-4D97-AF65-F5344CB8AC3E}">
        <p14:creationId xmlns:p14="http://schemas.microsoft.com/office/powerpoint/2010/main" val="700542609"/>
      </p:ext>
    </p:extLst>
  </p:cSld>
  <p:clrMapOvr>
    <a:masterClrMapping/>
  </p:clrMapOvr>
  <p:transition spd="slow"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C795E1A4-8528-4FEA-A0D9-7E153CB96E68}"/>
              </a:ext>
            </a:extLst>
          </p:cNvPr>
          <p:cNvGraphicFramePr>
            <a:graphicFrameLocks noGrp="1"/>
          </p:cNvGraphicFramePr>
          <p:nvPr/>
        </p:nvGraphicFramePr>
        <p:xfrm>
          <a:off x="971550" y="1989138"/>
          <a:ext cx="7632700" cy="3752850"/>
        </p:xfrm>
        <a:graphic>
          <a:graphicData uri="http://schemas.openxmlformats.org/drawingml/2006/table">
            <a:tbl>
              <a:tblPr/>
              <a:tblGrid>
                <a:gridCol w="11074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25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75285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latin typeface="Arial"/>
                          <a:ea typeface="宋体"/>
                          <a:cs typeface="Times New Roman"/>
                        </a:rPr>
                        <a:t>1</a:t>
                      </a:r>
                      <a:endParaRPr lang="zh-CN" sz="2400" kern="100" dirty="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int main(int argc, char* argv[])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5285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2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{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5285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3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    int i;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5285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4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int x1=1,y1=-1;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5285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5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    unsigned int x2=y1;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5285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6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float s1=1,s2=-1;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5285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7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l"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latin typeface="Calibri"/>
                          <a:ea typeface="宋体"/>
                          <a:cs typeface="Times New Roman"/>
                        </a:rPr>
                        <a:t>	char  *ps1=(char *)&amp;s1,*ps2=(char *)&amp;s2;</a:t>
                      </a:r>
                      <a:endParaRPr lang="zh-CN" sz="2400" kern="100" dirty="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5285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8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double d1=1;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75285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9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char  *pd1=(char *)&amp;d1;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75285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10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latin typeface="Calibri"/>
                          <a:ea typeface="宋体"/>
                          <a:cs typeface="Times New Roman"/>
                        </a:rPr>
                        <a:t>	char  c1='1';</a:t>
                      </a:r>
                      <a:endParaRPr lang="zh-CN" sz="2400" kern="100" dirty="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9" marR="6857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" name="标题 1">
            <a:extLst>
              <a:ext uri="{FF2B5EF4-FFF2-40B4-BE49-F238E27FC236}">
                <a16:creationId xmlns:a16="http://schemas.microsoft.com/office/drawing/2014/main" id="{8553FD9D-3ADF-4BD1-9C80-D0218800B41B}"/>
              </a:ext>
            </a:extLst>
          </p:cNvPr>
          <p:cNvSpPr txBox="1">
            <a:spLocks/>
          </p:cNvSpPr>
          <p:nvPr/>
        </p:nvSpPr>
        <p:spPr bwMode="auto">
          <a:xfrm>
            <a:off x="467544" y="1127776"/>
            <a:ext cx="7772400" cy="5946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>
              <a:defRPr/>
            </a:pPr>
            <a:r>
              <a:rPr lang="zh-CN" altLang="en-US" sz="2400" kern="0" dirty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一、</a:t>
            </a:r>
            <a:r>
              <a:rPr lang="en-US" altLang="zh-CN" sz="2400" kern="0" dirty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C</a:t>
            </a:r>
            <a:r>
              <a:rPr lang="zh-CN" altLang="en-US" sz="2400" kern="0" dirty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语言中的数值数据怎么表示？</a:t>
            </a:r>
            <a:endParaRPr lang="en-US" altLang="zh-CN" sz="2400" kern="0" dirty="0">
              <a:solidFill>
                <a:schemeClr val="tx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F405FDF1-F34F-45A0-88C3-B5F381D0CB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552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ea typeface="宋体" pitchFamily="2" charset="-122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ea typeface="宋体" pitchFamily="2" charset="-122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ea typeface="宋体" pitchFamily="2" charset="-122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ea typeface="宋体" pitchFamily="2" charset="-122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ea typeface="宋体" pitchFamily="2" charset="-122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ea typeface="宋体" pitchFamily="2" charset="-122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ea typeface="宋体" pitchFamily="2" charset="-122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ea typeface="宋体" pitchFamily="2" charset="-122"/>
              </a:defRPr>
            </a:lvl9pPr>
          </a:lstStyle>
          <a:p>
            <a:pPr eaLnBrk="1" hangingPunct="1"/>
            <a:r>
              <a:rPr lang="en-US" altLang="zh-CN" b="1" kern="0" dirty="0"/>
              <a:t>2. 1  </a:t>
            </a:r>
            <a:r>
              <a:rPr lang="zh-CN" altLang="en-US" b="1" kern="0" dirty="0"/>
              <a:t>数据的表示方法</a:t>
            </a:r>
          </a:p>
        </p:txBody>
      </p:sp>
    </p:spTree>
  </p:cSld>
  <p:clrMapOvr>
    <a:masterClrMapping/>
  </p:clrMapOvr>
  <p:transition spd="slow"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08EA6C30-53B7-4B4B-A6B2-25EEBF85D2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0918509"/>
              </p:ext>
            </p:extLst>
          </p:nvPr>
        </p:nvGraphicFramePr>
        <p:xfrm>
          <a:off x="323850" y="404813"/>
          <a:ext cx="8496300" cy="5852160"/>
        </p:xfrm>
        <a:graphic>
          <a:graphicData uri="http://schemas.openxmlformats.org/drawingml/2006/table">
            <a:tbl>
              <a:tblPr/>
              <a:tblGrid>
                <a:gridCol w="10077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885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5720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11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 baseline="0" dirty="0">
                          <a:latin typeface="Calibri"/>
                          <a:ea typeface="宋体"/>
                          <a:cs typeface="Times New Roman"/>
                        </a:rPr>
                        <a:t>    </a:t>
                      </a:r>
                      <a:r>
                        <a:rPr lang="en-US" sz="2400" kern="100" dirty="0" err="1">
                          <a:latin typeface="Calibri"/>
                          <a:ea typeface="宋体"/>
                          <a:cs typeface="Times New Roman"/>
                        </a:rPr>
                        <a:t>printf</a:t>
                      </a:r>
                      <a:r>
                        <a:rPr lang="en-US" sz="2400" kern="100" dirty="0">
                          <a:latin typeface="Calibri"/>
                          <a:ea typeface="宋体"/>
                          <a:cs typeface="Times New Roman"/>
                        </a:rPr>
                        <a:t>("x1=%08x,y1=%08x\n",x1,y1);</a:t>
                      </a:r>
                      <a:endParaRPr lang="zh-CN" sz="2400" kern="100" dirty="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720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12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    printf("x2=%u\n",x2);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720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13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    printf("s1=");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720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14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for(i=0;i&lt;4;i++)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5720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15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{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5720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16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   printf("%02x,",*ps1);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5720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17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   ps1++;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5720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18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}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5720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19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endParaRPr lang="en-US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65720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20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printf("\ns2=");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65720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21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for(i=0;i&lt;4;i++)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65720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22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{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65720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23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	printf("%02x,",*ps2);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65720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24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	ps2++;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65720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25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} 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65720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26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latin typeface="Calibri"/>
                          <a:ea typeface="宋体"/>
                          <a:cs typeface="Times New Roman"/>
                        </a:rPr>
                        <a:t>  	</a:t>
                      </a:r>
                      <a:r>
                        <a:rPr lang="en-US" sz="2400" kern="100" dirty="0" err="1">
                          <a:latin typeface="Calibri"/>
                          <a:ea typeface="宋体"/>
                          <a:cs typeface="Times New Roman"/>
                        </a:rPr>
                        <a:t>printf</a:t>
                      </a:r>
                      <a:r>
                        <a:rPr lang="en-US" sz="2400" kern="100" dirty="0">
                          <a:latin typeface="Calibri"/>
                          <a:ea typeface="宋体"/>
                          <a:cs typeface="Times New Roman"/>
                        </a:rPr>
                        <a:t>("\n");</a:t>
                      </a:r>
                      <a:endParaRPr lang="zh-CN" sz="2400" kern="100" dirty="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75" marR="685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2" name="矩形 1">
            <a:extLst>
              <a:ext uri="{FF2B5EF4-FFF2-40B4-BE49-F238E27FC236}">
                <a16:creationId xmlns:a16="http://schemas.microsoft.com/office/drawing/2014/main" id="{8DB3875D-75D3-4010-8B40-3EEDFC4535DA}"/>
              </a:ext>
            </a:extLst>
          </p:cNvPr>
          <p:cNvSpPr/>
          <p:nvPr/>
        </p:nvSpPr>
        <p:spPr>
          <a:xfrm>
            <a:off x="7596336" y="16252"/>
            <a:ext cx="1440160" cy="584775"/>
          </a:xfrm>
          <a:prstGeom prst="rect">
            <a:avLst/>
          </a:prstGeom>
          <a:solidFill>
            <a:srgbClr val="00FF00"/>
          </a:solidFill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7DEF0A8A-3475-4218-B6D7-DD3391273EF1}"/>
              </a:ext>
            </a:extLst>
          </p:cNvPr>
          <p:cNvGraphicFramePr>
            <a:graphicFrameLocks noGrp="1"/>
          </p:cNvGraphicFramePr>
          <p:nvPr/>
        </p:nvGraphicFramePr>
        <p:xfrm>
          <a:off x="900113" y="333375"/>
          <a:ext cx="7775575" cy="4754880"/>
        </p:xfrm>
        <a:graphic>
          <a:graphicData uri="http://schemas.openxmlformats.org/drawingml/2006/table">
            <a:tbl>
              <a:tblPr/>
              <a:tblGrid>
                <a:gridCol w="11282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473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5736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27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endParaRPr lang="en-US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736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28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printf("d1=");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736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29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for(i=0;i&lt;8;i++)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736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30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{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5736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31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	printf("%02x,",*pd1);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5736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32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	pd1++;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5736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33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}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5736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34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printf("\n");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5736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35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endParaRPr lang="en-US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65736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36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printf("c1=%x\n",c1);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65736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37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	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65736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38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Calibri"/>
                          <a:ea typeface="宋体"/>
                          <a:cs typeface="Times New Roman"/>
                        </a:rPr>
                        <a:t>   	return 0;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65736">
                <a:tc>
                  <a:txBody>
                    <a:bodyPr/>
                    <a:lstStyle/>
                    <a:p>
                      <a:pPr indent="254000" algn="r">
                        <a:spcAft>
                          <a:spcPts val="0"/>
                        </a:spcAft>
                      </a:pPr>
                      <a:r>
                        <a:rPr lang="en-US" sz="2400" kern="100">
                          <a:latin typeface="Arial"/>
                          <a:ea typeface="宋体"/>
                          <a:cs typeface="Times New Roman"/>
                        </a:rPr>
                        <a:t>39</a:t>
                      </a:r>
                      <a:endParaRPr lang="zh-CN" sz="2400" kern="10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latin typeface="Calibri"/>
                          <a:ea typeface="宋体"/>
                          <a:cs typeface="Times New Roman"/>
                        </a:rPr>
                        <a:t>}</a:t>
                      </a:r>
                      <a:endParaRPr lang="zh-CN" sz="2400" kern="100" dirty="0">
                        <a:latin typeface="Calibri"/>
                        <a:ea typeface="宋体"/>
                        <a:cs typeface="Times New Roman"/>
                      </a:endParaRPr>
                    </a:p>
                  </a:txBody>
                  <a:tcPr marL="68569" marR="6856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3" name="矩形 2">
            <a:extLst>
              <a:ext uri="{FF2B5EF4-FFF2-40B4-BE49-F238E27FC236}">
                <a16:creationId xmlns:a16="http://schemas.microsoft.com/office/drawing/2014/main" id="{084AA17E-ED41-4D17-A344-FBBF71143F2C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图片 3">
            <a:extLst>
              <a:ext uri="{FF2B5EF4-FFF2-40B4-BE49-F238E27FC236}">
                <a16:creationId xmlns:a16="http://schemas.microsoft.com/office/drawing/2014/main" id="{5D6BC22B-3C82-4AF4-8040-C7205681D4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9592" y="908720"/>
            <a:ext cx="6911975" cy="51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矩形 3">
            <a:extLst>
              <a:ext uri="{FF2B5EF4-FFF2-40B4-BE49-F238E27FC236}">
                <a16:creationId xmlns:a16="http://schemas.microsoft.com/office/drawing/2014/main" id="{3B080AF8-AE9E-45E1-B229-4058CE5CB93D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2.1</a:t>
            </a:r>
            <a:r>
              <a:rPr lang="zh-CN" altLang="en-US" sz="4400" b="1" dirty="0">
                <a:solidFill>
                  <a:srgbClr val="FF0000"/>
                </a:solidFill>
              </a:rPr>
              <a:t> </a:t>
            </a:r>
            <a:r>
              <a:rPr lang="en-US" altLang="zh-CN" sz="4400" b="1" dirty="0">
                <a:solidFill>
                  <a:srgbClr val="FF0000"/>
                </a:solidFill>
              </a:rPr>
              <a:t> </a:t>
            </a:r>
            <a:r>
              <a:rPr lang="zh-CN" altLang="en-US" sz="4400" b="1" dirty="0">
                <a:solidFill>
                  <a:srgbClr val="FF0000"/>
                </a:solidFill>
              </a:rPr>
              <a:t>数据的表示方法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lvl="0" eaLnBrk="1" hangingPunct="1">
              <a:buNone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1 .C</a:t>
            </a:r>
            <a:r>
              <a:rPr lang="zh-CN" altLang="en-US" dirty="0"/>
              <a:t>语言中基本数据类型的存储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 eaLnBrk="1" hangingPunct="1">
              <a:spcBef>
                <a:spcPct val="0"/>
              </a:spcBef>
              <a:buNone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浮点</a:t>
            </a:r>
            <a:r>
              <a:rPr kumimoji="1" lang="zh-CN" altLang="en-US" b="1" dirty="0">
                <a:solidFill>
                  <a:srgbClr val="000000"/>
                </a:solidFill>
                <a:latin typeface="Times New Roman" panose="02020603050405020304" pitchFamily="18" charset="0"/>
              </a:rPr>
              <a:t>数的表示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lvl="0" eaLnBrk="1" hangingPunct="1">
              <a:buNone/>
              <a:defRPr kumimoji="1" sz="3200" b="1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/>
            </a:lvl2pPr>
            <a:lvl3pPr marL="1143000" indent="-228600">
              <a:spcBef>
                <a:spcPct val="20000"/>
              </a:spcBef>
              <a:buChar char="•"/>
              <a:defRPr sz="2400"/>
            </a:lvl3pPr>
            <a:lvl4pPr marL="1600200" indent="-228600">
              <a:spcBef>
                <a:spcPct val="20000"/>
              </a:spcBef>
              <a:buChar char="–"/>
              <a:defRPr sz="2000"/>
            </a:lvl4pPr>
            <a:lvl5pPr marL="2057400" indent="-228600">
              <a:spcBef>
                <a:spcPct val="20000"/>
              </a:spcBef>
              <a:buChar char="»"/>
              <a:defRPr sz="2000"/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9pPr>
          </a:lstStyle>
          <a:p>
            <a:r>
              <a:rPr lang="en-US" altLang="zh-CN" dirty="0"/>
              <a:t>2. </a:t>
            </a:r>
            <a:r>
              <a:rPr lang="zh-CN" altLang="en-US" dirty="0"/>
              <a:t>定点数的表示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4.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非数值数据的表示</a:t>
            </a:r>
          </a:p>
        </p:txBody>
      </p:sp>
    </p:spTree>
    <p:extLst>
      <p:ext uri="{BB962C8B-B14F-4D97-AF65-F5344CB8AC3E}">
        <p14:creationId xmlns:p14="http://schemas.microsoft.com/office/powerpoint/2010/main" val="8841953"/>
      </p:ext>
    </p:extLst>
  </p:cSld>
  <p:clrMapOvr>
    <a:masterClrMapping/>
  </p:clrMapOvr>
  <p:transition spd="slow"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D6132308-8000-421A-ADFB-8E3DD9ADCD1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zh-CN" altLang="en-US" b="1" dirty="0"/>
              <a:t>二、定点数的表示</a:t>
            </a:r>
          </a:p>
        </p:txBody>
      </p:sp>
      <p:sp>
        <p:nvSpPr>
          <p:cNvPr id="4099" name="Text Box 3">
            <a:extLst>
              <a:ext uri="{FF2B5EF4-FFF2-40B4-BE49-F238E27FC236}">
                <a16:creationId xmlns:a16="http://schemas.microsoft.com/office/drawing/2014/main" id="{91C670BA-F14C-4FB6-AE51-92E6D6A3EB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7525" y="1295400"/>
            <a:ext cx="1935145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dirty="0">
                <a:latin typeface="Times New Roman" panose="02020603050405020304" pitchFamily="18" charset="0"/>
              </a:rPr>
              <a:t> </a:t>
            </a:r>
            <a:r>
              <a:rPr kumimoji="1" lang="zh-CN" altLang="en-US" b="1" dirty="0">
                <a:latin typeface="Times New Roman" panose="02020603050405020304" pitchFamily="18" charset="0"/>
              </a:rPr>
              <a:t>无符号数</a:t>
            </a:r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0A10ACE3-30AA-4669-9CE8-FF194B9C21DC}"/>
              </a:ext>
            </a:extLst>
          </p:cNvPr>
          <p:cNvGrpSpPr>
            <a:grpSpLocks/>
          </p:cNvGrpSpPr>
          <p:nvPr/>
        </p:nvGrpSpPr>
        <p:grpSpPr bwMode="auto">
          <a:xfrm>
            <a:off x="1508125" y="2057400"/>
            <a:ext cx="5334000" cy="1341438"/>
            <a:chOff x="950" y="1296"/>
            <a:chExt cx="3360" cy="845"/>
          </a:xfrm>
        </p:grpSpPr>
        <p:sp>
          <p:nvSpPr>
            <p:cNvPr id="7231" name="Text Box 5">
              <a:extLst>
                <a:ext uri="{FF2B5EF4-FFF2-40B4-BE49-F238E27FC236}">
                  <a16:creationId xmlns:a16="http://schemas.microsoft.com/office/drawing/2014/main" id="{8F989E46-BC7F-42F9-BE58-2B123F4B5D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0" y="1296"/>
              <a:ext cx="21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寄存器的位数</a:t>
              </a:r>
            </a:p>
          </p:txBody>
        </p:sp>
        <p:sp>
          <p:nvSpPr>
            <p:cNvPr id="7232" name="Text Box 6">
              <a:extLst>
                <a:ext uri="{FF2B5EF4-FFF2-40B4-BE49-F238E27FC236}">
                  <a16:creationId xmlns:a16="http://schemas.microsoft.com/office/drawing/2014/main" id="{ADA5B025-85A2-41E8-BA36-0951DA7BA3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0" y="1776"/>
              <a:ext cx="336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反映无符号数的表示范围</a:t>
              </a:r>
            </a:p>
          </p:txBody>
        </p:sp>
      </p:grpSp>
      <p:grpSp>
        <p:nvGrpSpPr>
          <p:cNvPr id="3" name="Group 7">
            <a:extLst>
              <a:ext uri="{FF2B5EF4-FFF2-40B4-BE49-F238E27FC236}">
                <a16:creationId xmlns:a16="http://schemas.microsoft.com/office/drawing/2014/main" id="{B41D2D0C-0CC6-44F6-A428-265B59D3BCBB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3749675"/>
            <a:ext cx="3581400" cy="517525"/>
            <a:chOff x="1488" y="2304"/>
            <a:chExt cx="2256" cy="326"/>
          </a:xfrm>
        </p:grpSpPr>
        <p:sp>
          <p:nvSpPr>
            <p:cNvPr id="7213" name="Rectangle 8">
              <a:extLst>
                <a:ext uri="{FF2B5EF4-FFF2-40B4-BE49-F238E27FC236}">
                  <a16:creationId xmlns:a16="http://schemas.microsoft.com/office/drawing/2014/main" id="{A8A22086-AF72-4864-AC83-5D33832D4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2" y="2304"/>
              <a:ext cx="282" cy="32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7214" name="Rectangle 9">
              <a:extLst>
                <a:ext uri="{FF2B5EF4-FFF2-40B4-BE49-F238E27FC236}">
                  <a16:creationId xmlns:a16="http://schemas.microsoft.com/office/drawing/2014/main" id="{3F05DB4F-7DBC-47D3-9416-E34665768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2304"/>
              <a:ext cx="282" cy="32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7215" name="Rectangle 10">
              <a:extLst>
                <a:ext uri="{FF2B5EF4-FFF2-40B4-BE49-F238E27FC236}">
                  <a16:creationId xmlns:a16="http://schemas.microsoft.com/office/drawing/2014/main" id="{FE751374-9822-4CBB-A5E2-5FBC9D792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" y="2304"/>
              <a:ext cx="282" cy="32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7216" name="Rectangle 11">
              <a:extLst>
                <a:ext uri="{FF2B5EF4-FFF2-40B4-BE49-F238E27FC236}">
                  <a16:creationId xmlns:a16="http://schemas.microsoft.com/office/drawing/2014/main" id="{6ACF246C-45D7-4695-9196-F59841A6A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2304"/>
              <a:ext cx="282" cy="32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7217" name="Rectangle 12">
              <a:extLst>
                <a:ext uri="{FF2B5EF4-FFF2-40B4-BE49-F238E27FC236}">
                  <a16:creationId xmlns:a16="http://schemas.microsoft.com/office/drawing/2014/main" id="{59B74E5F-DDD1-4A91-9CB4-536E65E09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2304"/>
              <a:ext cx="282" cy="32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7218" name="Rectangle 13">
              <a:extLst>
                <a:ext uri="{FF2B5EF4-FFF2-40B4-BE49-F238E27FC236}">
                  <a16:creationId xmlns:a16="http://schemas.microsoft.com/office/drawing/2014/main" id="{4C11EF09-B650-4FBA-B54E-1AA241DB0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2304"/>
              <a:ext cx="282" cy="32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7219" name="Rectangle 14">
              <a:extLst>
                <a:ext uri="{FF2B5EF4-FFF2-40B4-BE49-F238E27FC236}">
                  <a16:creationId xmlns:a16="http://schemas.microsoft.com/office/drawing/2014/main" id="{D714A22C-29B4-4E9C-A41F-030A5E04E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0" y="2304"/>
              <a:ext cx="282" cy="32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7220" name="Rectangle 15">
              <a:extLst>
                <a:ext uri="{FF2B5EF4-FFF2-40B4-BE49-F238E27FC236}">
                  <a16:creationId xmlns:a16="http://schemas.microsoft.com/office/drawing/2014/main" id="{A840FDA9-B0BF-4972-9D23-5575D22A1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2304"/>
              <a:ext cx="282" cy="32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7221" name="Line 16">
              <a:extLst>
                <a:ext uri="{FF2B5EF4-FFF2-40B4-BE49-F238E27FC236}">
                  <a16:creationId xmlns:a16="http://schemas.microsoft.com/office/drawing/2014/main" id="{BBA05DF9-7098-4DD8-9727-0980FB4D9F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8" y="2304"/>
              <a:ext cx="225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222" name="Line 17">
              <a:extLst>
                <a:ext uri="{FF2B5EF4-FFF2-40B4-BE49-F238E27FC236}">
                  <a16:creationId xmlns:a16="http://schemas.microsoft.com/office/drawing/2014/main" id="{7FAD82D1-3CE0-46C6-B200-60FD09104E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8" y="2630"/>
              <a:ext cx="225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223" name="Line 18">
              <a:extLst>
                <a:ext uri="{FF2B5EF4-FFF2-40B4-BE49-F238E27FC236}">
                  <a16:creationId xmlns:a16="http://schemas.microsoft.com/office/drawing/2014/main" id="{A6E8E5B1-727E-4ECD-BF1C-2391EB55F2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8" y="2304"/>
              <a:ext cx="0" cy="326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224" name="Line 19">
              <a:extLst>
                <a:ext uri="{FF2B5EF4-FFF2-40B4-BE49-F238E27FC236}">
                  <a16:creationId xmlns:a16="http://schemas.microsoft.com/office/drawing/2014/main" id="{B539F1B8-78BE-4240-9B0E-D28ABE156A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0" y="2304"/>
              <a:ext cx="0" cy="32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225" name="Line 20">
              <a:extLst>
                <a:ext uri="{FF2B5EF4-FFF2-40B4-BE49-F238E27FC236}">
                  <a16:creationId xmlns:a16="http://schemas.microsoft.com/office/drawing/2014/main" id="{FB9652C3-2912-49AA-BA81-55E96C019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2" y="2304"/>
              <a:ext cx="0" cy="32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226" name="Line 21">
              <a:extLst>
                <a:ext uri="{FF2B5EF4-FFF2-40B4-BE49-F238E27FC236}">
                  <a16:creationId xmlns:a16="http://schemas.microsoft.com/office/drawing/2014/main" id="{D8448A77-BDE9-4DAA-AE1F-835BEF3053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4" y="2304"/>
              <a:ext cx="0" cy="32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227" name="Line 22">
              <a:extLst>
                <a:ext uri="{FF2B5EF4-FFF2-40B4-BE49-F238E27FC236}">
                  <a16:creationId xmlns:a16="http://schemas.microsoft.com/office/drawing/2014/main" id="{D94DF9DB-1D6C-423B-AA3C-6639025422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6" y="2304"/>
              <a:ext cx="0" cy="32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228" name="Line 23">
              <a:extLst>
                <a:ext uri="{FF2B5EF4-FFF2-40B4-BE49-F238E27FC236}">
                  <a16:creationId xmlns:a16="http://schemas.microsoft.com/office/drawing/2014/main" id="{9300678F-E87B-46B7-A9AA-8DA4169EE3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0" y="2304"/>
              <a:ext cx="0" cy="32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229" name="Line 24">
              <a:extLst>
                <a:ext uri="{FF2B5EF4-FFF2-40B4-BE49-F238E27FC236}">
                  <a16:creationId xmlns:a16="http://schemas.microsoft.com/office/drawing/2014/main" id="{750EACCA-FB5C-4CA3-8360-F81809F12A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2" y="2304"/>
              <a:ext cx="0" cy="32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230" name="Line 25">
              <a:extLst>
                <a:ext uri="{FF2B5EF4-FFF2-40B4-BE49-F238E27FC236}">
                  <a16:creationId xmlns:a16="http://schemas.microsoft.com/office/drawing/2014/main" id="{9A9A351B-7716-47D6-B474-A60F531964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4" y="2304"/>
              <a:ext cx="0" cy="326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4122" name="Text Box 26">
            <a:extLst>
              <a:ext uri="{FF2B5EF4-FFF2-40B4-BE49-F238E27FC236}">
                <a16:creationId xmlns:a16="http://schemas.microsoft.com/office/drawing/2014/main" id="{D8FACE4C-22F1-4D96-844D-D955B7FEC0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0525" y="4419600"/>
            <a:ext cx="60356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  8 </a:t>
            </a:r>
            <a:r>
              <a:rPr kumimoji="1" lang="zh-CN" altLang="en-US" b="1">
                <a:latin typeface="Times New Roman" panose="02020603050405020304" pitchFamily="18" charset="0"/>
              </a:rPr>
              <a:t>位                       </a:t>
            </a:r>
            <a:r>
              <a:rPr kumimoji="1" lang="en-US" altLang="zh-CN" b="1">
                <a:latin typeface="Times New Roman" panose="02020603050405020304" pitchFamily="18" charset="0"/>
              </a:rPr>
              <a:t>0 ~ 255</a:t>
            </a:r>
          </a:p>
        </p:txBody>
      </p:sp>
      <p:sp>
        <p:nvSpPr>
          <p:cNvPr id="4123" name="Text Box 27">
            <a:extLst>
              <a:ext uri="{FF2B5EF4-FFF2-40B4-BE49-F238E27FC236}">
                <a16:creationId xmlns:a16="http://schemas.microsoft.com/office/drawing/2014/main" id="{C4348817-1335-46C6-8EFE-5CDB9C43C1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0525" y="5821363"/>
            <a:ext cx="58832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16 </a:t>
            </a:r>
            <a:r>
              <a:rPr kumimoji="1" lang="zh-CN" altLang="en-US" b="1">
                <a:latin typeface="Times New Roman" panose="02020603050405020304" pitchFamily="18" charset="0"/>
              </a:rPr>
              <a:t>位                       </a:t>
            </a:r>
            <a:r>
              <a:rPr kumimoji="1" lang="en-US" altLang="zh-CN" b="1">
                <a:latin typeface="Times New Roman" panose="02020603050405020304" pitchFamily="18" charset="0"/>
              </a:rPr>
              <a:t>0 ~ 65535</a:t>
            </a:r>
          </a:p>
        </p:txBody>
      </p:sp>
      <p:grpSp>
        <p:nvGrpSpPr>
          <p:cNvPr id="4" name="Group 28">
            <a:extLst>
              <a:ext uri="{FF2B5EF4-FFF2-40B4-BE49-F238E27FC236}">
                <a16:creationId xmlns:a16="http://schemas.microsoft.com/office/drawing/2014/main" id="{2C47FE8E-9C5D-46A9-B9BC-6F79F0AA3EF2}"/>
              </a:ext>
            </a:extLst>
          </p:cNvPr>
          <p:cNvGrpSpPr>
            <a:grpSpLocks/>
          </p:cNvGrpSpPr>
          <p:nvPr/>
        </p:nvGrpSpPr>
        <p:grpSpPr bwMode="auto">
          <a:xfrm>
            <a:off x="1295400" y="5197475"/>
            <a:ext cx="7162800" cy="517525"/>
            <a:chOff x="960" y="3130"/>
            <a:chExt cx="4512" cy="326"/>
          </a:xfrm>
        </p:grpSpPr>
        <p:sp>
          <p:nvSpPr>
            <p:cNvPr id="7178" name="Rectangle 29">
              <a:extLst>
                <a:ext uri="{FF2B5EF4-FFF2-40B4-BE49-F238E27FC236}">
                  <a16:creationId xmlns:a16="http://schemas.microsoft.com/office/drawing/2014/main" id="{DE90489F-51CA-40D3-A547-962DA6B54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" y="3130"/>
              <a:ext cx="282" cy="32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7179" name="Rectangle 30">
              <a:extLst>
                <a:ext uri="{FF2B5EF4-FFF2-40B4-BE49-F238E27FC236}">
                  <a16:creationId xmlns:a16="http://schemas.microsoft.com/office/drawing/2014/main" id="{CDC72932-C66C-4827-96C9-F95006AD0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3130"/>
              <a:ext cx="282" cy="32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7180" name="Rectangle 31">
              <a:extLst>
                <a:ext uri="{FF2B5EF4-FFF2-40B4-BE49-F238E27FC236}">
                  <a16:creationId xmlns:a16="http://schemas.microsoft.com/office/drawing/2014/main" id="{DDA3830A-1EB8-458F-A5BC-9EAAFFEA3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0" y="3130"/>
              <a:ext cx="282" cy="32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7181" name="Rectangle 32">
              <a:extLst>
                <a:ext uri="{FF2B5EF4-FFF2-40B4-BE49-F238E27FC236}">
                  <a16:creationId xmlns:a16="http://schemas.microsoft.com/office/drawing/2014/main" id="{16E7E447-8138-4D29-ACB1-0262D3A82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3130"/>
              <a:ext cx="282" cy="32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7182" name="Rectangle 33">
              <a:extLst>
                <a:ext uri="{FF2B5EF4-FFF2-40B4-BE49-F238E27FC236}">
                  <a16:creationId xmlns:a16="http://schemas.microsoft.com/office/drawing/2014/main" id="{A539F2E0-A7B8-4D93-AC1D-4C0D98335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6" y="3130"/>
              <a:ext cx="282" cy="32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7183" name="Rectangle 34">
              <a:extLst>
                <a:ext uri="{FF2B5EF4-FFF2-40B4-BE49-F238E27FC236}">
                  <a16:creationId xmlns:a16="http://schemas.microsoft.com/office/drawing/2014/main" id="{4F6F51DF-8256-4F57-A6A7-020679BF0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" y="3130"/>
              <a:ext cx="282" cy="32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7184" name="Rectangle 35">
              <a:extLst>
                <a:ext uri="{FF2B5EF4-FFF2-40B4-BE49-F238E27FC236}">
                  <a16:creationId xmlns:a16="http://schemas.microsoft.com/office/drawing/2014/main" id="{1B7EE61D-CA04-4EDA-93F2-2705EA951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3130"/>
              <a:ext cx="282" cy="32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7185" name="Rectangle 36">
              <a:extLst>
                <a:ext uri="{FF2B5EF4-FFF2-40B4-BE49-F238E27FC236}">
                  <a16:creationId xmlns:a16="http://schemas.microsoft.com/office/drawing/2014/main" id="{D549FF2F-B35E-437D-BD2C-75B48ED76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0" y="3130"/>
              <a:ext cx="282" cy="32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7186" name="Line 37">
              <a:extLst>
                <a:ext uri="{FF2B5EF4-FFF2-40B4-BE49-F238E27FC236}">
                  <a16:creationId xmlns:a16="http://schemas.microsoft.com/office/drawing/2014/main" id="{C1A56A9F-806A-4DA4-8691-B6EB8A14F8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3130"/>
              <a:ext cx="225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187" name="Line 38">
              <a:extLst>
                <a:ext uri="{FF2B5EF4-FFF2-40B4-BE49-F238E27FC236}">
                  <a16:creationId xmlns:a16="http://schemas.microsoft.com/office/drawing/2014/main" id="{C9F8DE25-CB0E-4743-9891-5C4B31E1D6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3456"/>
              <a:ext cx="225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188" name="Line 39">
              <a:extLst>
                <a:ext uri="{FF2B5EF4-FFF2-40B4-BE49-F238E27FC236}">
                  <a16:creationId xmlns:a16="http://schemas.microsoft.com/office/drawing/2014/main" id="{87BCC980-264C-4F12-BC4A-0B2C290A23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3130"/>
              <a:ext cx="0" cy="326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189" name="Line 40">
              <a:extLst>
                <a:ext uri="{FF2B5EF4-FFF2-40B4-BE49-F238E27FC236}">
                  <a16:creationId xmlns:a16="http://schemas.microsoft.com/office/drawing/2014/main" id="{4034E129-FB06-4D56-8304-E01F97FB1D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4" y="3130"/>
              <a:ext cx="0" cy="32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190" name="Line 41">
              <a:extLst>
                <a:ext uri="{FF2B5EF4-FFF2-40B4-BE49-F238E27FC236}">
                  <a16:creationId xmlns:a16="http://schemas.microsoft.com/office/drawing/2014/main" id="{FC2B2923-6675-4146-AAD6-3554BA44BB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6" y="3130"/>
              <a:ext cx="0" cy="32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191" name="Line 42">
              <a:extLst>
                <a:ext uri="{FF2B5EF4-FFF2-40B4-BE49-F238E27FC236}">
                  <a16:creationId xmlns:a16="http://schemas.microsoft.com/office/drawing/2014/main" id="{DE105E6E-8CAC-4846-82D1-5DCC9E7AA1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8" y="3130"/>
              <a:ext cx="0" cy="32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192" name="Line 43">
              <a:extLst>
                <a:ext uri="{FF2B5EF4-FFF2-40B4-BE49-F238E27FC236}">
                  <a16:creationId xmlns:a16="http://schemas.microsoft.com/office/drawing/2014/main" id="{C61E05DE-BF6A-4177-B2F7-3E72C8D672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2" y="3130"/>
              <a:ext cx="0" cy="32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193" name="Line 44">
              <a:extLst>
                <a:ext uri="{FF2B5EF4-FFF2-40B4-BE49-F238E27FC236}">
                  <a16:creationId xmlns:a16="http://schemas.microsoft.com/office/drawing/2014/main" id="{FE1FD199-938C-4419-8357-DDF0A1F382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130"/>
              <a:ext cx="0" cy="326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7194" name="Group 45">
              <a:extLst>
                <a:ext uri="{FF2B5EF4-FFF2-40B4-BE49-F238E27FC236}">
                  <a16:creationId xmlns:a16="http://schemas.microsoft.com/office/drawing/2014/main" id="{7524799F-CBE9-4178-9746-98F5842DAD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6" y="3130"/>
              <a:ext cx="2256" cy="326"/>
              <a:chOff x="1488" y="2304"/>
              <a:chExt cx="2256" cy="326"/>
            </a:xfrm>
          </p:grpSpPr>
          <p:sp>
            <p:nvSpPr>
              <p:cNvPr id="7195" name="Rectangle 46">
                <a:extLst>
                  <a:ext uri="{FF2B5EF4-FFF2-40B4-BE49-F238E27FC236}">
                    <a16:creationId xmlns:a16="http://schemas.microsoft.com/office/drawing/2014/main" id="{23E92E95-E33A-4716-8A6E-D09F67F17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2304"/>
                <a:ext cx="282" cy="326"/>
              </a:xfrm>
              <a:prstGeom prst="rect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kumimoji="1"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96" name="Rectangle 47">
                <a:extLst>
                  <a:ext uri="{FF2B5EF4-FFF2-40B4-BE49-F238E27FC236}">
                    <a16:creationId xmlns:a16="http://schemas.microsoft.com/office/drawing/2014/main" id="{38615D07-AD6E-475E-93FA-E16974BD3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0" y="2304"/>
                <a:ext cx="282" cy="326"/>
              </a:xfrm>
              <a:prstGeom prst="rect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kumimoji="1"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97" name="Rectangle 48">
                <a:extLst>
                  <a:ext uri="{FF2B5EF4-FFF2-40B4-BE49-F238E27FC236}">
                    <a16:creationId xmlns:a16="http://schemas.microsoft.com/office/drawing/2014/main" id="{04405F17-78D3-49A6-B347-E0DE39946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304"/>
                <a:ext cx="282" cy="326"/>
              </a:xfrm>
              <a:prstGeom prst="rect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kumimoji="1"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98" name="Rectangle 49">
                <a:extLst>
                  <a:ext uri="{FF2B5EF4-FFF2-40B4-BE49-F238E27FC236}">
                    <a16:creationId xmlns:a16="http://schemas.microsoft.com/office/drawing/2014/main" id="{90F0915B-407B-498C-B3FB-1AB48550F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6" y="2304"/>
                <a:ext cx="282" cy="326"/>
              </a:xfrm>
              <a:prstGeom prst="rect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kumimoji="1"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99" name="Rectangle 50">
                <a:extLst>
                  <a:ext uri="{FF2B5EF4-FFF2-40B4-BE49-F238E27FC236}">
                    <a16:creationId xmlns:a16="http://schemas.microsoft.com/office/drawing/2014/main" id="{214C2E94-101F-4BA6-8EA3-9D4913C39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4" y="2304"/>
                <a:ext cx="282" cy="326"/>
              </a:xfrm>
              <a:prstGeom prst="rect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kumimoji="1"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200" name="Rectangle 51">
                <a:extLst>
                  <a:ext uri="{FF2B5EF4-FFF2-40B4-BE49-F238E27FC236}">
                    <a16:creationId xmlns:a16="http://schemas.microsoft.com/office/drawing/2014/main" id="{6E909B53-F12E-45A2-BF35-D7B16D941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2304"/>
                <a:ext cx="282" cy="326"/>
              </a:xfrm>
              <a:prstGeom prst="rect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kumimoji="1"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201" name="Rectangle 52">
                <a:extLst>
                  <a:ext uri="{FF2B5EF4-FFF2-40B4-BE49-F238E27FC236}">
                    <a16:creationId xmlns:a16="http://schemas.microsoft.com/office/drawing/2014/main" id="{009B43D1-3155-4812-AA29-267190FEC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2304"/>
                <a:ext cx="282" cy="326"/>
              </a:xfrm>
              <a:prstGeom prst="rect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kumimoji="1"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202" name="Rectangle 53">
                <a:extLst>
                  <a:ext uri="{FF2B5EF4-FFF2-40B4-BE49-F238E27FC236}">
                    <a16:creationId xmlns:a16="http://schemas.microsoft.com/office/drawing/2014/main" id="{5A218D8C-FEC3-40D4-916A-54B181796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2304"/>
                <a:ext cx="282" cy="326"/>
              </a:xfrm>
              <a:prstGeom prst="rect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kumimoji="1"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203" name="Line 54">
                <a:extLst>
                  <a:ext uri="{FF2B5EF4-FFF2-40B4-BE49-F238E27FC236}">
                    <a16:creationId xmlns:a16="http://schemas.microsoft.com/office/drawing/2014/main" id="{39CE2161-70D5-4B4F-B79F-4AB6876EF6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8" y="2304"/>
                <a:ext cx="2256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7204" name="Line 55">
                <a:extLst>
                  <a:ext uri="{FF2B5EF4-FFF2-40B4-BE49-F238E27FC236}">
                    <a16:creationId xmlns:a16="http://schemas.microsoft.com/office/drawing/2014/main" id="{A67E1E35-A60E-43DD-AACA-399C34B1AE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8" y="2630"/>
                <a:ext cx="2256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7205" name="Line 56">
                <a:extLst>
                  <a:ext uri="{FF2B5EF4-FFF2-40B4-BE49-F238E27FC236}">
                    <a16:creationId xmlns:a16="http://schemas.microsoft.com/office/drawing/2014/main" id="{34D98BD7-05B9-45A6-9F8C-1710CD3C3F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8" y="2304"/>
                <a:ext cx="0" cy="326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7206" name="Line 57">
                <a:extLst>
                  <a:ext uri="{FF2B5EF4-FFF2-40B4-BE49-F238E27FC236}">
                    <a16:creationId xmlns:a16="http://schemas.microsoft.com/office/drawing/2014/main" id="{CA4C9333-D887-45C1-AE97-67FCB856C4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0" y="2304"/>
                <a:ext cx="0" cy="3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7207" name="Line 58">
                <a:extLst>
                  <a:ext uri="{FF2B5EF4-FFF2-40B4-BE49-F238E27FC236}">
                    <a16:creationId xmlns:a16="http://schemas.microsoft.com/office/drawing/2014/main" id="{33DCA846-A804-4CF7-9F66-C0D1193D06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2" y="2304"/>
                <a:ext cx="0" cy="3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7208" name="Line 59">
                <a:extLst>
                  <a:ext uri="{FF2B5EF4-FFF2-40B4-BE49-F238E27FC236}">
                    <a16:creationId xmlns:a16="http://schemas.microsoft.com/office/drawing/2014/main" id="{F25608A1-BD2B-4BE1-8A0D-A9366A4F14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34" y="2304"/>
                <a:ext cx="0" cy="3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7209" name="Line 60">
                <a:extLst>
                  <a:ext uri="{FF2B5EF4-FFF2-40B4-BE49-F238E27FC236}">
                    <a16:creationId xmlns:a16="http://schemas.microsoft.com/office/drawing/2014/main" id="{62F11022-ED6B-4137-A3AC-0E9A30574E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6" y="2304"/>
                <a:ext cx="0" cy="3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7210" name="Line 61">
                <a:extLst>
                  <a:ext uri="{FF2B5EF4-FFF2-40B4-BE49-F238E27FC236}">
                    <a16:creationId xmlns:a16="http://schemas.microsoft.com/office/drawing/2014/main" id="{0701A212-4B0D-4685-81C9-CD456E40B5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304"/>
                <a:ext cx="0" cy="3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7211" name="Line 62">
                <a:extLst>
                  <a:ext uri="{FF2B5EF4-FFF2-40B4-BE49-F238E27FC236}">
                    <a16:creationId xmlns:a16="http://schemas.microsoft.com/office/drawing/2014/main" id="{D1682584-5C09-4A61-9ED3-9F42E59E4D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2" y="2304"/>
                <a:ext cx="0" cy="3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7212" name="Line 63">
                <a:extLst>
                  <a:ext uri="{FF2B5EF4-FFF2-40B4-BE49-F238E27FC236}">
                    <a16:creationId xmlns:a16="http://schemas.microsoft.com/office/drawing/2014/main" id="{403B95AD-D1B7-46A7-BA33-50973BCB45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44" y="2304"/>
                <a:ext cx="0" cy="326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66" name="矩形 65">
            <a:extLst>
              <a:ext uri="{FF2B5EF4-FFF2-40B4-BE49-F238E27FC236}">
                <a16:creationId xmlns:a16="http://schemas.microsoft.com/office/drawing/2014/main" id="{0B0BF237-4594-45EF-A24A-1184571A1C91}"/>
              </a:ext>
            </a:extLst>
          </p:cNvPr>
          <p:cNvSpPr/>
          <p:nvPr/>
        </p:nvSpPr>
        <p:spPr>
          <a:xfrm>
            <a:off x="7596336" y="16252"/>
            <a:ext cx="1440160" cy="584775"/>
          </a:xfrm>
          <a:prstGeom prst="rect">
            <a:avLst/>
          </a:prstGeom>
          <a:solidFill>
            <a:srgbClr val="00FF00"/>
          </a:solidFill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  <p:sp>
        <p:nvSpPr>
          <p:cNvPr id="67" name="矩形 66">
            <a:extLst>
              <a:ext uri="{FF2B5EF4-FFF2-40B4-BE49-F238E27FC236}">
                <a16:creationId xmlns:a16="http://schemas.microsoft.com/office/drawing/2014/main" id="{AB2468DC-A327-43EE-85A2-CDCD6A544115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4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4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99" grpId="0" autoUpdateAnimBg="0"/>
      <p:bldP spid="4122" grpId="0" autoUpdateAnimBg="0"/>
      <p:bldP spid="4123" grpId="0" autoUpdateAnimBg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Text Box 2">
            <a:extLst>
              <a:ext uri="{FF2B5EF4-FFF2-40B4-BE49-F238E27FC236}">
                <a16:creationId xmlns:a16="http://schemas.microsoft.com/office/drawing/2014/main" id="{DA7FA3D6-500C-4C2A-89B9-BB7A73A5B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2133600"/>
            <a:ext cx="5670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带符号的数                        符号数字化的数</a:t>
            </a:r>
          </a:p>
        </p:txBody>
      </p:sp>
      <p:sp>
        <p:nvSpPr>
          <p:cNvPr id="5123" name="Text Box 3">
            <a:extLst>
              <a:ext uri="{FF2B5EF4-FFF2-40B4-BE49-F238E27FC236}">
                <a16:creationId xmlns:a16="http://schemas.microsoft.com/office/drawing/2014/main" id="{E7D82EEB-2276-4042-89BD-A24E9FF02D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2709863"/>
            <a:ext cx="14541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+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0.1011</a:t>
            </a:r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D0B4B254-A476-45F9-97F9-2AEDBE37A1D0}"/>
              </a:ext>
            </a:extLst>
          </p:cNvPr>
          <p:cNvGrpSpPr>
            <a:grpSpLocks/>
          </p:cNvGrpSpPr>
          <p:nvPr/>
        </p:nvGrpSpPr>
        <p:grpSpPr bwMode="auto">
          <a:xfrm>
            <a:off x="4616450" y="2668588"/>
            <a:ext cx="4070350" cy="912812"/>
            <a:chOff x="2908" y="1681"/>
            <a:chExt cx="2564" cy="575"/>
          </a:xfrm>
        </p:grpSpPr>
        <p:sp>
          <p:nvSpPr>
            <p:cNvPr id="8226" name="Text Box 5">
              <a:extLst>
                <a:ext uri="{FF2B5EF4-FFF2-40B4-BE49-F238E27FC236}">
                  <a16:creationId xmlns:a16="http://schemas.microsoft.com/office/drawing/2014/main" id="{186DFF3C-0B00-4B0D-97A2-98186D7A6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6" y="1681"/>
              <a:ext cx="95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1011</a:t>
              </a:r>
            </a:p>
          </p:txBody>
        </p:sp>
        <p:sp>
          <p:nvSpPr>
            <p:cNvPr id="8227" name="Rectangle 6">
              <a:extLst>
                <a:ext uri="{FF2B5EF4-FFF2-40B4-BE49-F238E27FC236}">
                  <a16:creationId xmlns:a16="http://schemas.microsoft.com/office/drawing/2014/main" id="{39D8BAF1-269F-4CCF-B778-7313BFF9D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8" y="1713"/>
              <a:ext cx="902" cy="30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8228" name="Line 7">
              <a:extLst>
                <a:ext uri="{FF2B5EF4-FFF2-40B4-BE49-F238E27FC236}">
                  <a16:creationId xmlns:a16="http://schemas.microsoft.com/office/drawing/2014/main" id="{7ADF0F5A-1C67-4BA7-919B-18F4E102CC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6" y="1713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229" name="Line 8">
              <a:extLst>
                <a:ext uri="{FF2B5EF4-FFF2-40B4-BE49-F238E27FC236}">
                  <a16:creationId xmlns:a16="http://schemas.microsoft.com/office/drawing/2014/main" id="{131D4C09-C434-4FE4-8015-E36221CAEA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4" y="1713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230" name="Freeform 9">
              <a:extLst>
                <a:ext uri="{FF2B5EF4-FFF2-40B4-BE49-F238E27FC236}">
                  <a16:creationId xmlns:a16="http://schemas.microsoft.com/office/drawing/2014/main" id="{E07B5DA9-B77F-455F-B8B7-6EF349D53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010"/>
              <a:ext cx="912" cy="160"/>
            </a:xfrm>
            <a:custGeom>
              <a:avLst/>
              <a:gdLst>
                <a:gd name="T0" fmla="*/ 722 w 1152"/>
                <a:gd name="T1" fmla="*/ 267 h 96"/>
                <a:gd name="T2" fmla="*/ 0 w 1152"/>
                <a:gd name="T3" fmla="*/ 267 h 96"/>
                <a:gd name="T4" fmla="*/ 0 w 1152"/>
                <a:gd name="T5" fmla="*/ 0 h 96"/>
                <a:gd name="T6" fmla="*/ 0 60000 65536"/>
                <a:gd name="T7" fmla="*/ 0 60000 65536"/>
                <a:gd name="T8" fmla="*/ 0 60000 65536"/>
                <a:gd name="T9" fmla="*/ 0 w 1152"/>
                <a:gd name="T10" fmla="*/ 0 h 96"/>
                <a:gd name="T11" fmla="*/ 1152 w 1152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52" h="96">
                  <a:moveTo>
                    <a:pt x="1152" y="96"/>
                  </a:moveTo>
                  <a:lnTo>
                    <a:pt x="0" y="96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231" name="Text Box 10">
              <a:extLst>
                <a:ext uri="{FF2B5EF4-FFF2-40B4-BE49-F238E27FC236}">
                  <a16:creationId xmlns:a16="http://schemas.microsoft.com/office/drawing/2014/main" id="{F77F71C9-607A-43A0-91E0-E61A27DE7E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4" y="1968"/>
              <a:ext cx="126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小数点的位置</a:t>
              </a:r>
            </a:p>
          </p:txBody>
        </p:sp>
      </p:grpSp>
      <p:sp>
        <p:nvSpPr>
          <p:cNvPr id="5131" name="Text Box 11">
            <a:extLst>
              <a:ext uri="{FF2B5EF4-FFF2-40B4-BE49-F238E27FC236}">
                <a16:creationId xmlns:a16="http://schemas.microsoft.com/office/drawing/2014/main" id="{DA148BA7-A124-4BAB-B228-33483B3095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4841875"/>
            <a:ext cx="11874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+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1100</a:t>
            </a:r>
          </a:p>
        </p:txBody>
      </p:sp>
      <p:grpSp>
        <p:nvGrpSpPr>
          <p:cNvPr id="3" name="Group 12">
            <a:extLst>
              <a:ext uri="{FF2B5EF4-FFF2-40B4-BE49-F238E27FC236}">
                <a16:creationId xmlns:a16="http://schemas.microsoft.com/office/drawing/2014/main" id="{346E0159-B6CD-4609-B328-CF2911754C9D}"/>
              </a:ext>
            </a:extLst>
          </p:cNvPr>
          <p:cNvGrpSpPr>
            <a:grpSpLocks/>
          </p:cNvGrpSpPr>
          <p:nvPr/>
        </p:nvGrpSpPr>
        <p:grpSpPr bwMode="auto">
          <a:xfrm>
            <a:off x="4616450" y="4800600"/>
            <a:ext cx="4070350" cy="912813"/>
            <a:chOff x="2908" y="3024"/>
            <a:chExt cx="2564" cy="575"/>
          </a:xfrm>
        </p:grpSpPr>
        <p:sp>
          <p:nvSpPr>
            <p:cNvPr id="8220" name="Text Box 13">
              <a:extLst>
                <a:ext uri="{FF2B5EF4-FFF2-40B4-BE49-F238E27FC236}">
                  <a16:creationId xmlns:a16="http://schemas.microsoft.com/office/drawing/2014/main" id="{0AE16021-6D82-4664-BE86-596CCDDEB1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6" y="3024"/>
              <a:ext cx="12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1100</a:t>
              </a:r>
            </a:p>
          </p:txBody>
        </p:sp>
        <p:sp>
          <p:nvSpPr>
            <p:cNvPr id="8221" name="Rectangle 14">
              <a:extLst>
                <a:ext uri="{FF2B5EF4-FFF2-40B4-BE49-F238E27FC236}">
                  <a16:creationId xmlns:a16="http://schemas.microsoft.com/office/drawing/2014/main" id="{E73CDA2E-0F10-4693-843D-C6C1AEBFC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8" y="3056"/>
              <a:ext cx="902" cy="30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8222" name="Line 15">
              <a:extLst>
                <a:ext uri="{FF2B5EF4-FFF2-40B4-BE49-F238E27FC236}">
                  <a16:creationId xmlns:a16="http://schemas.microsoft.com/office/drawing/2014/main" id="{6501A03A-0FA2-4529-B68C-30AA8533F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6" y="3056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223" name="Line 16">
              <a:extLst>
                <a:ext uri="{FF2B5EF4-FFF2-40B4-BE49-F238E27FC236}">
                  <a16:creationId xmlns:a16="http://schemas.microsoft.com/office/drawing/2014/main" id="{3A3147DE-8392-4F18-A57C-DA972FE7FA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4" y="3056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224" name="Freeform 17">
              <a:extLst>
                <a:ext uri="{FF2B5EF4-FFF2-40B4-BE49-F238E27FC236}">
                  <a16:creationId xmlns:a16="http://schemas.microsoft.com/office/drawing/2014/main" id="{635C4B67-3B34-4CFB-AFEB-8AE5A51CF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361"/>
              <a:ext cx="336" cy="165"/>
            </a:xfrm>
            <a:custGeom>
              <a:avLst/>
              <a:gdLst>
                <a:gd name="T0" fmla="*/ 98 w 1152"/>
                <a:gd name="T1" fmla="*/ 284 h 96"/>
                <a:gd name="T2" fmla="*/ 0 w 1152"/>
                <a:gd name="T3" fmla="*/ 284 h 96"/>
                <a:gd name="T4" fmla="*/ 0 w 1152"/>
                <a:gd name="T5" fmla="*/ 0 h 96"/>
                <a:gd name="T6" fmla="*/ 0 60000 65536"/>
                <a:gd name="T7" fmla="*/ 0 60000 65536"/>
                <a:gd name="T8" fmla="*/ 0 60000 65536"/>
                <a:gd name="T9" fmla="*/ 0 w 1152"/>
                <a:gd name="T10" fmla="*/ 0 h 96"/>
                <a:gd name="T11" fmla="*/ 1152 w 1152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52" h="96">
                  <a:moveTo>
                    <a:pt x="1152" y="96"/>
                  </a:moveTo>
                  <a:lnTo>
                    <a:pt x="0" y="96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225" name="Text Box 18">
              <a:extLst>
                <a:ext uri="{FF2B5EF4-FFF2-40B4-BE49-F238E27FC236}">
                  <a16:creationId xmlns:a16="http://schemas.microsoft.com/office/drawing/2014/main" id="{096A7882-C0A2-4A25-9395-81CB8F1AB0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4" y="3311"/>
              <a:ext cx="126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小数点的位置</a:t>
              </a:r>
            </a:p>
          </p:txBody>
        </p:sp>
      </p:grpSp>
      <p:sp>
        <p:nvSpPr>
          <p:cNvPr id="5139" name="Text Box 19">
            <a:extLst>
              <a:ext uri="{FF2B5EF4-FFF2-40B4-BE49-F238E27FC236}">
                <a16:creationId xmlns:a16="http://schemas.microsoft.com/office/drawing/2014/main" id="{C67176CF-36D0-406D-878E-A785ADB9B3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5834063"/>
            <a:ext cx="11620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1100</a:t>
            </a:r>
          </a:p>
        </p:txBody>
      </p:sp>
      <p:grpSp>
        <p:nvGrpSpPr>
          <p:cNvPr id="4" name="Group 20">
            <a:extLst>
              <a:ext uri="{FF2B5EF4-FFF2-40B4-BE49-F238E27FC236}">
                <a16:creationId xmlns:a16="http://schemas.microsoft.com/office/drawing/2014/main" id="{69E70A70-B3D4-43E4-8599-2E2F91207B5F}"/>
              </a:ext>
            </a:extLst>
          </p:cNvPr>
          <p:cNvGrpSpPr>
            <a:grpSpLocks/>
          </p:cNvGrpSpPr>
          <p:nvPr/>
        </p:nvGrpSpPr>
        <p:grpSpPr bwMode="auto">
          <a:xfrm>
            <a:off x="4616450" y="5792788"/>
            <a:ext cx="4070350" cy="912812"/>
            <a:chOff x="2908" y="3649"/>
            <a:chExt cx="2564" cy="575"/>
          </a:xfrm>
        </p:grpSpPr>
        <p:sp>
          <p:nvSpPr>
            <p:cNvPr id="8214" name="Text Box 21">
              <a:extLst>
                <a:ext uri="{FF2B5EF4-FFF2-40B4-BE49-F238E27FC236}">
                  <a16:creationId xmlns:a16="http://schemas.microsoft.com/office/drawing/2014/main" id="{80D9EE39-853F-4A74-9D65-754621E673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6" y="3649"/>
              <a:ext cx="12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1100</a:t>
              </a:r>
            </a:p>
          </p:txBody>
        </p:sp>
        <p:sp>
          <p:nvSpPr>
            <p:cNvPr id="8215" name="Rectangle 22">
              <a:extLst>
                <a:ext uri="{FF2B5EF4-FFF2-40B4-BE49-F238E27FC236}">
                  <a16:creationId xmlns:a16="http://schemas.microsoft.com/office/drawing/2014/main" id="{5CC37B43-C063-4FB8-A8F2-5AAB84B7D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8" y="3681"/>
              <a:ext cx="902" cy="30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8216" name="Line 23">
              <a:extLst>
                <a:ext uri="{FF2B5EF4-FFF2-40B4-BE49-F238E27FC236}">
                  <a16:creationId xmlns:a16="http://schemas.microsoft.com/office/drawing/2014/main" id="{07B937D2-A07E-4A92-8F89-560A7FEC32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6" y="3681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217" name="Line 24">
              <a:extLst>
                <a:ext uri="{FF2B5EF4-FFF2-40B4-BE49-F238E27FC236}">
                  <a16:creationId xmlns:a16="http://schemas.microsoft.com/office/drawing/2014/main" id="{0AD14C11-FE9B-410A-B338-BD6AB9C33E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4" y="3681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218" name="Text Box 25">
              <a:extLst>
                <a:ext uri="{FF2B5EF4-FFF2-40B4-BE49-F238E27FC236}">
                  <a16:creationId xmlns:a16="http://schemas.microsoft.com/office/drawing/2014/main" id="{178818BB-3D1A-4FA8-A04B-4FE2D5924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4" y="3936"/>
              <a:ext cx="126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小数点的位置</a:t>
              </a:r>
            </a:p>
          </p:txBody>
        </p:sp>
        <p:sp>
          <p:nvSpPr>
            <p:cNvPr id="8219" name="Freeform 26">
              <a:extLst>
                <a:ext uri="{FF2B5EF4-FFF2-40B4-BE49-F238E27FC236}">
                  <a16:creationId xmlns:a16="http://schemas.microsoft.com/office/drawing/2014/main" id="{1C32C0AB-1032-4C7F-8C22-8AE20D041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992"/>
              <a:ext cx="336" cy="165"/>
            </a:xfrm>
            <a:custGeom>
              <a:avLst/>
              <a:gdLst>
                <a:gd name="T0" fmla="*/ 98 w 1152"/>
                <a:gd name="T1" fmla="*/ 284 h 96"/>
                <a:gd name="T2" fmla="*/ 0 w 1152"/>
                <a:gd name="T3" fmla="*/ 284 h 96"/>
                <a:gd name="T4" fmla="*/ 0 w 1152"/>
                <a:gd name="T5" fmla="*/ 0 h 96"/>
                <a:gd name="T6" fmla="*/ 0 60000 65536"/>
                <a:gd name="T7" fmla="*/ 0 60000 65536"/>
                <a:gd name="T8" fmla="*/ 0 60000 65536"/>
                <a:gd name="T9" fmla="*/ 0 w 1152"/>
                <a:gd name="T10" fmla="*/ 0 h 96"/>
                <a:gd name="T11" fmla="*/ 1152 w 1152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52" h="96">
                  <a:moveTo>
                    <a:pt x="1152" y="96"/>
                  </a:moveTo>
                  <a:lnTo>
                    <a:pt x="0" y="96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5147" name="Text Box 27">
            <a:extLst>
              <a:ext uri="{FF2B5EF4-FFF2-40B4-BE49-F238E27FC236}">
                <a16:creationId xmlns:a16="http://schemas.microsoft.com/office/drawing/2014/main" id="{68BE6CB5-DA4C-4CBD-9494-0A9415783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3700463"/>
            <a:ext cx="14287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0.1011</a:t>
            </a:r>
          </a:p>
        </p:txBody>
      </p:sp>
      <p:grpSp>
        <p:nvGrpSpPr>
          <p:cNvPr id="5" name="Group 28">
            <a:extLst>
              <a:ext uri="{FF2B5EF4-FFF2-40B4-BE49-F238E27FC236}">
                <a16:creationId xmlns:a16="http://schemas.microsoft.com/office/drawing/2014/main" id="{97E84884-DC28-4C0E-B99C-EF92E6DD09F5}"/>
              </a:ext>
            </a:extLst>
          </p:cNvPr>
          <p:cNvGrpSpPr>
            <a:grpSpLocks/>
          </p:cNvGrpSpPr>
          <p:nvPr/>
        </p:nvGrpSpPr>
        <p:grpSpPr bwMode="auto">
          <a:xfrm>
            <a:off x="4616450" y="3659188"/>
            <a:ext cx="4070350" cy="912812"/>
            <a:chOff x="2908" y="2305"/>
            <a:chExt cx="2564" cy="575"/>
          </a:xfrm>
        </p:grpSpPr>
        <p:sp>
          <p:nvSpPr>
            <p:cNvPr id="8208" name="Text Box 29">
              <a:extLst>
                <a:ext uri="{FF2B5EF4-FFF2-40B4-BE49-F238E27FC236}">
                  <a16:creationId xmlns:a16="http://schemas.microsoft.com/office/drawing/2014/main" id="{5876AA25-69BF-4ECF-9028-23C3DE1636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6" y="2305"/>
              <a:ext cx="100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1011</a:t>
              </a:r>
            </a:p>
          </p:txBody>
        </p:sp>
        <p:sp>
          <p:nvSpPr>
            <p:cNvPr id="8209" name="Rectangle 30">
              <a:extLst>
                <a:ext uri="{FF2B5EF4-FFF2-40B4-BE49-F238E27FC236}">
                  <a16:creationId xmlns:a16="http://schemas.microsoft.com/office/drawing/2014/main" id="{9809BCF1-87A3-4F5E-826E-C9B7CEE5B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8" y="2337"/>
              <a:ext cx="902" cy="30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8210" name="Line 31">
              <a:extLst>
                <a:ext uri="{FF2B5EF4-FFF2-40B4-BE49-F238E27FC236}">
                  <a16:creationId xmlns:a16="http://schemas.microsoft.com/office/drawing/2014/main" id="{98C5C5E4-6FDF-476E-95C2-401DECD79E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6" y="2337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211" name="Line 32">
              <a:extLst>
                <a:ext uri="{FF2B5EF4-FFF2-40B4-BE49-F238E27FC236}">
                  <a16:creationId xmlns:a16="http://schemas.microsoft.com/office/drawing/2014/main" id="{4E3E0087-BACA-4D00-BB85-8C82627F4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4" y="2337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8212" name="Text Box 33">
              <a:extLst>
                <a:ext uri="{FF2B5EF4-FFF2-40B4-BE49-F238E27FC236}">
                  <a16:creationId xmlns:a16="http://schemas.microsoft.com/office/drawing/2014/main" id="{045276E4-BB23-4EA6-B1A4-8B7FB16B41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4" y="2592"/>
              <a:ext cx="126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小数点的位置</a:t>
              </a:r>
            </a:p>
          </p:txBody>
        </p:sp>
        <p:sp>
          <p:nvSpPr>
            <p:cNvPr id="8213" name="Freeform 34">
              <a:extLst>
                <a:ext uri="{FF2B5EF4-FFF2-40B4-BE49-F238E27FC236}">
                  <a16:creationId xmlns:a16="http://schemas.microsoft.com/office/drawing/2014/main" id="{28F3DE72-BD6E-4989-85EA-8EA602FD5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641"/>
              <a:ext cx="912" cy="160"/>
            </a:xfrm>
            <a:custGeom>
              <a:avLst/>
              <a:gdLst>
                <a:gd name="T0" fmla="*/ 722 w 1152"/>
                <a:gd name="T1" fmla="*/ 267 h 96"/>
                <a:gd name="T2" fmla="*/ 0 w 1152"/>
                <a:gd name="T3" fmla="*/ 267 h 96"/>
                <a:gd name="T4" fmla="*/ 0 w 1152"/>
                <a:gd name="T5" fmla="*/ 0 h 96"/>
                <a:gd name="T6" fmla="*/ 0 60000 65536"/>
                <a:gd name="T7" fmla="*/ 0 60000 65536"/>
                <a:gd name="T8" fmla="*/ 0 60000 65536"/>
                <a:gd name="T9" fmla="*/ 0 w 1152"/>
                <a:gd name="T10" fmla="*/ 0 h 96"/>
                <a:gd name="T11" fmla="*/ 1152 w 1152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52" h="96">
                  <a:moveTo>
                    <a:pt x="1152" y="96"/>
                  </a:moveTo>
                  <a:lnTo>
                    <a:pt x="0" y="96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5155" name="Text Box 35">
            <a:extLst>
              <a:ext uri="{FF2B5EF4-FFF2-40B4-BE49-F238E27FC236}">
                <a16:creationId xmlns:a16="http://schemas.microsoft.com/office/drawing/2014/main" id="{B78C5533-83D0-4757-8860-FF8260A9B7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31913" y="1538288"/>
            <a:ext cx="499268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真值                                  机器数</a:t>
            </a:r>
          </a:p>
        </p:txBody>
      </p:sp>
      <p:sp>
        <p:nvSpPr>
          <p:cNvPr id="5156" name="Text Box 36">
            <a:extLst>
              <a:ext uri="{FF2B5EF4-FFF2-40B4-BE49-F238E27FC236}">
                <a16:creationId xmlns:a16="http://schemas.microsoft.com/office/drawing/2014/main" id="{7863ED9A-FFA5-418F-8360-6477ADABE6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525" y="914400"/>
            <a:ext cx="30384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1. </a:t>
            </a:r>
            <a:r>
              <a:rPr kumimoji="1" lang="zh-CN" altLang="en-US" b="1">
                <a:latin typeface="Times New Roman" panose="02020603050405020304" pitchFamily="18" charset="0"/>
              </a:rPr>
              <a:t>机器数与真值</a:t>
            </a:r>
          </a:p>
        </p:txBody>
      </p:sp>
      <p:sp>
        <p:nvSpPr>
          <p:cNvPr id="8205" name="Text Box 37">
            <a:extLst>
              <a:ext uri="{FF2B5EF4-FFF2-40B4-BE49-F238E27FC236}">
                <a16:creationId xmlns:a16="http://schemas.microsoft.com/office/drawing/2014/main" id="{C2A34AE0-124D-43C5-84FA-739E8EB4F0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176213"/>
            <a:ext cx="215315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 dirty="0">
                <a:latin typeface="Times New Roman" panose="02020603050405020304" pitchFamily="18" charset="0"/>
              </a:rPr>
              <a:t> 有符号数</a:t>
            </a:r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id="{4BF67ECD-26AD-4320-9BB1-B10076C25FA8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5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5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5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5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5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22" grpId="0" autoUpdateAnimBg="0"/>
      <p:bldP spid="5123" grpId="0" autoUpdateAnimBg="0"/>
      <p:bldP spid="5131" grpId="0" autoUpdateAnimBg="0"/>
      <p:bldP spid="5139" grpId="0" autoUpdateAnimBg="0"/>
      <p:bldP spid="5147" grpId="0" autoUpdateAnimBg="0"/>
      <p:bldP spid="5155" grpId="0" autoUpdateAnimBg="0"/>
      <p:bldP spid="5156" grpId="0" autoUpdateAnimBg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DA7A045-5788-4F5C-9238-E98242A30B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定点整数和定点小数：</a:t>
            </a:r>
          </a:p>
        </p:txBody>
      </p:sp>
      <p:graphicFrame>
        <p:nvGraphicFramePr>
          <p:cNvPr id="8" name="对象 7">
            <a:extLst>
              <a:ext uri="{FF2B5EF4-FFF2-40B4-BE49-F238E27FC236}">
                <a16:creationId xmlns:a16="http://schemas.microsoft.com/office/drawing/2014/main" id="{5D3D8346-6987-44B6-B95D-725860256DD9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813837091"/>
              </p:ext>
            </p:extLst>
          </p:nvPr>
        </p:nvGraphicFramePr>
        <p:xfrm>
          <a:off x="683568" y="1844824"/>
          <a:ext cx="3273303" cy="201622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371" name="Visio" r:id="rId3" imgW="1272771" imgH="786856" progId="Visio.Drawing.11">
                  <p:embed/>
                </p:oleObj>
              </mc:Choice>
              <mc:Fallback>
                <p:oleObj name="Visio" r:id="rId3" imgW="1272771" imgH="786856" progId="Visio.Drawing.11">
                  <p:embed/>
                  <p:pic>
                    <p:nvPicPr>
                      <p:cNvPr id="0" name="Object 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3568" y="1844824"/>
                        <a:ext cx="3273303" cy="2016224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Rectangle 4">
            <a:extLst>
              <a:ext uri="{FF2B5EF4-FFF2-40B4-BE49-F238E27FC236}">
                <a16:creationId xmlns:a16="http://schemas.microsoft.com/office/drawing/2014/main" id="{535197C3-3421-4F91-9F55-2F6E56078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111" y="2250581"/>
            <a:ext cx="20573995" cy="457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zh-CN" altLang="en-US"/>
          </a:p>
        </p:txBody>
      </p:sp>
      <p:graphicFrame>
        <p:nvGraphicFramePr>
          <p:cNvPr id="10" name="对象 9">
            <a:extLst>
              <a:ext uri="{FF2B5EF4-FFF2-40B4-BE49-F238E27FC236}">
                <a16:creationId xmlns:a16="http://schemas.microsoft.com/office/drawing/2014/main" id="{57CFA383-3AB0-42C1-A1D0-B8CD5468587C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553215499"/>
              </p:ext>
            </p:extLst>
          </p:nvPr>
        </p:nvGraphicFramePr>
        <p:xfrm>
          <a:off x="5187131" y="1844824"/>
          <a:ext cx="4032448" cy="204063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372" name="Visio" r:id="rId5" imgW="1569706" imgH="786856" progId="Visio.Drawing.11">
                  <p:embed/>
                </p:oleObj>
              </mc:Choice>
              <mc:Fallback>
                <p:oleObj name="Visio" r:id="rId5" imgW="1569706" imgH="786856" progId="Visio.Drawing.11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87131" y="1844824"/>
                        <a:ext cx="4032448" cy="2040633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矩形 10">
            <a:extLst>
              <a:ext uri="{FF2B5EF4-FFF2-40B4-BE49-F238E27FC236}">
                <a16:creationId xmlns:a16="http://schemas.microsoft.com/office/drawing/2014/main" id="{74858770-4478-45EC-9FEC-2F552114A123}"/>
              </a:ext>
            </a:extLst>
          </p:cNvPr>
          <p:cNvSpPr/>
          <p:nvPr/>
        </p:nvSpPr>
        <p:spPr>
          <a:xfrm>
            <a:off x="1471268" y="4136692"/>
            <a:ext cx="169790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dirty="0"/>
              <a:t>（</a:t>
            </a:r>
            <a:r>
              <a:rPr lang="en-US" altLang="zh-CN" dirty="0"/>
              <a:t>a</a:t>
            </a:r>
            <a:r>
              <a:rPr lang="zh-CN" altLang="en-US" dirty="0"/>
              <a:t>）定点小数</a:t>
            </a: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41E9B654-945D-4959-A021-EEBCB141843F}"/>
              </a:ext>
            </a:extLst>
          </p:cNvPr>
          <p:cNvSpPr/>
          <p:nvPr/>
        </p:nvSpPr>
        <p:spPr>
          <a:xfrm>
            <a:off x="5940152" y="4136692"/>
            <a:ext cx="169148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zh-CN" dirty="0">
                <a:latin typeface="Calibri" panose="020F0502020204030204" pitchFamily="34" charset="0"/>
                <a:cs typeface="Times New Roman" panose="02020603050405020304" pitchFamily="18" charset="0"/>
              </a:rPr>
              <a:t>（</a:t>
            </a:r>
            <a:r>
              <a:rPr lang="en-US" altLang="zh-CN" dirty="0">
                <a:latin typeface="Calibri" panose="020F0502020204030204" pitchFamily="34" charset="0"/>
                <a:cs typeface="Times New Roman" panose="02020603050405020304" pitchFamily="18" charset="0"/>
              </a:rPr>
              <a:t>b</a:t>
            </a:r>
            <a:r>
              <a:rPr lang="zh-CN" altLang="zh-CN" dirty="0">
                <a:latin typeface="Calibri" panose="020F0502020204030204" pitchFamily="34" charset="0"/>
                <a:cs typeface="Times New Roman" panose="02020603050405020304" pitchFamily="18" charset="0"/>
              </a:rPr>
              <a:t>）定点整数</a:t>
            </a:r>
            <a:endParaRPr lang="zh-CN" altLang="en-US" dirty="0"/>
          </a:p>
        </p:txBody>
      </p:sp>
      <p:sp>
        <p:nvSpPr>
          <p:cNvPr id="13" name="椭圆 12">
            <a:extLst>
              <a:ext uri="{FF2B5EF4-FFF2-40B4-BE49-F238E27FC236}">
                <a16:creationId xmlns:a16="http://schemas.microsoft.com/office/drawing/2014/main" id="{928B2205-8502-45FA-ADF2-DE84A9915629}"/>
              </a:ext>
            </a:extLst>
          </p:cNvPr>
          <p:cNvSpPr/>
          <p:nvPr/>
        </p:nvSpPr>
        <p:spPr>
          <a:xfrm>
            <a:off x="1925501" y="2639763"/>
            <a:ext cx="111073" cy="124587"/>
          </a:xfrm>
          <a:prstGeom prst="ellipse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椭圆 13">
            <a:extLst>
              <a:ext uri="{FF2B5EF4-FFF2-40B4-BE49-F238E27FC236}">
                <a16:creationId xmlns:a16="http://schemas.microsoft.com/office/drawing/2014/main" id="{AC66E241-04CE-40F2-9D06-4B5003ADAFD8}"/>
              </a:ext>
            </a:extLst>
          </p:cNvPr>
          <p:cNvSpPr/>
          <p:nvPr/>
        </p:nvSpPr>
        <p:spPr>
          <a:xfrm>
            <a:off x="7956376" y="2702057"/>
            <a:ext cx="111073" cy="124587"/>
          </a:xfrm>
          <a:prstGeom prst="ellipse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C0622639-F687-4706-9BFD-3574F096280D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  <p:extLst>
      <p:ext uri="{BB962C8B-B14F-4D97-AF65-F5344CB8AC3E}">
        <p14:creationId xmlns:p14="http://schemas.microsoft.com/office/powerpoint/2010/main" val="33902825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8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4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Text Box 2">
            <a:extLst>
              <a:ext uri="{FF2B5EF4-FFF2-40B4-BE49-F238E27FC236}">
                <a16:creationId xmlns:a16="http://schemas.microsoft.com/office/drawing/2014/main" id="{80B92257-D816-4D29-8423-7E16A85FDC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228600"/>
            <a:ext cx="293528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2.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原码表示法</a:t>
            </a:r>
          </a:p>
        </p:txBody>
      </p:sp>
      <p:sp>
        <p:nvSpPr>
          <p:cNvPr id="6147" name="Text Box 3">
            <a:extLst>
              <a:ext uri="{FF2B5EF4-FFF2-40B4-BE49-F238E27FC236}">
                <a16:creationId xmlns:a16="http://schemas.microsoft.com/office/drawing/2014/main" id="{944CD392-1FBE-4117-BD02-72EB0323AB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2763" y="5897563"/>
            <a:ext cx="38560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带符号的绝对值表示</a:t>
            </a:r>
          </a:p>
        </p:txBody>
      </p:sp>
      <p:sp>
        <p:nvSpPr>
          <p:cNvPr id="6148" name="Text Box 4">
            <a:extLst>
              <a:ext uri="{FF2B5EF4-FFF2-40B4-BE49-F238E27FC236}">
                <a16:creationId xmlns:a16="http://schemas.microsoft.com/office/drawing/2014/main" id="{533181E4-3A51-4F84-92B2-AFE49AED57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788" y="914400"/>
            <a:ext cx="31734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(1) </a:t>
            </a:r>
            <a:r>
              <a:rPr kumimoji="1" lang="zh-CN" altLang="en-US" b="1">
                <a:latin typeface="Times New Roman" panose="02020603050405020304" pitchFamily="18" charset="0"/>
              </a:rPr>
              <a:t>定义</a:t>
            </a:r>
          </a:p>
        </p:txBody>
      </p:sp>
      <p:sp>
        <p:nvSpPr>
          <p:cNvPr id="6149" name="Text Box 5">
            <a:extLst>
              <a:ext uri="{FF2B5EF4-FFF2-40B4-BE49-F238E27FC236}">
                <a16:creationId xmlns:a16="http://schemas.microsoft.com/office/drawing/2014/main" id="{544B4400-36A1-41EA-A590-AFA40665E3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528763"/>
            <a:ext cx="898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整数</a:t>
            </a:r>
          </a:p>
        </p:txBody>
      </p:sp>
      <p:sp>
        <p:nvSpPr>
          <p:cNvPr id="6150" name="Text Box 6">
            <a:extLst>
              <a:ext uri="{FF2B5EF4-FFF2-40B4-BE49-F238E27FC236}">
                <a16:creationId xmlns:a16="http://schemas.microsoft.com/office/drawing/2014/main" id="{5024FF6D-82E4-433E-986C-8682FFF9CC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6900" y="3154363"/>
            <a:ext cx="15176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为真值</a:t>
            </a:r>
          </a:p>
        </p:txBody>
      </p:sp>
      <p:sp>
        <p:nvSpPr>
          <p:cNvPr id="6151" name="Text Box 7">
            <a:extLst>
              <a:ext uri="{FF2B5EF4-FFF2-40B4-BE49-F238E27FC236}">
                <a16:creationId xmlns:a16="http://schemas.microsoft.com/office/drawing/2014/main" id="{A5E28C30-7C7D-40C1-A5D2-17789AAF50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6200" y="3154363"/>
            <a:ext cx="26050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n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为整数的位数</a:t>
            </a:r>
          </a:p>
        </p:txBody>
      </p:sp>
      <p:sp>
        <p:nvSpPr>
          <p:cNvPr id="6152" name="Text Box 8">
            <a:extLst>
              <a:ext uri="{FF2B5EF4-FFF2-40B4-BE49-F238E27FC236}">
                <a16:creationId xmlns:a16="http://schemas.microsoft.com/office/drawing/2014/main" id="{C6F7CF17-7BEC-4167-8F06-67E5A09FC5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4168775"/>
            <a:ext cx="5413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如</a:t>
            </a:r>
          </a:p>
        </p:txBody>
      </p:sp>
      <p:sp>
        <p:nvSpPr>
          <p:cNvPr id="6153" name="Text Box 9">
            <a:extLst>
              <a:ext uri="{FF2B5EF4-FFF2-40B4-BE49-F238E27FC236}">
                <a16:creationId xmlns:a16="http://schemas.microsoft.com/office/drawing/2014/main" id="{3ACBD60F-1B4F-4FF3-9CC9-E2AFAAE102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8613" y="4221163"/>
            <a:ext cx="1444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= +1110</a:t>
            </a:r>
          </a:p>
        </p:txBody>
      </p:sp>
      <p:sp>
        <p:nvSpPr>
          <p:cNvPr id="6154" name="Text Box 10">
            <a:extLst>
              <a:ext uri="{FF2B5EF4-FFF2-40B4-BE49-F238E27FC236}">
                <a16:creationId xmlns:a16="http://schemas.microsoft.com/office/drawing/2014/main" id="{AE731E0B-4D28-44EA-AA89-0B250662E9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0" y="4221163"/>
            <a:ext cx="20970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200" b="1" baseline="-25000">
                <a:latin typeface="Times New Roman" panose="02020603050405020304" pitchFamily="18" charset="0"/>
              </a:rPr>
              <a:t>原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0 , 1110 </a:t>
            </a:r>
          </a:p>
        </p:txBody>
      </p:sp>
      <p:sp>
        <p:nvSpPr>
          <p:cNvPr id="6155" name="Text Box 11">
            <a:extLst>
              <a:ext uri="{FF2B5EF4-FFF2-40B4-BE49-F238E27FC236}">
                <a16:creationId xmlns:a16="http://schemas.microsoft.com/office/drawing/2014/main" id="{C4B8F687-F47B-46FF-BE68-ACEF494A3C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0" y="5287963"/>
            <a:ext cx="35861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200" b="1" baseline="-25000">
                <a:latin typeface="Times New Roman" panose="02020603050405020304" pitchFamily="18" charset="0"/>
              </a:rPr>
              <a:t>原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2</a:t>
            </a:r>
            <a:r>
              <a:rPr kumimoji="1" lang="en-US" altLang="zh-CN" sz="2400" b="1" baseline="30000">
                <a:latin typeface="Times New Roman" panose="02020603050405020304" pitchFamily="18" charset="0"/>
              </a:rPr>
              <a:t>4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+ 1110 = 1 , 1110 </a:t>
            </a:r>
          </a:p>
        </p:txBody>
      </p:sp>
      <p:grpSp>
        <p:nvGrpSpPr>
          <p:cNvPr id="2" name="Group 12">
            <a:extLst>
              <a:ext uri="{FF2B5EF4-FFF2-40B4-BE49-F238E27FC236}">
                <a16:creationId xmlns:a16="http://schemas.microsoft.com/office/drawing/2014/main" id="{13155C4A-5007-4CC7-8859-66F0A879F2DD}"/>
              </a:ext>
            </a:extLst>
          </p:cNvPr>
          <p:cNvGrpSpPr>
            <a:grpSpLocks/>
          </p:cNvGrpSpPr>
          <p:nvPr/>
        </p:nvGrpSpPr>
        <p:grpSpPr bwMode="auto">
          <a:xfrm>
            <a:off x="1598613" y="5287963"/>
            <a:ext cx="1449387" cy="457200"/>
            <a:chOff x="960" y="3744"/>
            <a:chExt cx="913" cy="288"/>
          </a:xfrm>
        </p:grpSpPr>
        <p:sp>
          <p:nvSpPr>
            <p:cNvPr id="9243" name="Text Box 13">
              <a:extLst>
                <a:ext uri="{FF2B5EF4-FFF2-40B4-BE49-F238E27FC236}">
                  <a16:creationId xmlns:a16="http://schemas.microsoft.com/office/drawing/2014/main" id="{45164240-F24D-4D86-B3B1-0B3CE1EBA2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0" y="3744"/>
              <a:ext cx="91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=   </a:t>
              </a:r>
              <a:r>
                <a:rPr kumimoji="1" lang="en-US" altLang="zh-CN" sz="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1110</a:t>
              </a:r>
            </a:p>
          </p:txBody>
        </p:sp>
        <p:sp>
          <p:nvSpPr>
            <p:cNvPr id="9244" name="Line 14">
              <a:extLst>
                <a:ext uri="{FF2B5EF4-FFF2-40B4-BE49-F238E27FC236}">
                  <a16:creationId xmlns:a16="http://schemas.microsoft.com/office/drawing/2014/main" id="{79096E8B-81E0-44B7-87CC-39C77C6EEF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1" y="3899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" name="Group 15">
            <a:extLst>
              <a:ext uri="{FF2B5EF4-FFF2-40B4-BE49-F238E27FC236}">
                <a16:creationId xmlns:a16="http://schemas.microsoft.com/office/drawing/2014/main" id="{A6B2013C-F69A-4E03-BB5E-4E51BFD9760F}"/>
              </a:ext>
            </a:extLst>
          </p:cNvPr>
          <p:cNvGrpSpPr>
            <a:grpSpLocks/>
          </p:cNvGrpSpPr>
          <p:nvPr/>
        </p:nvGrpSpPr>
        <p:grpSpPr bwMode="auto">
          <a:xfrm>
            <a:off x="1795463" y="1706563"/>
            <a:ext cx="6357937" cy="1295400"/>
            <a:chOff x="1131" y="1075"/>
            <a:chExt cx="4005" cy="816"/>
          </a:xfrm>
        </p:grpSpPr>
        <p:sp>
          <p:nvSpPr>
            <p:cNvPr id="9237" name="Text Box 16">
              <a:extLst>
                <a:ext uri="{FF2B5EF4-FFF2-40B4-BE49-F238E27FC236}">
                  <a16:creationId xmlns:a16="http://schemas.microsoft.com/office/drawing/2014/main" id="{F5AFD3A9-544F-43CC-95FC-22134886C5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31" y="1315"/>
              <a:ext cx="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800" b="1" baseline="-25000">
                  <a:latin typeface="Times New Roman" panose="02020603050405020304" pitchFamily="18" charset="0"/>
                </a:rPr>
                <a:t>原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9238" name="Text Box 17">
              <a:extLst>
                <a:ext uri="{FF2B5EF4-FFF2-40B4-BE49-F238E27FC236}">
                  <a16:creationId xmlns:a16="http://schemas.microsoft.com/office/drawing/2014/main" id="{4C3DEBC0-D120-46E9-B4DF-D9900771CB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74" y="1075"/>
              <a:ext cx="296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0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，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      2</a:t>
              </a:r>
              <a:r>
                <a:rPr kumimoji="1" lang="en-US" altLang="zh-CN" b="1" i="1" baseline="40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＞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≥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0</a:t>
              </a:r>
            </a:p>
          </p:txBody>
        </p:sp>
        <p:sp>
          <p:nvSpPr>
            <p:cNvPr id="9239" name="Text Box 18">
              <a:extLst>
                <a:ext uri="{FF2B5EF4-FFF2-40B4-BE49-F238E27FC236}">
                  <a16:creationId xmlns:a16="http://schemas.microsoft.com/office/drawing/2014/main" id="{6E8251C2-DD91-44E4-BD8F-7AF44596CE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4" y="1526"/>
              <a:ext cx="30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b="1" i="1" baseline="40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 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      0 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≥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＞  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b="1" i="1" baseline="40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9240" name="AutoShape 19">
              <a:extLst>
                <a:ext uri="{FF2B5EF4-FFF2-40B4-BE49-F238E27FC236}">
                  <a16:creationId xmlns:a16="http://schemas.microsoft.com/office/drawing/2014/main" id="{FC0814C3-F07F-4B05-B752-D2D67B4C9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1215"/>
              <a:ext cx="103" cy="580"/>
            </a:xfrm>
            <a:prstGeom prst="leftBrace">
              <a:avLst>
                <a:gd name="adj1" fmla="val 46926"/>
                <a:gd name="adj2" fmla="val 50000"/>
              </a:avLst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9241" name="Line 20">
              <a:extLst>
                <a:ext uri="{FF2B5EF4-FFF2-40B4-BE49-F238E27FC236}">
                  <a16:creationId xmlns:a16="http://schemas.microsoft.com/office/drawing/2014/main" id="{51A64F93-91FC-4CA1-9661-2A7767CC1C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8" y="1724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42" name="Line 21">
              <a:extLst>
                <a:ext uri="{FF2B5EF4-FFF2-40B4-BE49-F238E27FC236}">
                  <a16:creationId xmlns:a16="http://schemas.microsoft.com/office/drawing/2014/main" id="{BBE9B3F6-CFDF-417F-99BF-1AF80215AD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0" y="1747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6166" name="Freeform 22">
            <a:extLst>
              <a:ext uri="{FF2B5EF4-FFF2-40B4-BE49-F238E27FC236}">
                <a16:creationId xmlns:a16="http://schemas.microsoft.com/office/drawing/2014/main" id="{86F8BBA5-AC72-4C53-9B1B-A02509989527}"/>
              </a:ext>
            </a:extLst>
          </p:cNvPr>
          <p:cNvSpPr>
            <a:spLocks/>
          </p:cNvSpPr>
          <p:nvPr/>
        </p:nvSpPr>
        <p:spPr bwMode="auto">
          <a:xfrm>
            <a:off x="2238375" y="3992563"/>
            <a:ext cx="2613025" cy="304800"/>
          </a:xfrm>
          <a:custGeom>
            <a:avLst/>
            <a:gdLst>
              <a:gd name="T0" fmla="*/ 0 w 1646"/>
              <a:gd name="T1" fmla="*/ 483870000 h 192"/>
              <a:gd name="T2" fmla="*/ 0 w 1646"/>
              <a:gd name="T3" fmla="*/ 0 h 192"/>
              <a:gd name="T4" fmla="*/ 2147483646 w 1646"/>
              <a:gd name="T5" fmla="*/ 2520950 h 192"/>
              <a:gd name="T6" fmla="*/ 2147483646 w 1646"/>
              <a:gd name="T7" fmla="*/ 433466875 h 192"/>
              <a:gd name="T8" fmla="*/ 0 60000 65536"/>
              <a:gd name="T9" fmla="*/ 0 60000 65536"/>
              <a:gd name="T10" fmla="*/ 0 60000 65536"/>
              <a:gd name="T11" fmla="*/ 0 60000 65536"/>
              <a:gd name="T12" fmla="*/ 0 w 1646"/>
              <a:gd name="T13" fmla="*/ 0 h 192"/>
              <a:gd name="T14" fmla="*/ 1646 w 1646"/>
              <a:gd name="T15" fmla="*/ 192 h 19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46" h="192">
                <a:moveTo>
                  <a:pt x="0" y="192"/>
                </a:moveTo>
                <a:lnTo>
                  <a:pt x="0" y="0"/>
                </a:lnTo>
                <a:lnTo>
                  <a:pt x="1646" y="1"/>
                </a:lnTo>
                <a:lnTo>
                  <a:pt x="1646" y="172"/>
                </a:lnTo>
              </a:path>
            </a:pathLst>
          </a:custGeom>
          <a:noFill/>
          <a:ln w="38100">
            <a:solidFill>
              <a:schemeClr val="folHlink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6167" name="Freeform 23">
            <a:extLst>
              <a:ext uri="{FF2B5EF4-FFF2-40B4-BE49-F238E27FC236}">
                <a16:creationId xmlns:a16="http://schemas.microsoft.com/office/drawing/2014/main" id="{4997ABDA-667D-4C3A-87C1-FF07FFDE3BD0}"/>
              </a:ext>
            </a:extLst>
          </p:cNvPr>
          <p:cNvSpPr>
            <a:spLocks/>
          </p:cNvSpPr>
          <p:nvPr/>
        </p:nvSpPr>
        <p:spPr bwMode="auto">
          <a:xfrm>
            <a:off x="2281238" y="5087938"/>
            <a:ext cx="4043362" cy="276225"/>
          </a:xfrm>
          <a:custGeom>
            <a:avLst/>
            <a:gdLst>
              <a:gd name="T0" fmla="*/ 7559674 w 2547"/>
              <a:gd name="T1" fmla="*/ 438507188 h 174"/>
              <a:gd name="T2" fmla="*/ 0 w 2547"/>
              <a:gd name="T3" fmla="*/ 0 h 174"/>
              <a:gd name="T4" fmla="*/ 2147483646 w 2547"/>
              <a:gd name="T5" fmla="*/ 5040313 h 174"/>
              <a:gd name="T6" fmla="*/ 2147483646 w 2547"/>
              <a:gd name="T7" fmla="*/ 408265313 h 174"/>
              <a:gd name="T8" fmla="*/ 0 60000 65536"/>
              <a:gd name="T9" fmla="*/ 0 60000 65536"/>
              <a:gd name="T10" fmla="*/ 0 60000 65536"/>
              <a:gd name="T11" fmla="*/ 0 60000 65536"/>
              <a:gd name="T12" fmla="*/ 0 w 2547"/>
              <a:gd name="T13" fmla="*/ 0 h 174"/>
              <a:gd name="T14" fmla="*/ 2547 w 2547"/>
              <a:gd name="T15" fmla="*/ 174 h 17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47" h="174">
                <a:moveTo>
                  <a:pt x="3" y="174"/>
                </a:moveTo>
                <a:lnTo>
                  <a:pt x="0" y="0"/>
                </a:lnTo>
                <a:lnTo>
                  <a:pt x="2547" y="2"/>
                </a:lnTo>
                <a:lnTo>
                  <a:pt x="2547" y="162"/>
                </a:lnTo>
              </a:path>
            </a:pathLst>
          </a:custGeom>
          <a:noFill/>
          <a:ln w="38100">
            <a:solidFill>
              <a:schemeClr val="folHlink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6168" name="Text Box 24">
            <a:extLst>
              <a:ext uri="{FF2B5EF4-FFF2-40B4-BE49-F238E27FC236}">
                <a16:creationId xmlns:a16="http://schemas.microsoft.com/office/drawing/2014/main" id="{AE4B5FD2-74F1-4037-8B27-4F07E7FADC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4410075"/>
            <a:ext cx="29718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用 </a:t>
            </a: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逗号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将符号位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和数值部分隔开</a:t>
            </a:r>
          </a:p>
        </p:txBody>
      </p:sp>
      <p:sp>
        <p:nvSpPr>
          <p:cNvPr id="6169" name="Freeform 25">
            <a:extLst>
              <a:ext uri="{FF2B5EF4-FFF2-40B4-BE49-F238E27FC236}">
                <a16:creationId xmlns:a16="http://schemas.microsoft.com/office/drawing/2014/main" id="{7F34BEE9-FD50-4B3F-8655-057CA3709A2A}"/>
              </a:ext>
            </a:extLst>
          </p:cNvPr>
          <p:cNvSpPr>
            <a:spLocks/>
          </p:cNvSpPr>
          <p:nvPr/>
        </p:nvSpPr>
        <p:spPr bwMode="auto">
          <a:xfrm>
            <a:off x="6505575" y="5211763"/>
            <a:ext cx="1524000" cy="838200"/>
          </a:xfrm>
          <a:custGeom>
            <a:avLst/>
            <a:gdLst>
              <a:gd name="T0" fmla="*/ 2147483646 w 960"/>
              <a:gd name="T1" fmla="*/ 0 h 528"/>
              <a:gd name="T2" fmla="*/ 2147483646 w 960"/>
              <a:gd name="T3" fmla="*/ 1330642500 h 528"/>
              <a:gd name="T4" fmla="*/ 0 w 960"/>
              <a:gd name="T5" fmla="*/ 1330642500 h 528"/>
              <a:gd name="T6" fmla="*/ 0 w 960"/>
              <a:gd name="T7" fmla="*/ 725805000 h 528"/>
              <a:gd name="T8" fmla="*/ 0 60000 65536"/>
              <a:gd name="T9" fmla="*/ 0 60000 65536"/>
              <a:gd name="T10" fmla="*/ 0 60000 65536"/>
              <a:gd name="T11" fmla="*/ 0 60000 65536"/>
              <a:gd name="T12" fmla="*/ 0 w 960"/>
              <a:gd name="T13" fmla="*/ 0 h 528"/>
              <a:gd name="T14" fmla="*/ 960 w 960"/>
              <a:gd name="T15" fmla="*/ 528 h 52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60" h="528">
                <a:moveTo>
                  <a:pt x="960" y="0"/>
                </a:moveTo>
                <a:lnTo>
                  <a:pt x="960" y="528"/>
                </a:lnTo>
                <a:lnTo>
                  <a:pt x="0" y="528"/>
                </a:lnTo>
                <a:lnTo>
                  <a:pt x="0" y="288"/>
                </a:lnTo>
              </a:path>
            </a:pathLst>
          </a:cu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6170" name="Freeform 26">
            <a:extLst>
              <a:ext uri="{FF2B5EF4-FFF2-40B4-BE49-F238E27FC236}">
                <a16:creationId xmlns:a16="http://schemas.microsoft.com/office/drawing/2014/main" id="{8E0C94CE-D198-489A-8521-DFAD0B664AE6}"/>
              </a:ext>
            </a:extLst>
          </p:cNvPr>
          <p:cNvSpPr>
            <a:spLocks/>
          </p:cNvSpPr>
          <p:nvPr/>
        </p:nvSpPr>
        <p:spPr bwMode="auto">
          <a:xfrm>
            <a:off x="5029200" y="4602163"/>
            <a:ext cx="1544638" cy="304800"/>
          </a:xfrm>
          <a:custGeom>
            <a:avLst/>
            <a:gdLst>
              <a:gd name="T0" fmla="*/ 2147483646 w 973"/>
              <a:gd name="T1" fmla="*/ 471270013 h 192"/>
              <a:gd name="T2" fmla="*/ 0 w 973"/>
              <a:gd name="T3" fmla="*/ 483870000 h 192"/>
              <a:gd name="T4" fmla="*/ 0 w 973"/>
              <a:gd name="T5" fmla="*/ 0 h 192"/>
              <a:gd name="T6" fmla="*/ 0 60000 65536"/>
              <a:gd name="T7" fmla="*/ 0 60000 65536"/>
              <a:gd name="T8" fmla="*/ 0 60000 65536"/>
              <a:gd name="T9" fmla="*/ 0 w 973"/>
              <a:gd name="T10" fmla="*/ 0 h 192"/>
              <a:gd name="T11" fmla="*/ 973 w 973"/>
              <a:gd name="T12" fmla="*/ 192 h 19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73" h="192">
                <a:moveTo>
                  <a:pt x="973" y="187"/>
                </a:moveTo>
                <a:lnTo>
                  <a:pt x="0" y="192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8A7BFC04-70C5-4179-A6D1-7CD42567BAEC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6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6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6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6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6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6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51" dur="500"/>
                                        <p:tgtEl>
                                          <p:spTgt spid="6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6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66" dur="500"/>
                                        <p:tgtEl>
                                          <p:spTgt spid="6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1" dur="500"/>
                                        <p:tgtEl>
                                          <p:spTgt spid="6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6" dur="500"/>
                                        <p:tgtEl>
                                          <p:spTgt spid="6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6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6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7" grpId="0" autoUpdateAnimBg="0"/>
      <p:bldP spid="6148" grpId="0" autoUpdateAnimBg="0"/>
      <p:bldP spid="6149" grpId="0" autoUpdateAnimBg="0"/>
      <p:bldP spid="6150" grpId="0" autoUpdateAnimBg="0"/>
      <p:bldP spid="6151" grpId="0" autoUpdateAnimBg="0"/>
      <p:bldP spid="6152" grpId="0" autoUpdateAnimBg="0"/>
      <p:bldP spid="6153" grpId="0" autoUpdateAnimBg="0"/>
      <p:bldP spid="6154" grpId="0" autoUpdateAnimBg="0"/>
      <p:bldP spid="6155" grpId="0" autoUpdateAnimBg="0"/>
      <p:bldP spid="6168" grpId="0" autoUpdateAnimBg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Text Box 2">
            <a:extLst>
              <a:ext uri="{FF2B5EF4-FFF2-40B4-BE49-F238E27FC236}">
                <a16:creationId xmlns:a16="http://schemas.microsoft.com/office/drawing/2014/main" id="{46AECEE9-1B7A-4854-B57E-835D2607F9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304800"/>
            <a:ext cx="11017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>
                <a:solidFill>
                  <a:schemeClr val="folHlink"/>
                </a:solidFill>
                <a:latin typeface="Times New Roman" panose="02020603050405020304" pitchFamily="18" charset="0"/>
              </a:rPr>
              <a:t>小数</a:t>
            </a:r>
          </a:p>
        </p:txBody>
      </p:sp>
      <p:sp>
        <p:nvSpPr>
          <p:cNvPr id="7171" name="Text Box 3">
            <a:extLst>
              <a:ext uri="{FF2B5EF4-FFF2-40B4-BE49-F238E27FC236}">
                <a16:creationId xmlns:a16="http://schemas.microsoft.com/office/drawing/2014/main" id="{18BF0526-F741-4A48-9DB6-CA50E9D862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3188" y="2133600"/>
            <a:ext cx="152241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为真值</a:t>
            </a:r>
          </a:p>
        </p:txBody>
      </p:sp>
      <p:sp>
        <p:nvSpPr>
          <p:cNvPr id="7172" name="Text Box 4">
            <a:extLst>
              <a:ext uri="{FF2B5EF4-FFF2-40B4-BE49-F238E27FC236}">
                <a16:creationId xmlns:a16="http://schemas.microsoft.com/office/drawing/2014/main" id="{C483591A-4EB2-4C42-A426-FFEDD4C5AE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2667000"/>
            <a:ext cx="5413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如</a:t>
            </a:r>
          </a:p>
        </p:txBody>
      </p:sp>
      <p:sp>
        <p:nvSpPr>
          <p:cNvPr id="7173" name="Text Box 5">
            <a:extLst>
              <a:ext uri="{FF2B5EF4-FFF2-40B4-BE49-F238E27FC236}">
                <a16:creationId xmlns:a16="http://schemas.microsoft.com/office/drawing/2014/main" id="{EBAEEC56-FA1A-4BC8-B9A4-01815885AD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819400"/>
            <a:ext cx="17494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= + 0.1101</a:t>
            </a:r>
          </a:p>
        </p:txBody>
      </p:sp>
      <p:sp>
        <p:nvSpPr>
          <p:cNvPr id="7174" name="Text Box 6">
            <a:extLst>
              <a:ext uri="{FF2B5EF4-FFF2-40B4-BE49-F238E27FC236}">
                <a16:creationId xmlns:a16="http://schemas.microsoft.com/office/drawing/2014/main" id="{9ADCA7C7-66AC-4E5C-B6BE-0D9AD19482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5538" y="2819400"/>
            <a:ext cx="20716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原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0 . 1101 </a:t>
            </a:r>
          </a:p>
        </p:txBody>
      </p:sp>
      <p:grpSp>
        <p:nvGrpSpPr>
          <p:cNvPr id="2" name="Group 7">
            <a:extLst>
              <a:ext uri="{FF2B5EF4-FFF2-40B4-BE49-F238E27FC236}">
                <a16:creationId xmlns:a16="http://schemas.microsoft.com/office/drawing/2014/main" id="{116BE9B8-5A2B-4C8A-95E7-5FB8943E9559}"/>
              </a:ext>
            </a:extLst>
          </p:cNvPr>
          <p:cNvGrpSpPr>
            <a:grpSpLocks/>
          </p:cNvGrpSpPr>
          <p:nvPr/>
        </p:nvGrpSpPr>
        <p:grpSpPr bwMode="auto">
          <a:xfrm>
            <a:off x="1066800" y="3759200"/>
            <a:ext cx="1728788" cy="457200"/>
            <a:chOff x="672" y="2368"/>
            <a:chExt cx="1089" cy="288"/>
          </a:xfrm>
        </p:grpSpPr>
        <p:sp>
          <p:nvSpPr>
            <p:cNvPr id="10281" name="Text Box 8">
              <a:extLst>
                <a:ext uri="{FF2B5EF4-FFF2-40B4-BE49-F238E27FC236}">
                  <a16:creationId xmlns:a16="http://schemas.microsoft.com/office/drawing/2014/main" id="{A3D2C2A3-C9B2-4AF0-9721-CCEE77571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" y="2368"/>
              <a:ext cx="108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=    0.1101</a:t>
              </a:r>
            </a:p>
          </p:txBody>
        </p:sp>
        <p:sp>
          <p:nvSpPr>
            <p:cNvPr id="10282" name="Line 9">
              <a:extLst>
                <a:ext uri="{FF2B5EF4-FFF2-40B4-BE49-F238E27FC236}">
                  <a16:creationId xmlns:a16="http://schemas.microsoft.com/office/drawing/2014/main" id="{25A7B4FC-5045-4CD7-BEBA-026AC581A9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6" y="2523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" name="Group 10">
            <a:extLst>
              <a:ext uri="{FF2B5EF4-FFF2-40B4-BE49-F238E27FC236}">
                <a16:creationId xmlns:a16="http://schemas.microsoft.com/office/drawing/2014/main" id="{FF731325-FA25-4A90-ACEA-7B230EE657DD}"/>
              </a:ext>
            </a:extLst>
          </p:cNvPr>
          <p:cNvGrpSpPr>
            <a:grpSpLocks/>
          </p:cNvGrpSpPr>
          <p:nvPr/>
        </p:nvGrpSpPr>
        <p:grpSpPr bwMode="auto">
          <a:xfrm>
            <a:off x="3665538" y="3759200"/>
            <a:ext cx="4048125" cy="457200"/>
            <a:chOff x="2309" y="2368"/>
            <a:chExt cx="2550" cy="288"/>
          </a:xfrm>
        </p:grpSpPr>
        <p:sp>
          <p:nvSpPr>
            <p:cNvPr id="10278" name="Text Box 11">
              <a:extLst>
                <a:ext uri="{FF2B5EF4-FFF2-40B4-BE49-F238E27FC236}">
                  <a16:creationId xmlns:a16="http://schemas.microsoft.com/office/drawing/2014/main" id="{5894EAD0-EE35-443E-B7AB-7E6BE7A558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9" y="2368"/>
              <a:ext cx="25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000" b="1" baseline="-25000">
                  <a:latin typeface="Times New Roman" panose="02020603050405020304" pitchFamily="18" charset="0"/>
                </a:rPr>
                <a:t>原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= 1   (   0.1101) = 1 . 1101 </a:t>
              </a:r>
            </a:p>
          </p:txBody>
        </p:sp>
        <p:sp>
          <p:nvSpPr>
            <p:cNvPr id="10279" name="Line 12">
              <a:extLst>
                <a:ext uri="{FF2B5EF4-FFF2-40B4-BE49-F238E27FC236}">
                  <a16:creationId xmlns:a16="http://schemas.microsoft.com/office/drawing/2014/main" id="{5A733949-1985-4EF1-A3E2-BC4946899F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2" y="2523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280" name="Line 13">
              <a:extLst>
                <a:ext uri="{FF2B5EF4-FFF2-40B4-BE49-F238E27FC236}">
                  <a16:creationId xmlns:a16="http://schemas.microsoft.com/office/drawing/2014/main" id="{2AE20E7C-A5CE-4943-A4DA-F25CE65B7A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5" y="2523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" name="Group 14">
            <a:extLst>
              <a:ext uri="{FF2B5EF4-FFF2-40B4-BE49-F238E27FC236}">
                <a16:creationId xmlns:a16="http://schemas.microsoft.com/office/drawing/2014/main" id="{020C0ACB-F49A-4AD7-B78C-BA6632BFF72D}"/>
              </a:ext>
            </a:extLst>
          </p:cNvPr>
          <p:cNvGrpSpPr>
            <a:grpSpLocks/>
          </p:cNvGrpSpPr>
          <p:nvPr/>
        </p:nvGrpSpPr>
        <p:grpSpPr bwMode="auto">
          <a:xfrm>
            <a:off x="1295400" y="762000"/>
            <a:ext cx="6248400" cy="1295400"/>
            <a:chOff x="816" y="480"/>
            <a:chExt cx="3936" cy="816"/>
          </a:xfrm>
        </p:grpSpPr>
        <p:sp>
          <p:nvSpPr>
            <p:cNvPr id="10272" name="Text Box 15">
              <a:extLst>
                <a:ext uri="{FF2B5EF4-FFF2-40B4-BE49-F238E27FC236}">
                  <a16:creationId xmlns:a16="http://schemas.microsoft.com/office/drawing/2014/main" id="{D38E1084-8D9D-44CB-915A-EE5EE581D3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9" y="480"/>
              <a:ext cx="251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 i="1">
                  <a:latin typeface="Times New Roman" panose="02020603050405020304" pitchFamily="18" charset="0"/>
                </a:rPr>
                <a:t>  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         1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＞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≥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0</a:t>
              </a:r>
            </a:p>
          </p:txBody>
        </p:sp>
        <p:grpSp>
          <p:nvGrpSpPr>
            <p:cNvPr id="10273" name="Group 16">
              <a:extLst>
                <a:ext uri="{FF2B5EF4-FFF2-40B4-BE49-F238E27FC236}">
                  <a16:creationId xmlns:a16="http://schemas.microsoft.com/office/drawing/2014/main" id="{318A57DD-054A-4C77-BAC8-C471119C98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6" y="620"/>
              <a:ext cx="3936" cy="676"/>
              <a:chOff x="816" y="620"/>
              <a:chExt cx="3936" cy="676"/>
            </a:xfrm>
          </p:grpSpPr>
          <p:sp>
            <p:nvSpPr>
              <p:cNvPr id="10274" name="Text Box 17">
                <a:extLst>
                  <a:ext uri="{FF2B5EF4-FFF2-40B4-BE49-F238E27FC236}">
                    <a16:creationId xmlns:a16="http://schemas.microsoft.com/office/drawing/2014/main" id="{8F5D4F99-7D92-485F-AD4E-AFBC075BA5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6" y="720"/>
                <a:ext cx="84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800" b="1" baseline="-25000">
                    <a:latin typeface="Times New Roman" panose="02020603050405020304" pitchFamily="18" charset="0"/>
                  </a:rPr>
                  <a:t>原</a:t>
                </a:r>
                <a:r>
                  <a:rPr kumimoji="1" lang="zh-CN" altLang="en-US" b="1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b="1">
                    <a:latin typeface="Times New Roman" panose="02020603050405020304" pitchFamily="18" charset="0"/>
                  </a:rPr>
                  <a:t>= </a:t>
                </a:r>
              </a:p>
            </p:txBody>
          </p:sp>
          <p:sp>
            <p:nvSpPr>
              <p:cNvPr id="10275" name="Text Box 18">
                <a:extLst>
                  <a:ext uri="{FF2B5EF4-FFF2-40B4-BE49-F238E27FC236}">
                    <a16:creationId xmlns:a16="http://schemas.microsoft.com/office/drawing/2014/main" id="{7FEC9DC7-FB68-437C-886C-6D5D67F528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69" y="931"/>
                <a:ext cx="2983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b="1">
                    <a:latin typeface="Times New Roman" panose="02020603050405020304" pitchFamily="18" charset="0"/>
                  </a:rPr>
                  <a:t>1 – </a:t>
                </a:r>
                <a:r>
                  <a:rPr kumimoji="1" lang="en-US" altLang="zh-CN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b="1">
                    <a:latin typeface="Times New Roman" panose="02020603050405020304" pitchFamily="18" charset="0"/>
                  </a:rPr>
                  <a:t>      0 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≥</a:t>
                </a:r>
                <a:r>
                  <a:rPr kumimoji="1" lang="en-US" altLang="zh-CN" b="1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b="1">
                    <a:latin typeface="Times New Roman" panose="02020603050405020304" pitchFamily="18" charset="0"/>
                  </a:rPr>
                  <a:t> </a:t>
                </a:r>
                <a:r>
                  <a:rPr kumimoji="1" lang="zh-CN" altLang="en-US" sz="2800" b="1">
                    <a:latin typeface="Times New Roman" panose="02020603050405020304" pitchFamily="18" charset="0"/>
                  </a:rPr>
                  <a:t>＞  </a:t>
                </a:r>
                <a:r>
                  <a:rPr kumimoji="1" lang="en-US" altLang="zh-CN" b="1">
                    <a:latin typeface="Times New Roman" panose="02020603050405020304" pitchFamily="18" charset="0"/>
                  </a:rPr>
                  <a:t>1</a:t>
                </a:r>
                <a:endParaRPr kumimoji="1" lang="en-US" altLang="zh-CN" b="1" baseline="30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276" name="AutoShape 19">
                <a:extLst>
                  <a:ext uri="{FF2B5EF4-FFF2-40B4-BE49-F238E27FC236}">
                    <a16:creationId xmlns:a16="http://schemas.microsoft.com/office/drawing/2014/main" id="{8C0CA104-7482-4B9D-91F9-DD4161E6C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620"/>
                <a:ext cx="124" cy="580"/>
              </a:xfrm>
              <a:prstGeom prst="leftBrace">
                <a:avLst>
                  <a:gd name="adj1" fmla="val 38978"/>
                  <a:gd name="adj2" fmla="val 50000"/>
                </a:avLst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  <p:sp>
            <p:nvSpPr>
              <p:cNvPr id="10277" name="Line 20">
                <a:extLst>
                  <a:ext uri="{FF2B5EF4-FFF2-40B4-BE49-F238E27FC236}">
                    <a16:creationId xmlns:a16="http://schemas.microsoft.com/office/drawing/2014/main" id="{B428D82D-1471-4612-9D50-048D2ACB2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48" y="1139"/>
                <a:ext cx="96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7" name="Group 21">
            <a:extLst>
              <a:ext uri="{FF2B5EF4-FFF2-40B4-BE49-F238E27FC236}">
                <a16:creationId xmlns:a16="http://schemas.microsoft.com/office/drawing/2014/main" id="{83E910BF-B015-46FF-917D-2C7DC31F6074}"/>
              </a:ext>
            </a:extLst>
          </p:cNvPr>
          <p:cNvGrpSpPr>
            <a:grpSpLocks/>
          </p:cNvGrpSpPr>
          <p:nvPr/>
        </p:nvGrpSpPr>
        <p:grpSpPr bwMode="auto">
          <a:xfrm>
            <a:off x="1066800" y="5638800"/>
            <a:ext cx="2185988" cy="457200"/>
            <a:chOff x="672" y="3552"/>
            <a:chExt cx="1377" cy="288"/>
          </a:xfrm>
        </p:grpSpPr>
        <p:sp>
          <p:nvSpPr>
            <p:cNvPr id="10270" name="Text Box 22">
              <a:extLst>
                <a:ext uri="{FF2B5EF4-FFF2-40B4-BE49-F238E27FC236}">
                  <a16:creationId xmlns:a16="http://schemas.microsoft.com/office/drawing/2014/main" id="{950B0818-D33E-451A-BC9F-C2154F89AA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" y="3552"/>
              <a:ext cx="137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=    0.1000000</a:t>
              </a:r>
            </a:p>
          </p:txBody>
        </p:sp>
        <p:sp>
          <p:nvSpPr>
            <p:cNvPr id="10271" name="Line 23">
              <a:extLst>
                <a:ext uri="{FF2B5EF4-FFF2-40B4-BE49-F238E27FC236}">
                  <a16:creationId xmlns:a16="http://schemas.microsoft.com/office/drawing/2014/main" id="{0D45382E-2C99-4EEC-8E4B-04E479FD57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6" y="3702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8" name="Group 24">
            <a:extLst>
              <a:ext uri="{FF2B5EF4-FFF2-40B4-BE49-F238E27FC236}">
                <a16:creationId xmlns:a16="http://schemas.microsoft.com/office/drawing/2014/main" id="{DDF49F89-6ECE-4A06-BD1E-A31317A6D1AC}"/>
              </a:ext>
            </a:extLst>
          </p:cNvPr>
          <p:cNvGrpSpPr>
            <a:grpSpLocks/>
          </p:cNvGrpSpPr>
          <p:nvPr/>
        </p:nvGrpSpPr>
        <p:grpSpPr bwMode="auto">
          <a:xfrm>
            <a:off x="3665538" y="5638800"/>
            <a:ext cx="4886325" cy="457200"/>
            <a:chOff x="2309" y="3552"/>
            <a:chExt cx="3078" cy="288"/>
          </a:xfrm>
        </p:grpSpPr>
        <p:sp>
          <p:nvSpPr>
            <p:cNvPr id="10267" name="Text Box 25">
              <a:extLst>
                <a:ext uri="{FF2B5EF4-FFF2-40B4-BE49-F238E27FC236}">
                  <a16:creationId xmlns:a16="http://schemas.microsoft.com/office/drawing/2014/main" id="{65CB0BD1-2D2E-45DB-9FFE-687BFD388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9" y="3552"/>
              <a:ext cx="307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000" b="1" baseline="-25000">
                  <a:latin typeface="Times New Roman" panose="02020603050405020304" pitchFamily="18" charset="0"/>
                </a:rPr>
                <a:t>原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= 1   (   0.1000000) = 1 . 1000000</a:t>
              </a:r>
            </a:p>
          </p:txBody>
        </p:sp>
        <p:sp>
          <p:nvSpPr>
            <p:cNvPr id="10268" name="Line 26">
              <a:extLst>
                <a:ext uri="{FF2B5EF4-FFF2-40B4-BE49-F238E27FC236}">
                  <a16:creationId xmlns:a16="http://schemas.microsoft.com/office/drawing/2014/main" id="{389F726D-CA7C-4BA7-B28E-5BCC9CE9DC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2" y="3706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269" name="Line 27">
              <a:extLst>
                <a:ext uri="{FF2B5EF4-FFF2-40B4-BE49-F238E27FC236}">
                  <a16:creationId xmlns:a16="http://schemas.microsoft.com/office/drawing/2014/main" id="{A97D783C-0BAC-49AD-BC53-4985D362C9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706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7196" name="Text Box 28">
            <a:extLst>
              <a:ext uri="{FF2B5EF4-FFF2-40B4-BE49-F238E27FC236}">
                <a16:creationId xmlns:a16="http://schemas.microsoft.com/office/drawing/2014/main" id="{AEA0990A-B321-443E-AA24-282E2C885B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4699000"/>
            <a:ext cx="21939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=</a:t>
            </a:r>
            <a:r>
              <a:rPr kumimoji="1" lang="en-US" altLang="zh-CN" sz="1000" b="1">
                <a:latin typeface="Times New Roman" panose="02020603050405020304" pitchFamily="18" charset="0"/>
              </a:rPr>
              <a:t> 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+ 0.1000000</a:t>
            </a:r>
          </a:p>
        </p:txBody>
      </p:sp>
      <p:sp>
        <p:nvSpPr>
          <p:cNvPr id="7197" name="Text Box 29">
            <a:extLst>
              <a:ext uri="{FF2B5EF4-FFF2-40B4-BE49-F238E27FC236}">
                <a16:creationId xmlns:a16="http://schemas.microsoft.com/office/drawing/2014/main" id="{B5E7E9D3-4172-4090-8A7D-42706CF109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5538" y="4699000"/>
            <a:ext cx="24526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原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0 . 1000000</a:t>
            </a:r>
          </a:p>
        </p:txBody>
      </p:sp>
      <p:sp>
        <p:nvSpPr>
          <p:cNvPr id="7198" name="Text Box 30">
            <a:extLst>
              <a:ext uri="{FF2B5EF4-FFF2-40B4-BE49-F238E27FC236}">
                <a16:creationId xmlns:a16="http://schemas.microsoft.com/office/drawing/2014/main" id="{AF85DCDC-84B8-448C-9894-D08BCA8BB8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4608513"/>
            <a:ext cx="2819400" cy="860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5000"/>
              </a:lnSpc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用 </a:t>
            </a: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小数点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将符号</a:t>
            </a:r>
          </a:p>
          <a:p>
            <a:pPr eaLnBrk="1" hangingPunct="1">
              <a:lnSpc>
                <a:spcPct val="105000"/>
              </a:lnSpc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位和数值部分隔开</a:t>
            </a:r>
          </a:p>
        </p:txBody>
      </p:sp>
      <p:sp>
        <p:nvSpPr>
          <p:cNvPr id="7199" name="Freeform 31">
            <a:extLst>
              <a:ext uri="{FF2B5EF4-FFF2-40B4-BE49-F238E27FC236}">
                <a16:creationId xmlns:a16="http://schemas.microsoft.com/office/drawing/2014/main" id="{7D5EE838-C57E-4545-AF85-37C75FBA7D9C}"/>
              </a:ext>
            </a:extLst>
          </p:cNvPr>
          <p:cNvSpPr>
            <a:spLocks/>
          </p:cNvSpPr>
          <p:nvPr/>
        </p:nvSpPr>
        <p:spPr bwMode="auto">
          <a:xfrm>
            <a:off x="4849813" y="5062538"/>
            <a:ext cx="1524000" cy="228600"/>
          </a:xfrm>
          <a:custGeom>
            <a:avLst/>
            <a:gdLst>
              <a:gd name="T0" fmla="*/ 2147483646 w 960"/>
              <a:gd name="T1" fmla="*/ 544353750 h 96"/>
              <a:gd name="T2" fmla="*/ 0 w 960"/>
              <a:gd name="T3" fmla="*/ 544353750 h 96"/>
              <a:gd name="T4" fmla="*/ 0 w 960"/>
              <a:gd name="T5" fmla="*/ 0 h 96"/>
              <a:gd name="T6" fmla="*/ 0 60000 65536"/>
              <a:gd name="T7" fmla="*/ 0 60000 65536"/>
              <a:gd name="T8" fmla="*/ 0 60000 65536"/>
              <a:gd name="T9" fmla="*/ 0 w 960"/>
              <a:gd name="T10" fmla="*/ 0 h 96"/>
              <a:gd name="T11" fmla="*/ 960 w 960"/>
              <a:gd name="T12" fmla="*/ 96 h 9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60" h="96">
                <a:moveTo>
                  <a:pt x="960" y="96"/>
                </a:moveTo>
                <a:lnTo>
                  <a:pt x="0" y="96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200" name="Text Box 32">
            <a:extLst>
              <a:ext uri="{FF2B5EF4-FFF2-40B4-BE49-F238E27FC236}">
                <a16:creationId xmlns:a16="http://schemas.microsoft.com/office/drawing/2014/main" id="{1FA2DACC-E452-46F6-846E-F3D725F03C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34138" y="2779713"/>
            <a:ext cx="2709862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用 </a:t>
            </a: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小数点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将符号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位和数值部分隔开</a:t>
            </a:r>
          </a:p>
        </p:txBody>
      </p:sp>
      <p:sp>
        <p:nvSpPr>
          <p:cNvPr id="7201" name="Freeform 33">
            <a:extLst>
              <a:ext uri="{FF2B5EF4-FFF2-40B4-BE49-F238E27FC236}">
                <a16:creationId xmlns:a16="http://schemas.microsoft.com/office/drawing/2014/main" id="{614B635A-C237-49F0-A66B-38FE2AC36869}"/>
              </a:ext>
            </a:extLst>
          </p:cNvPr>
          <p:cNvSpPr>
            <a:spLocks/>
          </p:cNvSpPr>
          <p:nvPr/>
        </p:nvSpPr>
        <p:spPr bwMode="auto">
          <a:xfrm>
            <a:off x="4832350" y="3200400"/>
            <a:ext cx="1600200" cy="228600"/>
          </a:xfrm>
          <a:custGeom>
            <a:avLst/>
            <a:gdLst>
              <a:gd name="T0" fmla="*/ 2147483646 w 1008"/>
              <a:gd name="T1" fmla="*/ 362902500 h 144"/>
              <a:gd name="T2" fmla="*/ 0 w 1008"/>
              <a:gd name="T3" fmla="*/ 362902500 h 144"/>
              <a:gd name="T4" fmla="*/ 0 w 1008"/>
              <a:gd name="T5" fmla="*/ 0 h 144"/>
              <a:gd name="T6" fmla="*/ 0 60000 65536"/>
              <a:gd name="T7" fmla="*/ 0 60000 65536"/>
              <a:gd name="T8" fmla="*/ 0 60000 65536"/>
              <a:gd name="T9" fmla="*/ 0 w 1008"/>
              <a:gd name="T10" fmla="*/ 0 h 144"/>
              <a:gd name="T11" fmla="*/ 1008 w 1008"/>
              <a:gd name="T12" fmla="*/ 144 h 14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8" h="144">
                <a:moveTo>
                  <a:pt x="1008" y="144"/>
                </a:moveTo>
                <a:lnTo>
                  <a:pt x="0" y="144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202" name="Freeform 34">
            <a:extLst>
              <a:ext uri="{FF2B5EF4-FFF2-40B4-BE49-F238E27FC236}">
                <a16:creationId xmlns:a16="http://schemas.microsoft.com/office/drawing/2014/main" id="{B811ECDC-47E0-4F22-9B3B-B5CC879E1D63}"/>
              </a:ext>
            </a:extLst>
          </p:cNvPr>
          <p:cNvSpPr>
            <a:spLocks/>
          </p:cNvSpPr>
          <p:nvPr/>
        </p:nvSpPr>
        <p:spPr bwMode="auto">
          <a:xfrm>
            <a:off x="6823075" y="3657600"/>
            <a:ext cx="1295400" cy="838200"/>
          </a:xfrm>
          <a:custGeom>
            <a:avLst/>
            <a:gdLst>
              <a:gd name="T0" fmla="*/ 2056447500 w 816"/>
              <a:gd name="T1" fmla="*/ 0 h 528"/>
              <a:gd name="T2" fmla="*/ 2056447500 w 816"/>
              <a:gd name="T3" fmla="*/ 1330642500 h 528"/>
              <a:gd name="T4" fmla="*/ 0 w 816"/>
              <a:gd name="T5" fmla="*/ 1330642500 h 528"/>
              <a:gd name="T6" fmla="*/ 0 w 816"/>
              <a:gd name="T7" fmla="*/ 846772500 h 528"/>
              <a:gd name="T8" fmla="*/ 0 60000 65536"/>
              <a:gd name="T9" fmla="*/ 0 60000 65536"/>
              <a:gd name="T10" fmla="*/ 0 60000 65536"/>
              <a:gd name="T11" fmla="*/ 0 60000 65536"/>
              <a:gd name="T12" fmla="*/ 0 w 816"/>
              <a:gd name="T13" fmla="*/ 0 h 528"/>
              <a:gd name="T14" fmla="*/ 816 w 816"/>
              <a:gd name="T15" fmla="*/ 528 h 52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16" h="528">
                <a:moveTo>
                  <a:pt x="816" y="0"/>
                </a:moveTo>
                <a:lnTo>
                  <a:pt x="816" y="528"/>
                </a:lnTo>
                <a:lnTo>
                  <a:pt x="0" y="528"/>
                </a:lnTo>
                <a:lnTo>
                  <a:pt x="0" y="336"/>
                </a:lnTo>
              </a:path>
            </a:pathLst>
          </a:cu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1" name="Group 35">
            <a:extLst>
              <a:ext uri="{FF2B5EF4-FFF2-40B4-BE49-F238E27FC236}">
                <a16:creationId xmlns:a16="http://schemas.microsoft.com/office/drawing/2014/main" id="{5C1E6A39-17FB-438A-A312-A3F145128C59}"/>
              </a:ext>
            </a:extLst>
          </p:cNvPr>
          <p:cNvGrpSpPr>
            <a:grpSpLocks/>
          </p:cNvGrpSpPr>
          <p:nvPr/>
        </p:nvGrpSpPr>
        <p:grpSpPr bwMode="auto">
          <a:xfrm>
            <a:off x="1709738" y="2667000"/>
            <a:ext cx="5376862" cy="3048000"/>
            <a:chOff x="1077" y="1680"/>
            <a:chExt cx="3387" cy="1920"/>
          </a:xfrm>
        </p:grpSpPr>
        <p:sp>
          <p:nvSpPr>
            <p:cNvPr id="10263" name="Freeform 36">
              <a:extLst>
                <a:ext uri="{FF2B5EF4-FFF2-40B4-BE49-F238E27FC236}">
                  <a16:creationId xmlns:a16="http://schemas.microsoft.com/office/drawing/2014/main" id="{81818F84-88DC-4401-ACDF-0B13EB650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680"/>
              <a:ext cx="1842" cy="159"/>
            </a:xfrm>
            <a:custGeom>
              <a:avLst/>
              <a:gdLst>
                <a:gd name="T0" fmla="*/ 0 w 1842"/>
                <a:gd name="T1" fmla="*/ 159 h 159"/>
                <a:gd name="T2" fmla="*/ 0 w 1842"/>
                <a:gd name="T3" fmla="*/ 0 h 159"/>
                <a:gd name="T4" fmla="*/ 1842 w 1842"/>
                <a:gd name="T5" fmla="*/ 0 h 159"/>
                <a:gd name="T6" fmla="*/ 1842 w 1842"/>
                <a:gd name="T7" fmla="*/ 144 h 15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42"/>
                <a:gd name="T13" fmla="*/ 0 h 159"/>
                <a:gd name="T14" fmla="*/ 1842 w 1842"/>
                <a:gd name="T15" fmla="*/ 159 h 15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42" h="159">
                  <a:moveTo>
                    <a:pt x="0" y="159"/>
                  </a:moveTo>
                  <a:lnTo>
                    <a:pt x="0" y="0"/>
                  </a:lnTo>
                  <a:lnTo>
                    <a:pt x="1842" y="0"/>
                  </a:lnTo>
                  <a:lnTo>
                    <a:pt x="1842" y="144"/>
                  </a:lnTo>
                </a:path>
              </a:pathLst>
            </a:custGeom>
            <a:noFill/>
            <a:ln w="28575">
              <a:solidFill>
                <a:schemeClr val="folHlink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264" name="Freeform 37">
              <a:extLst>
                <a:ext uri="{FF2B5EF4-FFF2-40B4-BE49-F238E27FC236}">
                  <a16:creationId xmlns:a16="http://schemas.microsoft.com/office/drawing/2014/main" id="{213A9F04-2F97-436A-8347-6A41D4948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304"/>
              <a:ext cx="3084" cy="147"/>
            </a:xfrm>
            <a:custGeom>
              <a:avLst/>
              <a:gdLst>
                <a:gd name="T0" fmla="*/ 0 w 3084"/>
                <a:gd name="T1" fmla="*/ 147 h 147"/>
                <a:gd name="T2" fmla="*/ 0 w 3084"/>
                <a:gd name="T3" fmla="*/ 0 h 147"/>
                <a:gd name="T4" fmla="*/ 3084 w 3084"/>
                <a:gd name="T5" fmla="*/ 0 h 147"/>
                <a:gd name="T6" fmla="*/ 3084 w 3084"/>
                <a:gd name="T7" fmla="*/ 108 h 14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084"/>
                <a:gd name="T13" fmla="*/ 0 h 147"/>
                <a:gd name="T14" fmla="*/ 3084 w 3084"/>
                <a:gd name="T15" fmla="*/ 147 h 14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084" h="147">
                  <a:moveTo>
                    <a:pt x="0" y="147"/>
                  </a:moveTo>
                  <a:lnTo>
                    <a:pt x="0" y="0"/>
                  </a:lnTo>
                  <a:lnTo>
                    <a:pt x="3084" y="0"/>
                  </a:lnTo>
                  <a:lnTo>
                    <a:pt x="3084" y="108"/>
                  </a:lnTo>
                </a:path>
              </a:pathLst>
            </a:custGeom>
            <a:noFill/>
            <a:ln w="28575">
              <a:solidFill>
                <a:schemeClr val="folHlink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265" name="Freeform 38">
              <a:extLst>
                <a:ext uri="{FF2B5EF4-FFF2-40B4-BE49-F238E27FC236}">
                  <a16:creationId xmlns:a16="http://schemas.microsoft.com/office/drawing/2014/main" id="{7792D825-38FD-48CC-8745-DDCCA8485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835"/>
              <a:ext cx="1854" cy="195"/>
            </a:xfrm>
            <a:custGeom>
              <a:avLst/>
              <a:gdLst>
                <a:gd name="T0" fmla="*/ 0 w 1854"/>
                <a:gd name="T1" fmla="*/ 195 h 195"/>
                <a:gd name="T2" fmla="*/ 3 w 1854"/>
                <a:gd name="T3" fmla="*/ 0 h 195"/>
                <a:gd name="T4" fmla="*/ 1854 w 1854"/>
                <a:gd name="T5" fmla="*/ 0 h 195"/>
                <a:gd name="T6" fmla="*/ 1851 w 1854"/>
                <a:gd name="T7" fmla="*/ 141 h 19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54"/>
                <a:gd name="T13" fmla="*/ 0 h 195"/>
                <a:gd name="T14" fmla="*/ 1854 w 1854"/>
                <a:gd name="T15" fmla="*/ 195 h 19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54" h="195">
                  <a:moveTo>
                    <a:pt x="0" y="195"/>
                  </a:moveTo>
                  <a:lnTo>
                    <a:pt x="3" y="0"/>
                  </a:lnTo>
                  <a:lnTo>
                    <a:pt x="1854" y="0"/>
                  </a:lnTo>
                  <a:lnTo>
                    <a:pt x="1851" y="141"/>
                  </a:lnTo>
                </a:path>
              </a:pathLst>
            </a:custGeom>
            <a:noFill/>
            <a:ln w="28575">
              <a:solidFill>
                <a:schemeClr val="folHlink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266" name="Freeform 39">
              <a:extLst>
                <a:ext uri="{FF2B5EF4-FFF2-40B4-BE49-F238E27FC236}">
                  <a16:creationId xmlns:a16="http://schemas.microsoft.com/office/drawing/2014/main" id="{D593EE39-35BB-475A-A68D-1551D535E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3456"/>
              <a:ext cx="3360" cy="144"/>
            </a:xfrm>
            <a:custGeom>
              <a:avLst/>
              <a:gdLst>
                <a:gd name="T0" fmla="*/ 0 w 1872"/>
                <a:gd name="T1" fmla="*/ 108 h 192"/>
                <a:gd name="T2" fmla="*/ 0 w 1872"/>
                <a:gd name="T3" fmla="*/ 0 h 192"/>
                <a:gd name="T4" fmla="*/ 6031 w 1872"/>
                <a:gd name="T5" fmla="*/ 0 h 192"/>
                <a:gd name="T6" fmla="*/ 6031 w 1872"/>
                <a:gd name="T7" fmla="*/ 81 h 19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72"/>
                <a:gd name="T13" fmla="*/ 0 h 192"/>
                <a:gd name="T14" fmla="*/ 1872 w 1872"/>
                <a:gd name="T15" fmla="*/ 192 h 19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72" h="192">
                  <a:moveTo>
                    <a:pt x="0" y="192"/>
                  </a:moveTo>
                  <a:lnTo>
                    <a:pt x="0" y="0"/>
                  </a:lnTo>
                  <a:lnTo>
                    <a:pt x="1872" y="0"/>
                  </a:lnTo>
                  <a:lnTo>
                    <a:pt x="1872" y="144"/>
                  </a:lnTo>
                </a:path>
              </a:pathLst>
            </a:custGeom>
            <a:noFill/>
            <a:ln w="28575">
              <a:solidFill>
                <a:schemeClr val="folHlink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7209" name="Freeform 41">
            <a:extLst>
              <a:ext uri="{FF2B5EF4-FFF2-40B4-BE49-F238E27FC236}">
                <a16:creationId xmlns:a16="http://schemas.microsoft.com/office/drawing/2014/main" id="{29A5C69F-C806-425D-B6BA-8854B7E57A96}"/>
              </a:ext>
            </a:extLst>
          </p:cNvPr>
          <p:cNvSpPr>
            <a:spLocks/>
          </p:cNvSpPr>
          <p:nvPr/>
        </p:nvSpPr>
        <p:spPr bwMode="auto">
          <a:xfrm>
            <a:off x="7278688" y="5056188"/>
            <a:ext cx="1714500" cy="1282700"/>
          </a:xfrm>
          <a:custGeom>
            <a:avLst/>
            <a:gdLst>
              <a:gd name="T0" fmla="*/ 0 w 998"/>
              <a:gd name="T1" fmla="*/ 1565236263 h 817"/>
              <a:gd name="T2" fmla="*/ 0 w 998"/>
              <a:gd name="T3" fmla="*/ 2013854700 h 817"/>
              <a:gd name="T4" fmla="*/ 2147483646 w 998"/>
              <a:gd name="T5" fmla="*/ 2013854700 h 817"/>
              <a:gd name="T6" fmla="*/ 2147483646 w 998"/>
              <a:gd name="T7" fmla="*/ 0 h 817"/>
              <a:gd name="T8" fmla="*/ 2147483646 w 998"/>
              <a:gd name="T9" fmla="*/ 0 h 81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8"/>
              <a:gd name="T16" fmla="*/ 0 h 817"/>
              <a:gd name="T17" fmla="*/ 998 w 998"/>
              <a:gd name="T18" fmla="*/ 817 h 81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8" h="817">
                <a:moveTo>
                  <a:pt x="0" y="635"/>
                </a:moveTo>
                <a:lnTo>
                  <a:pt x="0" y="817"/>
                </a:lnTo>
                <a:lnTo>
                  <a:pt x="998" y="817"/>
                </a:lnTo>
                <a:lnTo>
                  <a:pt x="998" y="0"/>
                </a:lnTo>
                <a:lnTo>
                  <a:pt x="907" y="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 type="stealth" w="med" len="med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43" name="矩形 42">
            <a:extLst>
              <a:ext uri="{FF2B5EF4-FFF2-40B4-BE49-F238E27FC236}">
                <a16:creationId xmlns:a16="http://schemas.microsoft.com/office/drawing/2014/main" id="{61EFFF68-AC6F-4BE9-B6A9-5459065F15FB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4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6" dur="500"/>
                                        <p:tgtEl>
                                          <p:spTgt spid="7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1" dur="500"/>
                                        <p:tgtEl>
                                          <p:spTgt spid="7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7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7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7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8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0" dur="500"/>
                                        <p:tgtEl>
                                          <p:spTgt spid="7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85" dur="500"/>
                                        <p:tgtEl>
                                          <p:spTgt spid="7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71" grpId="0" autoUpdateAnimBg="0"/>
      <p:bldP spid="7172" grpId="0" autoUpdateAnimBg="0"/>
      <p:bldP spid="7173" grpId="0" autoUpdateAnimBg="0"/>
      <p:bldP spid="7174" grpId="0" autoUpdateAnimBg="0"/>
      <p:bldP spid="7196" grpId="0" autoUpdateAnimBg="0"/>
      <p:bldP spid="7197" grpId="0" autoUpdateAnimBg="0"/>
      <p:bldP spid="7198" grpId="0"/>
      <p:bldP spid="7200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Text Box 2">
            <a:extLst>
              <a:ext uri="{FF2B5EF4-FFF2-40B4-BE49-F238E27FC236}">
                <a16:creationId xmlns:a16="http://schemas.microsoft.com/office/drawing/2014/main" id="{A25BBB3F-9052-4E1A-85A9-3A6F2E36BB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304800"/>
            <a:ext cx="3657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(2)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举例</a:t>
            </a:r>
          </a:p>
        </p:txBody>
      </p:sp>
      <p:sp>
        <p:nvSpPr>
          <p:cNvPr id="8195" name="Text Box 3">
            <a:extLst>
              <a:ext uri="{FF2B5EF4-FFF2-40B4-BE49-F238E27FC236}">
                <a16:creationId xmlns:a16="http://schemas.microsoft.com/office/drawing/2014/main" id="{ADFBB6DA-C671-4412-A38A-9A50F74207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6143" y="1173163"/>
            <a:ext cx="635443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 dirty="0">
                <a:latin typeface="Times New Roman" panose="02020603050405020304" pitchFamily="18" charset="0"/>
              </a:rPr>
              <a:t>例</a:t>
            </a:r>
            <a:r>
              <a:rPr kumimoji="1" lang="en-US" altLang="zh-CN" b="1" dirty="0">
                <a:latin typeface="Times New Roman" panose="02020603050405020304" pitchFamily="18" charset="0"/>
              </a:rPr>
              <a:t>2.1-1   </a:t>
            </a:r>
            <a:r>
              <a:rPr kumimoji="1" lang="zh-CN" altLang="en-US" b="1" dirty="0">
                <a:latin typeface="Times New Roman" panose="02020603050405020304" pitchFamily="18" charset="0"/>
              </a:rPr>
              <a:t>已知 </a:t>
            </a:r>
            <a:r>
              <a:rPr kumimoji="1" lang="en-US" altLang="zh-CN" b="1" dirty="0">
                <a:latin typeface="Times New Roman" panose="02020603050405020304" pitchFamily="18" charset="0"/>
              </a:rPr>
              <a:t>[</a:t>
            </a:r>
            <a:r>
              <a:rPr kumimoji="1" lang="en-US" altLang="zh-CN" b="1" i="1" dirty="0">
                <a:latin typeface="Times New Roman" panose="02020603050405020304" pitchFamily="18" charset="0"/>
              </a:rPr>
              <a:t>x</a:t>
            </a:r>
            <a:r>
              <a:rPr kumimoji="1" lang="en-US" altLang="zh-CN" b="1" dirty="0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 dirty="0">
                <a:latin typeface="Times New Roman" panose="02020603050405020304" pitchFamily="18" charset="0"/>
              </a:rPr>
              <a:t>原</a:t>
            </a:r>
            <a:r>
              <a:rPr kumimoji="1" lang="zh-CN" altLang="en-US" b="1" dirty="0">
                <a:latin typeface="Times New Roman" panose="02020603050405020304" pitchFamily="18" charset="0"/>
              </a:rPr>
              <a:t> </a:t>
            </a:r>
            <a:r>
              <a:rPr kumimoji="1" lang="en-US" altLang="zh-CN" b="1" dirty="0">
                <a:latin typeface="Times New Roman" panose="02020603050405020304" pitchFamily="18" charset="0"/>
              </a:rPr>
              <a:t>= 1.0011     </a:t>
            </a:r>
            <a:r>
              <a:rPr kumimoji="1" lang="zh-CN" altLang="en-US" b="1" dirty="0">
                <a:latin typeface="Times New Roman" panose="02020603050405020304" pitchFamily="18" charset="0"/>
              </a:rPr>
              <a:t>求  </a:t>
            </a:r>
            <a:r>
              <a:rPr kumimoji="1" lang="en-US" altLang="zh-CN" b="1" i="1" dirty="0">
                <a:latin typeface="Times New Roman" panose="02020603050405020304" pitchFamily="18" charset="0"/>
              </a:rPr>
              <a:t>x</a:t>
            </a:r>
          </a:p>
        </p:txBody>
      </p:sp>
      <p:sp>
        <p:nvSpPr>
          <p:cNvPr id="8196" name="Text Box 4">
            <a:extLst>
              <a:ext uri="{FF2B5EF4-FFF2-40B4-BE49-F238E27FC236}">
                <a16:creationId xmlns:a16="http://schemas.microsoft.com/office/drawing/2014/main" id="{93AEA7DB-FF77-4C7B-85C8-2C40EF97C6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3975" y="1957388"/>
            <a:ext cx="7254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解</a:t>
            </a:r>
            <a:r>
              <a:rPr kumimoji="1" lang="en-US" altLang="zh-CN" b="1">
                <a:latin typeface="Times New Roman" panose="02020603050405020304" pitchFamily="18" charset="0"/>
              </a:rPr>
              <a:t>:</a:t>
            </a:r>
          </a:p>
        </p:txBody>
      </p:sp>
      <p:sp>
        <p:nvSpPr>
          <p:cNvPr id="8197" name="Text Box 5">
            <a:extLst>
              <a:ext uri="{FF2B5EF4-FFF2-40B4-BE49-F238E27FC236}">
                <a16:creationId xmlns:a16="http://schemas.microsoft.com/office/drawing/2014/main" id="{97ACD071-FA36-47BD-9C1C-6C7EBF8A4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477" y="3977211"/>
            <a:ext cx="628390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 dirty="0">
                <a:latin typeface="Times New Roman" panose="02020603050405020304" pitchFamily="18" charset="0"/>
              </a:rPr>
              <a:t>例</a:t>
            </a:r>
            <a:r>
              <a:rPr kumimoji="1" lang="en-US" altLang="zh-CN" b="1" dirty="0">
                <a:latin typeface="Times New Roman" panose="02020603050405020304" pitchFamily="18" charset="0"/>
              </a:rPr>
              <a:t>2.1-2   </a:t>
            </a:r>
            <a:r>
              <a:rPr kumimoji="1" lang="zh-CN" altLang="en-US" b="1" dirty="0">
                <a:latin typeface="Times New Roman" panose="02020603050405020304" pitchFamily="18" charset="0"/>
              </a:rPr>
              <a:t>已知 </a:t>
            </a:r>
            <a:r>
              <a:rPr kumimoji="1" lang="en-US" altLang="zh-CN" b="1" dirty="0">
                <a:latin typeface="Times New Roman" panose="02020603050405020304" pitchFamily="18" charset="0"/>
              </a:rPr>
              <a:t>[</a:t>
            </a:r>
            <a:r>
              <a:rPr kumimoji="1" lang="en-US" altLang="zh-CN" b="1" i="1" dirty="0">
                <a:latin typeface="Times New Roman" panose="02020603050405020304" pitchFamily="18" charset="0"/>
              </a:rPr>
              <a:t>x</a:t>
            </a:r>
            <a:r>
              <a:rPr kumimoji="1" lang="en-US" altLang="zh-CN" b="1" dirty="0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 dirty="0">
                <a:latin typeface="Times New Roman" panose="02020603050405020304" pitchFamily="18" charset="0"/>
              </a:rPr>
              <a:t>原</a:t>
            </a:r>
            <a:r>
              <a:rPr kumimoji="1" lang="zh-CN" altLang="en-US" b="1" dirty="0">
                <a:latin typeface="Times New Roman" panose="02020603050405020304" pitchFamily="18" charset="0"/>
              </a:rPr>
              <a:t> </a:t>
            </a:r>
            <a:r>
              <a:rPr kumimoji="1" lang="en-US" altLang="zh-CN" b="1" dirty="0">
                <a:latin typeface="Times New Roman" panose="02020603050405020304" pitchFamily="18" charset="0"/>
              </a:rPr>
              <a:t>= 1,1100     </a:t>
            </a:r>
            <a:r>
              <a:rPr kumimoji="1" lang="zh-CN" altLang="en-US" b="1" dirty="0">
                <a:latin typeface="Times New Roman" panose="02020603050405020304" pitchFamily="18" charset="0"/>
              </a:rPr>
              <a:t>求  </a:t>
            </a:r>
            <a:r>
              <a:rPr kumimoji="1" lang="en-US" altLang="zh-CN" b="1" i="1" dirty="0">
                <a:latin typeface="Times New Roman" panose="02020603050405020304" pitchFamily="18" charset="0"/>
              </a:rPr>
              <a:t>x</a:t>
            </a:r>
          </a:p>
        </p:txBody>
      </p:sp>
      <p:sp>
        <p:nvSpPr>
          <p:cNvPr id="8198" name="Text Box 6">
            <a:extLst>
              <a:ext uri="{FF2B5EF4-FFF2-40B4-BE49-F238E27FC236}">
                <a16:creationId xmlns:a16="http://schemas.microsoft.com/office/drawing/2014/main" id="{97B4FE17-40F5-46BD-9AB6-ED2071BF50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1600" y="4772025"/>
            <a:ext cx="7254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解</a:t>
            </a:r>
            <a:r>
              <a:rPr kumimoji="1" lang="en-US" altLang="zh-CN" b="1">
                <a:latin typeface="Times New Roman" panose="02020603050405020304" pitchFamily="18" charset="0"/>
              </a:rPr>
              <a:t>:</a:t>
            </a:r>
          </a:p>
        </p:txBody>
      </p:sp>
      <p:grpSp>
        <p:nvGrpSpPr>
          <p:cNvPr id="2" name="Group 7">
            <a:extLst>
              <a:ext uri="{FF2B5EF4-FFF2-40B4-BE49-F238E27FC236}">
                <a16:creationId xmlns:a16="http://schemas.microsoft.com/office/drawing/2014/main" id="{A2AF21FB-83F0-4580-A842-006CF843DE0D}"/>
              </a:ext>
            </a:extLst>
          </p:cNvPr>
          <p:cNvGrpSpPr>
            <a:grpSpLocks/>
          </p:cNvGrpSpPr>
          <p:nvPr/>
        </p:nvGrpSpPr>
        <p:grpSpPr bwMode="auto">
          <a:xfrm>
            <a:off x="2040215" y="2556737"/>
            <a:ext cx="5702300" cy="701675"/>
            <a:chOff x="1403" y="1680"/>
            <a:chExt cx="3592" cy="442"/>
          </a:xfrm>
        </p:grpSpPr>
        <p:sp>
          <p:nvSpPr>
            <p:cNvPr id="11293" name="Text Box 8">
              <a:extLst>
                <a:ext uri="{FF2B5EF4-FFF2-40B4-BE49-F238E27FC236}">
                  <a16:creationId xmlns:a16="http://schemas.microsoft.com/office/drawing/2014/main" id="{61DFA194-8EE4-458B-BFE3-3702DCC5A0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3" y="1680"/>
              <a:ext cx="3592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 i="1">
                  <a:latin typeface="Times New Roman" panose="02020603050405020304" pitchFamily="18" charset="0"/>
                </a:rPr>
                <a:t>x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= 1</a:t>
              </a:r>
              <a:r>
                <a:rPr kumimoji="1" lang="en-US" altLang="zh-CN" sz="4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1400" b="1">
                  <a:latin typeface="Times New Roman" panose="02020603050405020304" pitchFamily="18" charset="0"/>
                </a:rPr>
                <a:t> 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800" b="1" baseline="-25000">
                  <a:latin typeface="Times New Roman" panose="02020603050405020304" pitchFamily="18" charset="0"/>
                </a:rPr>
                <a:t>原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= 1  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1.0011 =   0.0011</a:t>
              </a:r>
            </a:p>
          </p:txBody>
        </p:sp>
        <p:sp>
          <p:nvSpPr>
            <p:cNvPr id="11294" name="Line 9">
              <a:extLst>
                <a:ext uri="{FF2B5EF4-FFF2-40B4-BE49-F238E27FC236}">
                  <a16:creationId xmlns:a16="http://schemas.microsoft.com/office/drawing/2014/main" id="{4F5F8B61-0FCF-4AC9-8E49-D2E64BD341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9" y="1942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295" name="Line 10">
              <a:extLst>
                <a:ext uri="{FF2B5EF4-FFF2-40B4-BE49-F238E27FC236}">
                  <a16:creationId xmlns:a16="http://schemas.microsoft.com/office/drawing/2014/main" id="{64205358-50E2-46C6-9BC4-37700DABF1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6" y="1942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296" name="Line 11">
              <a:extLst>
                <a:ext uri="{FF2B5EF4-FFF2-40B4-BE49-F238E27FC236}">
                  <a16:creationId xmlns:a16="http://schemas.microsoft.com/office/drawing/2014/main" id="{FA3E876E-A66B-4A95-9926-586EFE4C3D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5" y="1942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" name="Group 12">
            <a:extLst>
              <a:ext uri="{FF2B5EF4-FFF2-40B4-BE49-F238E27FC236}">
                <a16:creationId xmlns:a16="http://schemas.microsoft.com/office/drawing/2014/main" id="{0A54CF24-B504-432F-85AC-6F2F8F8F4BB6}"/>
              </a:ext>
            </a:extLst>
          </p:cNvPr>
          <p:cNvGrpSpPr>
            <a:grpSpLocks/>
          </p:cNvGrpSpPr>
          <p:nvPr/>
        </p:nvGrpSpPr>
        <p:grpSpPr bwMode="auto">
          <a:xfrm>
            <a:off x="2233613" y="5486400"/>
            <a:ext cx="6910387" cy="701675"/>
            <a:chOff x="1407" y="3456"/>
            <a:chExt cx="4353" cy="442"/>
          </a:xfrm>
        </p:grpSpPr>
        <p:sp>
          <p:nvSpPr>
            <p:cNvPr id="11289" name="Text Box 13">
              <a:extLst>
                <a:ext uri="{FF2B5EF4-FFF2-40B4-BE49-F238E27FC236}">
                  <a16:creationId xmlns:a16="http://schemas.microsoft.com/office/drawing/2014/main" id="{7D889781-3B5B-4D6B-B3FF-86C0DE8C5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7" y="3456"/>
              <a:ext cx="4353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= 2</a:t>
              </a:r>
              <a:r>
                <a:rPr kumimoji="1" lang="en-US" altLang="zh-CN" b="1" baseline="30000">
                  <a:latin typeface="Times New Roman" panose="02020603050405020304" pitchFamily="18" charset="0"/>
                </a:rPr>
                <a:t>4</a:t>
              </a:r>
              <a:r>
                <a:rPr kumimoji="1" lang="en-US" altLang="zh-CN" sz="4000" b="1">
                  <a:latin typeface="Times New Roman" panose="02020603050405020304" pitchFamily="18" charset="0"/>
                </a:rPr>
                <a:t> 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800" b="1" baseline="-25000">
                  <a:latin typeface="Times New Roman" panose="02020603050405020304" pitchFamily="18" charset="0"/>
                </a:rPr>
                <a:t>原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= 10000   1,1100 =   1100</a:t>
              </a:r>
            </a:p>
          </p:txBody>
        </p:sp>
        <p:sp>
          <p:nvSpPr>
            <p:cNvPr id="11290" name="Line 14">
              <a:extLst>
                <a:ext uri="{FF2B5EF4-FFF2-40B4-BE49-F238E27FC236}">
                  <a16:creationId xmlns:a16="http://schemas.microsoft.com/office/drawing/2014/main" id="{8641455F-DB7B-4769-88D7-853D9AFE0F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5" y="3708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291" name="Line 15">
              <a:extLst>
                <a:ext uri="{FF2B5EF4-FFF2-40B4-BE49-F238E27FC236}">
                  <a16:creationId xmlns:a16="http://schemas.microsoft.com/office/drawing/2014/main" id="{79A0DA65-CAB0-45CB-9833-9682D144B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1" y="3708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292" name="Line 16">
              <a:extLst>
                <a:ext uri="{FF2B5EF4-FFF2-40B4-BE49-F238E27FC236}">
                  <a16:creationId xmlns:a16="http://schemas.microsoft.com/office/drawing/2014/main" id="{D678B34A-7B96-48CD-AC9F-8F1B65FDDF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3708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8209" name="Text Box 17">
            <a:extLst>
              <a:ext uri="{FF2B5EF4-FFF2-40B4-BE49-F238E27FC236}">
                <a16:creationId xmlns:a16="http://schemas.microsoft.com/office/drawing/2014/main" id="{AE9B78D1-A4E8-4C45-A7A2-FB3598C10E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06686" y="1124343"/>
            <a:ext cx="488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dirty="0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kumimoji="1" lang="en-US" altLang="zh-CN" b="1" dirty="0">
              <a:latin typeface="Times New Roman" panose="02020603050405020304" pitchFamily="18" charset="0"/>
            </a:endParaRPr>
          </a:p>
        </p:txBody>
      </p:sp>
      <p:sp>
        <p:nvSpPr>
          <p:cNvPr id="8210" name="Freeform 18">
            <a:extLst>
              <a:ext uri="{FF2B5EF4-FFF2-40B4-BE49-F238E27FC236}">
                <a16:creationId xmlns:a16="http://schemas.microsoft.com/office/drawing/2014/main" id="{86E39056-1669-49E8-A4F4-DED89EBD0FB8}"/>
              </a:ext>
            </a:extLst>
          </p:cNvPr>
          <p:cNvSpPr>
            <a:spLocks/>
          </p:cNvSpPr>
          <p:nvPr/>
        </p:nvSpPr>
        <p:spPr bwMode="auto">
          <a:xfrm>
            <a:off x="4283968" y="1001273"/>
            <a:ext cx="3024882" cy="130814"/>
          </a:xfrm>
          <a:custGeom>
            <a:avLst/>
            <a:gdLst>
              <a:gd name="T0" fmla="*/ 0 w 1728"/>
              <a:gd name="T1" fmla="*/ 362902500 h 144"/>
              <a:gd name="T2" fmla="*/ 0 w 1728"/>
              <a:gd name="T3" fmla="*/ 0 h 144"/>
              <a:gd name="T4" fmla="*/ 2147483646 w 1728"/>
              <a:gd name="T5" fmla="*/ 0 h 144"/>
              <a:gd name="T6" fmla="*/ 2147483646 w 1728"/>
              <a:gd name="T7" fmla="*/ 362902500 h 144"/>
              <a:gd name="T8" fmla="*/ 0 60000 65536"/>
              <a:gd name="T9" fmla="*/ 0 60000 65536"/>
              <a:gd name="T10" fmla="*/ 0 60000 65536"/>
              <a:gd name="T11" fmla="*/ 0 60000 65536"/>
              <a:gd name="T12" fmla="*/ 0 w 1728"/>
              <a:gd name="T13" fmla="*/ 0 h 144"/>
              <a:gd name="T14" fmla="*/ 1728 w 1728"/>
              <a:gd name="T15" fmla="*/ 144 h 14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728" h="144">
                <a:moveTo>
                  <a:pt x="0" y="144"/>
                </a:moveTo>
                <a:lnTo>
                  <a:pt x="0" y="0"/>
                </a:lnTo>
                <a:lnTo>
                  <a:pt x="1728" y="0"/>
                </a:lnTo>
                <a:lnTo>
                  <a:pt x="1728" y="144"/>
                </a:lnTo>
              </a:path>
            </a:pathLst>
          </a:custGeom>
          <a:noFill/>
          <a:ln w="28575">
            <a:solidFill>
              <a:schemeClr val="folHlink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4" name="Group 19">
            <a:extLst>
              <a:ext uri="{FF2B5EF4-FFF2-40B4-BE49-F238E27FC236}">
                <a16:creationId xmlns:a16="http://schemas.microsoft.com/office/drawing/2014/main" id="{87A14995-C3D0-453B-BC9A-E0FDE4B646B1}"/>
              </a:ext>
            </a:extLst>
          </p:cNvPr>
          <p:cNvGrpSpPr>
            <a:grpSpLocks/>
          </p:cNvGrpSpPr>
          <p:nvPr/>
        </p:nvGrpSpPr>
        <p:grpSpPr bwMode="auto">
          <a:xfrm>
            <a:off x="4927877" y="1716861"/>
            <a:ext cx="3429000" cy="457200"/>
            <a:chOff x="2928" y="1056"/>
            <a:chExt cx="2160" cy="288"/>
          </a:xfrm>
        </p:grpSpPr>
        <p:sp>
          <p:nvSpPr>
            <p:cNvPr id="11287" name="Freeform 20">
              <a:extLst>
                <a:ext uri="{FF2B5EF4-FFF2-40B4-BE49-F238E27FC236}">
                  <a16:creationId xmlns:a16="http://schemas.microsoft.com/office/drawing/2014/main" id="{C7EC851F-23C1-4B02-A2F3-FCC2FFBEA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056"/>
              <a:ext cx="2016" cy="288"/>
            </a:xfrm>
            <a:custGeom>
              <a:avLst/>
              <a:gdLst>
                <a:gd name="T0" fmla="*/ 0 w 1920"/>
                <a:gd name="T1" fmla="*/ 0 h 288"/>
                <a:gd name="T2" fmla="*/ 0 w 1920"/>
                <a:gd name="T3" fmla="*/ 288 h 288"/>
                <a:gd name="T4" fmla="*/ 2117 w 1920"/>
                <a:gd name="T5" fmla="*/ 288 h 288"/>
                <a:gd name="T6" fmla="*/ 2117 w 1920"/>
                <a:gd name="T7" fmla="*/ 0 h 2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0"/>
                <a:gd name="T13" fmla="*/ 0 h 288"/>
                <a:gd name="T14" fmla="*/ 1920 w 1920"/>
                <a:gd name="T15" fmla="*/ 288 h 2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0" h="288">
                  <a:moveTo>
                    <a:pt x="0" y="0"/>
                  </a:moveTo>
                  <a:lnTo>
                    <a:pt x="0" y="288"/>
                  </a:lnTo>
                  <a:lnTo>
                    <a:pt x="1920" y="288"/>
                  </a:lnTo>
                  <a:lnTo>
                    <a:pt x="1920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288" name="Line 21">
              <a:extLst>
                <a:ext uri="{FF2B5EF4-FFF2-40B4-BE49-F238E27FC236}">
                  <a16:creationId xmlns:a16="http://schemas.microsoft.com/office/drawing/2014/main" id="{D3D376F6-9D19-4BBF-96CD-117DE90922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1056"/>
              <a:ext cx="4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8214" name="Text Box 22">
            <a:extLst>
              <a:ext uri="{FF2B5EF4-FFF2-40B4-BE49-F238E27FC236}">
                <a16:creationId xmlns:a16="http://schemas.microsoft.com/office/drawing/2014/main" id="{9751C5DC-BF9C-4C18-BB8A-5F5C691EA2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0250" y="4002088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endParaRPr kumimoji="1" lang="en-US" altLang="zh-CN" b="1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215" name="Freeform 23">
            <a:extLst>
              <a:ext uri="{FF2B5EF4-FFF2-40B4-BE49-F238E27FC236}">
                <a16:creationId xmlns:a16="http://schemas.microsoft.com/office/drawing/2014/main" id="{E98CF2C2-5B02-472F-B6EC-3C06F5060D1D}"/>
              </a:ext>
            </a:extLst>
          </p:cNvPr>
          <p:cNvSpPr>
            <a:spLocks/>
          </p:cNvSpPr>
          <p:nvPr/>
        </p:nvSpPr>
        <p:spPr bwMode="auto">
          <a:xfrm>
            <a:off x="4699277" y="5353950"/>
            <a:ext cx="2895600" cy="304800"/>
          </a:xfrm>
          <a:custGeom>
            <a:avLst/>
            <a:gdLst>
              <a:gd name="T0" fmla="*/ 0 w 1728"/>
              <a:gd name="T1" fmla="*/ 645160000 h 144"/>
              <a:gd name="T2" fmla="*/ 0 w 1728"/>
              <a:gd name="T3" fmla="*/ 0 h 144"/>
              <a:gd name="T4" fmla="*/ 2147483646 w 1728"/>
              <a:gd name="T5" fmla="*/ 0 h 144"/>
              <a:gd name="T6" fmla="*/ 2147483646 w 1728"/>
              <a:gd name="T7" fmla="*/ 645160000 h 144"/>
              <a:gd name="T8" fmla="*/ 0 60000 65536"/>
              <a:gd name="T9" fmla="*/ 0 60000 65536"/>
              <a:gd name="T10" fmla="*/ 0 60000 65536"/>
              <a:gd name="T11" fmla="*/ 0 60000 65536"/>
              <a:gd name="T12" fmla="*/ 0 w 1728"/>
              <a:gd name="T13" fmla="*/ 0 h 144"/>
              <a:gd name="T14" fmla="*/ 1728 w 1728"/>
              <a:gd name="T15" fmla="*/ 144 h 14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728" h="144">
                <a:moveTo>
                  <a:pt x="0" y="144"/>
                </a:moveTo>
                <a:lnTo>
                  <a:pt x="0" y="0"/>
                </a:lnTo>
                <a:lnTo>
                  <a:pt x="1728" y="0"/>
                </a:lnTo>
                <a:lnTo>
                  <a:pt x="1728" y="144"/>
                </a:lnTo>
              </a:path>
            </a:pathLst>
          </a:custGeom>
          <a:noFill/>
          <a:ln w="28575">
            <a:solidFill>
              <a:schemeClr val="folHlink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5" name="Group 24">
            <a:extLst>
              <a:ext uri="{FF2B5EF4-FFF2-40B4-BE49-F238E27FC236}">
                <a16:creationId xmlns:a16="http://schemas.microsoft.com/office/drawing/2014/main" id="{CFE199B2-1B74-4AB2-A121-4D2F8FB7038D}"/>
              </a:ext>
            </a:extLst>
          </p:cNvPr>
          <p:cNvGrpSpPr>
            <a:grpSpLocks/>
          </p:cNvGrpSpPr>
          <p:nvPr/>
        </p:nvGrpSpPr>
        <p:grpSpPr bwMode="auto">
          <a:xfrm>
            <a:off x="4891365" y="6039750"/>
            <a:ext cx="3236912" cy="457200"/>
            <a:chOff x="2905" y="2832"/>
            <a:chExt cx="2039" cy="288"/>
          </a:xfrm>
        </p:grpSpPr>
        <p:sp>
          <p:nvSpPr>
            <p:cNvPr id="11285" name="Freeform 25">
              <a:extLst>
                <a:ext uri="{FF2B5EF4-FFF2-40B4-BE49-F238E27FC236}">
                  <a16:creationId xmlns:a16="http://schemas.microsoft.com/office/drawing/2014/main" id="{400CF187-B044-4343-9F55-E7FCA2F82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832"/>
              <a:ext cx="1872" cy="288"/>
            </a:xfrm>
            <a:custGeom>
              <a:avLst/>
              <a:gdLst>
                <a:gd name="T0" fmla="*/ 0 w 1920"/>
                <a:gd name="T1" fmla="*/ 0 h 288"/>
                <a:gd name="T2" fmla="*/ 0 w 1920"/>
                <a:gd name="T3" fmla="*/ 288 h 288"/>
                <a:gd name="T4" fmla="*/ 1825 w 1920"/>
                <a:gd name="T5" fmla="*/ 288 h 288"/>
                <a:gd name="T6" fmla="*/ 1825 w 1920"/>
                <a:gd name="T7" fmla="*/ 0 h 2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0"/>
                <a:gd name="T13" fmla="*/ 0 h 288"/>
                <a:gd name="T14" fmla="*/ 1920 w 1920"/>
                <a:gd name="T15" fmla="*/ 288 h 2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0" h="288">
                  <a:moveTo>
                    <a:pt x="0" y="0"/>
                  </a:moveTo>
                  <a:lnTo>
                    <a:pt x="0" y="288"/>
                  </a:lnTo>
                  <a:lnTo>
                    <a:pt x="1920" y="288"/>
                  </a:lnTo>
                  <a:lnTo>
                    <a:pt x="1920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286" name="Line 26">
              <a:extLst>
                <a:ext uri="{FF2B5EF4-FFF2-40B4-BE49-F238E27FC236}">
                  <a16:creationId xmlns:a16="http://schemas.microsoft.com/office/drawing/2014/main" id="{0661DBC9-DA06-4B1C-9B5A-E192ADC56B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5" y="2832"/>
              <a:ext cx="55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8219" name="Text Box 27">
            <a:extLst>
              <a:ext uri="{FF2B5EF4-FFF2-40B4-BE49-F238E27FC236}">
                <a16:creationId xmlns:a16="http://schemas.microsoft.com/office/drawing/2014/main" id="{74F7362B-1747-434F-9CB6-07AA0A00D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5200" y="1173163"/>
            <a:ext cx="13017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0.0011</a:t>
            </a:r>
            <a:endParaRPr kumimoji="1" lang="en-US" altLang="zh-CN" sz="2800" b="1" dirty="0">
              <a:latin typeface="Times New Roman" panose="02020603050405020304" pitchFamily="18" charset="0"/>
            </a:endParaRPr>
          </a:p>
        </p:txBody>
      </p:sp>
      <p:sp>
        <p:nvSpPr>
          <p:cNvPr id="8220" name="Text Box 28">
            <a:extLst>
              <a:ext uri="{FF2B5EF4-FFF2-40B4-BE49-F238E27FC236}">
                <a16:creationId xmlns:a16="http://schemas.microsoft.com/office/drawing/2014/main" id="{A2A58F71-680A-4C1E-8DBE-9F2E5C70CA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4002088"/>
            <a:ext cx="9969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  <a:cs typeface="Times New Roman" panose="02020603050405020304" pitchFamily="18" charset="0"/>
              </a:rPr>
              <a:t>1100</a:t>
            </a:r>
            <a:endParaRPr kumimoji="1" lang="en-US" altLang="zh-CN" sz="2800" b="1">
              <a:latin typeface="Times New Roman" panose="02020603050405020304" pitchFamily="18" charset="0"/>
            </a:endParaRPr>
          </a:p>
        </p:txBody>
      </p:sp>
      <p:sp>
        <p:nvSpPr>
          <p:cNvPr id="8221" name="Text Box 29">
            <a:extLst>
              <a:ext uri="{FF2B5EF4-FFF2-40B4-BE49-F238E27FC236}">
                <a16:creationId xmlns:a16="http://schemas.microsoft.com/office/drawing/2014/main" id="{803902AB-81B1-498B-8BA0-610BEAA083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1957388"/>
            <a:ext cx="18097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由定义得</a:t>
            </a:r>
            <a:endParaRPr kumimoji="1" lang="zh-CN" altLang="en-US" sz="2800" b="1">
              <a:latin typeface="Times New Roman" panose="02020603050405020304" pitchFamily="18" charset="0"/>
            </a:endParaRPr>
          </a:p>
        </p:txBody>
      </p:sp>
      <p:sp>
        <p:nvSpPr>
          <p:cNvPr id="8222" name="Text Box 30">
            <a:extLst>
              <a:ext uri="{FF2B5EF4-FFF2-40B4-BE49-F238E27FC236}">
                <a16:creationId xmlns:a16="http://schemas.microsoft.com/office/drawing/2014/main" id="{CE03A698-37EB-4AFC-B402-4B35F32BFC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4772025"/>
            <a:ext cx="1809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由定义得</a:t>
            </a:r>
          </a:p>
        </p:txBody>
      </p:sp>
      <p:sp>
        <p:nvSpPr>
          <p:cNvPr id="33" name="矩形 32">
            <a:extLst>
              <a:ext uri="{FF2B5EF4-FFF2-40B4-BE49-F238E27FC236}">
                <a16:creationId xmlns:a16="http://schemas.microsoft.com/office/drawing/2014/main" id="{9AE78730-3B45-4CF3-BBD2-08AC33ECB3D2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" dur="500"/>
                                        <p:tgtEl>
                                          <p:spTgt spid="8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8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8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8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8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8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7" dur="500"/>
                                        <p:tgtEl>
                                          <p:spTgt spid="8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8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8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95" grpId="0" autoUpdateAnimBg="0"/>
      <p:bldP spid="8196" grpId="0" autoUpdateAnimBg="0"/>
      <p:bldP spid="8197" grpId="0" autoUpdateAnimBg="0"/>
      <p:bldP spid="8198" grpId="0" autoUpdateAnimBg="0"/>
      <p:bldP spid="8209" grpId="0" autoUpdateAnimBg="0"/>
      <p:bldP spid="8214" grpId="0" autoUpdateAnimBg="0"/>
      <p:bldP spid="8219" grpId="0" autoUpdateAnimBg="0"/>
      <p:bldP spid="8220" grpId="0" autoUpdateAnimBg="0"/>
      <p:bldP spid="8221" grpId="0" autoUpdateAnimBg="0"/>
      <p:bldP spid="8222" grpId="0" autoUpdateAnimBg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Text Box 2">
            <a:extLst>
              <a:ext uri="{FF2B5EF4-FFF2-40B4-BE49-F238E27FC236}">
                <a16:creationId xmlns:a16="http://schemas.microsoft.com/office/drawing/2014/main" id="{0817C037-FA9D-49C6-90BF-93398245B7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2697163"/>
            <a:ext cx="4724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 dirty="0">
                <a:latin typeface="Times New Roman" panose="02020603050405020304" pitchFamily="18" charset="0"/>
              </a:rPr>
              <a:t>例</a:t>
            </a:r>
            <a:r>
              <a:rPr kumimoji="1" lang="en-US" altLang="zh-CN" b="1" dirty="0">
                <a:latin typeface="Times New Roman" panose="02020603050405020304" pitchFamily="18" charset="0"/>
              </a:rPr>
              <a:t>2.1-4   </a:t>
            </a:r>
            <a:r>
              <a:rPr kumimoji="1" lang="en-US" altLang="zh-CN" sz="1400" b="1" dirty="0">
                <a:latin typeface="Times New Roman" panose="02020603050405020304" pitchFamily="18" charset="0"/>
              </a:rPr>
              <a:t> </a:t>
            </a:r>
            <a:r>
              <a:rPr kumimoji="1" lang="zh-CN" altLang="en-US" b="1" dirty="0">
                <a:latin typeface="Times New Roman" panose="02020603050405020304" pitchFamily="18" charset="0"/>
              </a:rPr>
              <a:t>求 </a:t>
            </a:r>
            <a:r>
              <a:rPr kumimoji="1" lang="en-US" altLang="zh-CN" b="1" i="1" dirty="0">
                <a:latin typeface="Times New Roman" panose="02020603050405020304" pitchFamily="18" charset="0"/>
              </a:rPr>
              <a:t>x</a:t>
            </a:r>
            <a:r>
              <a:rPr kumimoji="1" lang="en-US" altLang="zh-CN" b="1" dirty="0">
                <a:latin typeface="Times New Roman" panose="02020603050405020304" pitchFamily="18" charset="0"/>
              </a:rPr>
              <a:t> = 0  </a:t>
            </a:r>
            <a:r>
              <a:rPr kumimoji="1" lang="zh-CN" altLang="en-US" b="1" dirty="0">
                <a:latin typeface="Times New Roman" panose="02020603050405020304" pitchFamily="18" charset="0"/>
              </a:rPr>
              <a:t>的原码</a:t>
            </a:r>
          </a:p>
        </p:txBody>
      </p:sp>
      <p:sp>
        <p:nvSpPr>
          <p:cNvPr id="9219" name="Text Box 3">
            <a:extLst>
              <a:ext uri="{FF2B5EF4-FFF2-40B4-BE49-F238E27FC236}">
                <a16:creationId xmlns:a16="http://schemas.microsoft.com/office/drawing/2014/main" id="{731C2124-9405-47D6-B60D-6F4DCDCA07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4600" y="3382963"/>
            <a:ext cx="7270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解</a:t>
            </a:r>
            <a:r>
              <a:rPr kumimoji="1" lang="en-US" altLang="zh-CN" b="1">
                <a:latin typeface="Times New Roman" panose="02020603050405020304" pitchFamily="18" charset="0"/>
              </a:rPr>
              <a:t>:</a:t>
            </a:r>
          </a:p>
        </p:txBody>
      </p:sp>
      <p:sp>
        <p:nvSpPr>
          <p:cNvPr id="9220" name="Text Box 4">
            <a:extLst>
              <a:ext uri="{FF2B5EF4-FFF2-40B4-BE49-F238E27FC236}">
                <a16:creationId xmlns:a16="http://schemas.microsoft.com/office/drawing/2014/main" id="{675CED6B-7145-4FFC-9B83-D48BE39E3C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8975" y="3382963"/>
            <a:ext cx="3048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设 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 = +</a:t>
            </a:r>
            <a:r>
              <a:rPr kumimoji="1" lang="en-US" altLang="zh-CN" sz="1000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0.0000</a:t>
            </a:r>
          </a:p>
        </p:txBody>
      </p:sp>
      <p:sp>
        <p:nvSpPr>
          <p:cNvPr id="12293" name="Text Box 5">
            <a:extLst>
              <a:ext uri="{FF2B5EF4-FFF2-40B4-BE49-F238E27FC236}">
                <a16:creationId xmlns:a16="http://schemas.microsoft.com/office/drawing/2014/main" id="{174C4D9E-19FE-4D0B-9A1B-58CFA1A7BF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304800"/>
            <a:ext cx="6553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 dirty="0">
                <a:latin typeface="Times New Roman" panose="02020603050405020304" pitchFamily="18" charset="0"/>
              </a:rPr>
              <a:t>例</a:t>
            </a:r>
            <a:r>
              <a:rPr kumimoji="1" lang="en-US" altLang="zh-CN" b="1" dirty="0">
                <a:latin typeface="Times New Roman" panose="02020603050405020304" pitchFamily="18" charset="0"/>
              </a:rPr>
              <a:t>2.1-3   </a:t>
            </a:r>
            <a:r>
              <a:rPr kumimoji="1" lang="zh-CN" altLang="en-US" b="1" dirty="0">
                <a:latin typeface="Times New Roman" panose="02020603050405020304" pitchFamily="18" charset="0"/>
              </a:rPr>
              <a:t>已知 </a:t>
            </a:r>
            <a:r>
              <a:rPr kumimoji="1" lang="en-US" altLang="zh-CN" b="1" dirty="0">
                <a:latin typeface="Times New Roman" panose="02020603050405020304" pitchFamily="18" charset="0"/>
              </a:rPr>
              <a:t>[</a:t>
            </a:r>
            <a:r>
              <a:rPr kumimoji="1" lang="en-US" altLang="zh-CN" b="1" i="1" dirty="0">
                <a:latin typeface="Times New Roman" panose="02020603050405020304" pitchFamily="18" charset="0"/>
              </a:rPr>
              <a:t>x</a:t>
            </a:r>
            <a:r>
              <a:rPr kumimoji="1" lang="en-US" altLang="zh-CN" b="1" dirty="0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 dirty="0">
                <a:latin typeface="Times New Roman" panose="02020603050405020304" pitchFamily="18" charset="0"/>
              </a:rPr>
              <a:t>原</a:t>
            </a:r>
            <a:r>
              <a:rPr kumimoji="1" lang="zh-CN" altLang="en-US" b="1" dirty="0">
                <a:latin typeface="Times New Roman" panose="02020603050405020304" pitchFamily="18" charset="0"/>
              </a:rPr>
              <a:t> </a:t>
            </a:r>
            <a:r>
              <a:rPr kumimoji="1" lang="en-US" altLang="zh-CN" b="1" dirty="0">
                <a:latin typeface="Times New Roman" panose="02020603050405020304" pitchFamily="18" charset="0"/>
              </a:rPr>
              <a:t>= 0.1101   </a:t>
            </a:r>
            <a:r>
              <a:rPr kumimoji="1" lang="zh-CN" altLang="en-US" b="1" dirty="0">
                <a:latin typeface="Times New Roman" panose="02020603050405020304" pitchFamily="18" charset="0"/>
              </a:rPr>
              <a:t>求  </a:t>
            </a:r>
            <a:r>
              <a:rPr kumimoji="1" lang="en-US" altLang="zh-CN" b="1" i="1" dirty="0">
                <a:latin typeface="Times New Roman" panose="02020603050405020304" pitchFamily="18" charset="0"/>
              </a:rPr>
              <a:t>x</a:t>
            </a:r>
          </a:p>
        </p:txBody>
      </p:sp>
      <p:sp>
        <p:nvSpPr>
          <p:cNvPr id="9222" name="Text Box 6">
            <a:extLst>
              <a:ext uri="{FF2B5EF4-FFF2-40B4-BE49-F238E27FC236}">
                <a16:creationId xmlns:a16="http://schemas.microsoft.com/office/drawing/2014/main" id="{5BB7FF8A-8FCA-4134-A965-8A781E6277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4600" y="1004888"/>
            <a:ext cx="10001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解：</a:t>
            </a:r>
          </a:p>
        </p:txBody>
      </p:sp>
      <p:sp>
        <p:nvSpPr>
          <p:cNvPr id="9223" name="Text Box 7">
            <a:extLst>
              <a:ext uri="{FF2B5EF4-FFF2-40B4-BE49-F238E27FC236}">
                <a16:creationId xmlns:a16="http://schemas.microsoft.com/office/drawing/2014/main" id="{B0168A5A-22AE-46E4-A873-8D842527FF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5713" y="1758950"/>
            <a:ext cx="38719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∴     </a:t>
            </a:r>
            <a:r>
              <a:rPr kumimoji="1" lang="en-US" altLang="zh-CN" sz="2000" b="1">
                <a:latin typeface="Times New Roman" panose="02020603050405020304" pitchFamily="18" charset="0"/>
              </a:rPr>
              <a:t> 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 </a:t>
            </a:r>
            <a:r>
              <a:rPr kumimoji="1" lang="en-US" altLang="zh-CN" sz="1600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= + 0.1101</a:t>
            </a:r>
          </a:p>
        </p:txBody>
      </p:sp>
      <p:sp>
        <p:nvSpPr>
          <p:cNvPr id="9224" name="Text Box 8">
            <a:extLst>
              <a:ext uri="{FF2B5EF4-FFF2-40B4-BE49-F238E27FC236}">
                <a16:creationId xmlns:a16="http://schemas.microsoft.com/office/drawing/2014/main" id="{919D7352-B742-4C4B-A29C-0A26879B1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8975" y="4754563"/>
            <a:ext cx="29956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同理，对于整数</a:t>
            </a:r>
          </a:p>
        </p:txBody>
      </p:sp>
      <p:sp>
        <p:nvSpPr>
          <p:cNvPr id="9225" name="Text Box 9">
            <a:extLst>
              <a:ext uri="{FF2B5EF4-FFF2-40B4-BE49-F238E27FC236}">
                <a16:creationId xmlns:a16="http://schemas.microsoft.com/office/drawing/2014/main" id="{0F187DFE-94B6-4C08-A563-92C435367B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16600" y="4800600"/>
            <a:ext cx="31146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[+ 0</a:t>
            </a:r>
            <a:r>
              <a:rPr kumimoji="1" lang="en-US" altLang="zh-CN" sz="1000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原</a:t>
            </a:r>
            <a:r>
              <a:rPr kumimoji="1" lang="zh-CN" altLang="en-US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= 0,0000</a:t>
            </a:r>
          </a:p>
        </p:txBody>
      </p:sp>
      <p:sp>
        <p:nvSpPr>
          <p:cNvPr id="9226" name="Text Box 10">
            <a:extLst>
              <a:ext uri="{FF2B5EF4-FFF2-40B4-BE49-F238E27FC236}">
                <a16:creationId xmlns:a16="http://schemas.microsoft.com/office/drawing/2014/main" id="{9FBB64B6-E3BF-4B40-BFB1-12F886031E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9200" y="3382963"/>
            <a:ext cx="39020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[+</a:t>
            </a:r>
            <a:r>
              <a:rPr kumimoji="1" lang="en-US" altLang="zh-CN" sz="1000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0.0000]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原</a:t>
            </a:r>
            <a:r>
              <a:rPr kumimoji="1" lang="zh-CN" altLang="en-US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= 0.0000</a:t>
            </a:r>
          </a:p>
        </p:txBody>
      </p:sp>
      <p:grpSp>
        <p:nvGrpSpPr>
          <p:cNvPr id="2" name="Group 11">
            <a:extLst>
              <a:ext uri="{FF2B5EF4-FFF2-40B4-BE49-F238E27FC236}">
                <a16:creationId xmlns:a16="http://schemas.microsoft.com/office/drawing/2014/main" id="{1037F557-406C-4F48-9FAD-49199000C1CC}"/>
              </a:ext>
            </a:extLst>
          </p:cNvPr>
          <p:cNvGrpSpPr>
            <a:grpSpLocks/>
          </p:cNvGrpSpPr>
          <p:nvPr/>
        </p:nvGrpSpPr>
        <p:grpSpPr bwMode="auto">
          <a:xfrm>
            <a:off x="2468563" y="4068763"/>
            <a:ext cx="2679700" cy="579437"/>
            <a:chOff x="1555" y="2563"/>
            <a:chExt cx="1688" cy="365"/>
          </a:xfrm>
        </p:grpSpPr>
        <p:sp>
          <p:nvSpPr>
            <p:cNvPr id="12312" name="Text Box 12">
              <a:extLst>
                <a:ext uri="{FF2B5EF4-FFF2-40B4-BE49-F238E27FC236}">
                  <a16:creationId xmlns:a16="http://schemas.microsoft.com/office/drawing/2014/main" id="{B067B162-C8AB-4FC5-89D0-2C57B4E7E4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5" y="2563"/>
              <a:ext cx="168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=  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    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0.0000</a:t>
              </a:r>
            </a:p>
          </p:txBody>
        </p:sp>
        <p:sp>
          <p:nvSpPr>
            <p:cNvPr id="12313" name="Line 13">
              <a:extLst>
                <a:ext uri="{FF2B5EF4-FFF2-40B4-BE49-F238E27FC236}">
                  <a16:creationId xmlns:a16="http://schemas.microsoft.com/office/drawing/2014/main" id="{E1D2B04E-B73C-4000-A9AB-C877179D1B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3" y="2758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" name="Group 14">
            <a:extLst>
              <a:ext uri="{FF2B5EF4-FFF2-40B4-BE49-F238E27FC236}">
                <a16:creationId xmlns:a16="http://schemas.microsoft.com/office/drawing/2014/main" id="{EFC93FBD-EDD0-4A2D-937C-A35F31F134C6}"/>
              </a:ext>
            </a:extLst>
          </p:cNvPr>
          <p:cNvGrpSpPr>
            <a:grpSpLocks/>
          </p:cNvGrpSpPr>
          <p:nvPr/>
        </p:nvGrpSpPr>
        <p:grpSpPr bwMode="auto">
          <a:xfrm>
            <a:off x="5045075" y="4068763"/>
            <a:ext cx="3600450" cy="579437"/>
            <a:chOff x="3178" y="2563"/>
            <a:chExt cx="2268" cy="365"/>
          </a:xfrm>
        </p:grpSpPr>
        <p:sp>
          <p:nvSpPr>
            <p:cNvPr id="12310" name="Text Box 15">
              <a:extLst>
                <a:ext uri="{FF2B5EF4-FFF2-40B4-BE49-F238E27FC236}">
                  <a16:creationId xmlns:a16="http://schemas.microsoft.com/office/drawing/2014/main" id="{920A59F8-F797-400D-B540-BE250B612F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78" y="2563"/>
              <a:ext cx="226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 0.0000]</a:t>
              </a:r>
              <a:r>
                <a:rPr kumimoji="1" lang="zh-CN" altLang="en-US" sz="2800" b="1" baseline="-25000">
                  <a:latin typeface="Times New Roman" panose="02020603050405020304" pitchFamily="18" charset="0"/>
                </a:rPr>
                <a:t>原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= 1.0000</a:t>
              </a:r>
            </a:p>
          </p:txBody>
        </p:sp>
        <p:sp>
          <p:nvSpPr>
            <p:cNvPr id="12311" name="Line 16">
              <a:extLst>
                <a:ext uri="{FF2B5EF4-FFF2-40B4-BE49-F238E27FC236}">
                  <a16:creationId xmlns:a16="http://schemas.microsoft.com/office/drawing/2014/main" id="{959DDA82-0D1F-4C7F-9D0F-2398565DF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" y="2758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" name="Group 17">
            <a:extLst>
              <a:ext uri="{FF2B5EF4-FFF2-40B4-BE49-F238E27FC236}">
                <a16:creationId xmlns:a16="http://schemas.microsoft.com/office/drawing/2014/main" id="{5BEC3CF4-AA52-47FD-98C5-A85C8FF3A453}"/>
              </a:ext>
            </a:extLst>
          </p:cNvPr>
          <p:cNvGrpSpPr>
            <a:grpSpLocks/>
          </p:cNvGrpSpPr>
          <p:nvPr/>
        </p:nvGrpSpPr>
        <p:grpSpPr bwMode="auto">
          <a:xfrm>
            <a:off x="5843588" y="5516563"/>
            <a:ext cx="2787650" cy="579437"/>
            <a:chOff x="3815" y="3475"/>
            <a:chExt cx="1756" cy="365"/>
          </a:xfrm>
        </p:grpSpPr>
        <p:sp>
          <p:nvSpPr>
            <p:cNvPr id="12308" name="Text Box 18">
              <a:extLst>
                <a:ext uri="{FF2B5EF4-FFF2-40B4-BE49-F238E27FC236}">
                  <a16:creationId xmlns:a16="http://schemas.microsoft.com/office/drawing/2014/main" id="{05794C13-D46D-49CA-85A3-7C7BAACD77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5" y="3475"/>
              <a:ext cx="175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[   0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800" b="1" baseline="-25000">
                  <a:latin typeface="Times New Roman" panose="02020603050405020304" pitchFamily="18" charset="0"/>
                </a:rPr>
                <a:t>原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= 1,0000</a:t>
              </a:r>
            </a:p>
          </p:txBody>
        </p:sp>
        <p:sp>
          <p:nvSpPr>
            <p:cNvPr id="12309" name="Line 19">
              <a:extLst>
                <a:ext uri="{FF2B5EF4-FFF2-40B4-BE49-F238E27FC236}">
                  <a16:creationId xmlns:a16="http://schemas.microsoft.com/office/drawing/2014/main" id="{F871F62E-3550-406F-AA1A-94CAB5CAE1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4" y="3672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5" name="Group 20">
            <a:extLst>
              <a:ext uri="{FF2B5EF4-FFF2-40B4-BE49-F238E27FC236}">
                <a16:creationId xmlns:a16="http://schemas.microsoft.com/office/drawing/2014/main" id="{317E1E35-09EC-4160-9665-63774B3FC127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5943600"/>
            <a:ext cx="3578225" cy="579438"/>
            <a:chOff x="1344" y="3744"/>
            <a:chExt cx="2254" cy="365"/>
          </a:xfrm>
        </p:grpSpPr>
        <p:sp>
          <p:nvSpPr>
            <p:cNvPr id="12306" name="Text Box 21">
              <a:extLst>
                <a:ext uri="{FF2B5EF4-FFF2-40B4-BE49-F238E27FC236}">
                  <a16:creationId xmlns:a16="http://schemas.microsoft.com/office/drawing/2014/main" id="{22070554-19BB-495F-8BE5-2B18E662A0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4" y="3744"/>
              <a:ext cx="225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∴   [+</a:t>
              </a:r>
              <a:r>
                <a:rPr kumimoji="1" lang="en-US" altLang="zh-CN" sz="10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 </a:t>
              </a: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0]</a:t>
              </a:r>
              <a:r>
                <a:rPr kumimoji="1" lang="zh-CN" altLang="en-US" sz="28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原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≠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[  </a:t>
              </a:r>
              <a:r>
                <a:rPr kumimoji="1" lang="en-US" altLang="zh-CN" sz="10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  </a:t>
              </a: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0]</a:t>
              </a:r>
              <a:r>
                <a:rPr kumimoji="1" lang="zh-CN" altLang="en-US" sz="28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原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2307" name="Line 22">
              <a:extLst>
                <a:ext uri="{FF2B5EF4-FFF2-40B4-BE49-F238E27FC236}">
                  <a16:creationId xmlns:a16="http://schemas.microsoft.com/office/drawing/2014/main" id="{D902BB57-ED9E-4F2F-B279-A99EE384C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6" y="3936"/>
              <a:ext cx="96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9239" name="Text Box 23">
            <a:extLst>
              <a:ext uri="{FF2B5EF4-FFF2-40B4-BE49-F238E27FC236}">
                <a16:creationId xmlns:a16="http://schemas.microsoft.com/office/drawing/2014/main" id="{F6D35ED2-86D7-4F8F-B811-D9F04CE5D5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8975" y="1004888"/>
            <a:ext cx="69564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根据 定义 ∵ </a:t>
            </a:r>
            <a:r>
              <a:rPr kumimoji="1" lang="en-US" altLang="zh-CN" b="1">
                <a:latin typeface="Times New Roman" panose="02020603050405020304" pitchFamily="18" charset="0"/>
              </a:rPr>
              <a:t>[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原</a:t>
            </a:r>
            <a:r>
              <a:rPr kumimoji="1" lang="zh-CN" altLang="en-US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= 0.1101</a:t>
            </a:r>
          </a:p>
        </p:txBody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71994879-32EB-45C8-872C-D475349BE78B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9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9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9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9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9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9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9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9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9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18" grpId="0" autoUpdateAnimBg="0"/>
      <p:bldP spid="9219" grpId="0" autoUpdateAnimBg="0"/>
      <p:bldP spid="9220" grpId="0" autoUpdateAnimBg="0"/>
      <p:bldP spid="9222" grpId="0" autoUpdateAnimBg="0"/>
      <p:bldP spid="9223" grpId="0" autoUpdateAnimBg="0"/>
      <p:bldP spid="9224" grpId="0" autoUpdateAnimBg="0"/>
      <p:bldP spid="9225" grpId="0" autoUpdateAnimBg="0"/>
      <p:bldP spid="9226" grpId="0" autoUpdateAnimBg="0"/>
      <p:bldP spid="9239" grpId="0" autoUpdateAnimBg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Text Box 2">
            <a:extLst>
              <a:ext uri="{FF2B5EF4-FFF2-40B4-BE49-F238E27FC236}">
                <a16:creationId xmlns:a16="http://schemas.microsoft.com/office/drawing/2014/main" id="{0BBB3AF5-7390-420A-9825-AE330F4EE9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273050"/>
            <a:ext cx="29368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>
                <a:latin typeface="Times New Roman" panose="02020603050405020304" pitchFamily="18" charset="0"/>
              </a:rPr>
              <a:t>原码的特点：</a:t>
            </a:r>
          </a:p>
        </p:txBody>
      </p:sp>
      <p:sp>
        <p:nvSpPr>
          <p:cNvPr id="10243" name="Text Box 3">
            <a:extLst>
              <a:ext uri="{FF2B5EF4-FFF2-40B4-BE49-F238E27FC236}">
                <a16:creationId xmlns:a16="http://schemas.microsoft.com/office/drawing/2014/main" id="{27219C19-AAF0-4FAA-8431-4EE813AE41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303213"/>
            <a:ext cx="22240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简单、直观</a:t>
            </a:r>
          </a:p>
        </p:txBody>
      </p:sp>
      <p:sp>
        <p:nvSpPr>
          <p:cNvPr id="10244" name="Text Box 4">
            <a:extLst>
              <a:ext uri="{FF2B5EF4-FFF2-40B4-BE49-F238E27FC236}">
                <a16:creationId xmlns:a16="http://schemas.microsoft.com/office/drawing/2014/main" id="{C0D48807-6C56-4EC5-AF15-D9BE01127D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944563"/>
            <a:ext cx="75279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但是用原码作加法时，会出现如下问题：</a:t>
            </a:r>
          </a:p>
        </p:txBody>
      </p:sp>
      <p:sp>
        <p:nvSpPr>
          <p:cNvPr id="10245" name="Text Box 5">
            <a:extLst>
              <a:ext uri="{FF2B5EF4-FFF2-40B4-BE49-F238E27FC236}">
                <a16:creationId xmlns:a16="http://schemas.microsoft.com/office/drawing/2014/main" id="{1AD0B37D-C5C6-46D9-98F4-7B5AAF9BF9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488" y="4818063"/>
            <a:ext cx="32004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能否 </a:t>
            </a: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只作加法 </a:t>
            </a:r>
            <a:r>
              <a:rPr kumimoji="1" lang="en-US" altLang="zh-CN" sz="4000" b="1">
                <a:solidFill>
                  <a:schemeClr val="folHlink"/>
                </a:solidFill>
                <a:latin typeface="Times New Roman" panose="02020603050405020304" pitchFamily="18" charset="0"/>
              </a:rPr>
              <a:t>?</a:t>
            </a:r>
            <a:r>
              <a:rPr kumimoji="1" lang="en-US" altLang="zh-CN" b="1">
                <a:latin typeface="Times New Roman" panose="02020603050405020304" pitchFamily="18" charset="0"/>
              </a:rPr>
              <a:t> </a:t>
            </a:r>
          </a:p>
        </p:txBody>
      </p:sp>
      <p:grpSp>
        <p:nvGrpSpPr>
          <p:cNvPr id="2" name="Group 6">
            <a:extLst>
              <a:ext uri="{FF2B5EF4-FFF2-40B4-BE49-F238E27FC236}">
                <a16:creationId xmlns:a16="http://schemas.microsoft.com/office/drawing/2014/main" id="{16D2125C-0182-4A69-8474-79180509C026}"/>
              </a:ext>
            </a:extLst>
          </p:cNvPr>
          <p:cNvGrpSpPr>
            <a:grpSpLocks/>
          </p:cNvGrpSpPr>
          <p:nvPr/>
        </p:nvGrpSpPr>
        <p:grpSpPr bwMode="auto">
          <a:xfrm>
            <a:off x="725488" y="5508625"/>
            <a:ext cx="7732712" cy="1030288"/>
            <a:chOff x="457" y="3470"/>
            <a:chExt cx="4871" cy="649"/>
          </a:xfrm>
        </p:grpSpPr>
        <p:sp>
          <p:nvSpPr>
            <p:cNvPr id="13339" name="Text Box 7">
              <a:extLst>
                <a:ext uri="{FF2B5EF4-FFF2-40B4-BE49-F238E27FC236}">
                  <a16:creationId xmlns:a16="http://schemas.microsoft.com/office/drawing/2014/main" id="{F7C038AC-EE2F-4947-8C20-83D95AE710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" y="3470"/>
              <a:ext cx="487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找到一个与负数等价的正数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来代替这个负数</a:t>
              </a:r>
            </a:p>
          </p:txBody>
        </p:sp>
        <p:sp>
          <p:nvSpPr>
            <p:cNvPr id="13340" name="Text Box 8">
              <a:extLst>
                <a:ext uri="{FF2B5EF4-FFF2-40B4-BE49-F238E27FC236}">
                  <a16:creationId xmlns:a16="http://schemas.microsoft.com/office/drawing/2014/main" id="{54035294-3847-4907-97B3-1B76525DBA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" y="3792"/>
              <a:ext cx="333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就可使  </a:t>
              </a: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减          加</a:t>
              </a:r>
            </a:p>
          </p:txBody>
        </p:sp>
        <p:sp>
          <p:nvSpPr>
            <p:cNvPr id="13341" name="Line 9">
              <a:extLst>
                <a:ext uri="{FF2B5EF4-FFF2-40B4-BE49-F238E27FC236}">
                  <a16:creationId xmlns:a16="http://schemas.microsoft.com/office/drawing/2014/main" id="{1B2813BA-6A80-4D20-9DD9-002A56AEB6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3984"/>
              <a:ext cx="432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0250" name="Text Box 10">
            <a:extLst>
              <a:ext uri="{FF2B5EF4-FFF2-40B4-BE49-F238E27FC236}">
                <a16:creationId xmlns:a16="http://schemas.microsoft.com/office/drawing/2014/main" id="{7D3E9A7F-F758-4118-A1D6-F49DAB95E4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2438400"/>
            <a:ext cx="30289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加法       正         正</a:t>
            </a:r>
          </a:p>
        </p:txBody>
      </p:sp>
      <p:sp>
        <p:nvSpPr>
          <p:cNvPr id="10251" name="Text Box 11">
            <a:extLst>
              <a:ext uri="{FF2B5EF4-FFF2-40B4-BE49-F238E27FC236}">
                <a16:creationId xmlns:a16="http://schemas.microsoft.com/office/drawing/2014/main" id="{C997011A-FF6B-4D91-9DF3-986B5C0266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0" y="2416175"/>
            <a:ext cx="5397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加</a:t>
            </a:r>
            <a:endParaRPr kumimoji="1" lang="zh-CN" altLang="en-US" sz="2800" b="1">
              <a:latin typeface="Times New Roman" panose="02020603050405020304" pitchFamily="18" charset="0"/>
            </a:endParaRPr>
          </a:p>
        </p:txBody>
      </p:sp>
      <p:sp>
        <p:nvSpPr>
          <p:cNvPr id="10252" name="Text Box 12">
            <a:extLst>
              <a:ext uri="{FF2B5EF4-FFF2-40B4-BE49-F238E27FC236}">
                <a16:creationId xmlns:a16="http://schemas.microsoft.com/office/drawing/2014/main" id="{BDCF6956-225E-463F-BFBE-5168FD7222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059113"/>
            <a:ext cx="3028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加法       正         负</a:t>
            </a:r>
          </a:p>
        </p:txBody>
      </p:sp>
      <p:sp>
        <p:nvSpPr>
          <p:cNvPr id="10253" name="Text Box 13">
            <a:extLst>
              <a:ext uri="{FF2B5EF4-FFF2-40B4-BE49-F238E27FC236}">
                <a16:creationId xmlns:a16="http://schemas.microsoft.com/office/drawing/2014/main" id="{592E6D1B-91C4-4CFF-ABAA-62619B33B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592513"/>
            <a:ext cx="3028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加法       负         正</a:t>
            </a:r>
          </a:p>
        </p:txBody>
      </p:sp>
      <p:sp>
        <p:nvSpPr>
          <p:cNvPr id="10254" name="Text Box 14">
            <a:extLst>
              <a:ext uri="{FF2B5EF4-FFF2-40B4-BE49-F238E27FC236}">
                <a16:creationId xmlns:a16="http://schemas.microsoft.com/office/drawing/2014/main" id="{51114664-3105-46E1-88A3-82CF095140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4202113"/>
            <a:ext cx="3028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加法       负         负</a:t>
            </a:r>
          </a:p>
        </p:txBody>
      </p:sp>
      <p:sp>
        <p:nvSpPr>
          <p:cNvPr id="10255" name="Text Box 15">
            <a:extLst>
              <a:ext uri="{FF2B5EF4-FFF2-40B4-BE49-F238E27FC236}">
                <a16:creationId xmlns:a16="http://schemas.microsoft.com/office/drawing/2014/main" id="{2C350D94-3DE1-4DFD-B820-06E032FBFF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0" y="3036888"/>
            <a:ext cx="5397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减</a:t>
            </a:r>
            <a:endParaRPr kumimoji="1" lang="zh-CN" altLang="en-US" sz="2800" b="1">
              <a:latin typeface="Times New Roman" panose="02020603050405020304" pitchFamily="18" charset="0"/>
            </a:endParaRPr>
          </a:p>
        </p:txBody>
      </p:sp>
      <p:sp>
        <p:nvSpPr>
          <p:cNvPr id="10256" name="Text Box 16">
            <a:extLst>
              <a:ext uri="{FF2B5EF4-FFF2-40B4-BE49-F238E27FC236}">
                <a16:creationId xmlns:a16="http://schemas.microsoft.com/office/drawing/2014/main" id="{2F4A31C8-5C0A-4259-9F55-8304638DC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0" y="3570288"/>
            <a:ext cx="5397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减</a:t>
            </a:r>
            <a:endParaRPr kumimoji="1" lang="zh-CN" altLang="en-US" sz="2800" b="1">
              <a:latin typeface="Times New Roman" panose="02020603050405020304" pitchFamily="18" charset="0"/>
            </a:endParaRPr>
          </a:p>
        </p:txBody>
      </p:sp>
      <p:sp>
        <p:nvSpPr>
          <p:cNvPr id="10257" name="Text Box 17">
            <a:extLst>
              <a:ext uri="{FF2B5EF4-FFF2-40B4-BE49-F238E27FC236}">
                <a16:creationId xmlns:a16="http://schemas.microsoft.com/office/drawing/2014/main" id="{E4F3212A-701B-4E31-B903-1947389F9F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0" y="4179888"/>
            <a:ext cx="5397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加</a:t>
            </a:r>
            <a:endParaRPr kumimoji="1" lang="zh-CN" altLang="en-US" sz="2800" b="1">
              <a:latin typeface="Times New Roman" panose="02020603050405020304" pitchFamily="18" charset="0"/>
            </a:endParaRPr>
          </a:p>
        </p:txBody>
      </p:sp>
      <p:grpSp>
        <p:nvGrpSpPr>
          <p:cNvPr id="3" name="Group 18">
            <a:extLst>
              <a:ext uri="{FF2B5EF4-FFF2-40B4-BE49-F238E27FC236}">
                <a16:creationId xmlns:a16="http://schemas.microsoft.com/office/drawing/2014/main" id="{0730FE10-74AE-4442-81FA-F2CCAACC7A45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1600200"/>
            <a:ext cx="8382000" cy="3200400"/>
            <a:chOff x="480" y="1008"/>
            <a:chExt cx="5280" cy="2016"/>
          </a:xfrm>
        </p:grpSpPr>
        <p:grpSp>
          <p:nvGrpSpPr>
            <p:cNvPr id="13334" name="Group 19">
              <a:extLst>
                <a:ext uri="{FF2B5EF4-FFF2-40B4-BE49-F238E27FC236}">
                  <a16:creationId xmlns:a16="http://schemas.microsoft.com/office/drawing/2014/main" id="{4326A407-4631-49DF-BE58-C77E1EC943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" y="1008"/>
              <a:ext cx="5280" cy="2016"/>
              <a:chOff x="480" y="1008"/>
              <a:chExt cx="5280" cy="2016"/>
            </a:xfrm>
          </p:grpSpPr>
          <p:sp>
            <p:nvSpPr>
              <p:cNvPr id="13337" name="Text Box 20">
                <a:extLst>
                  <a:ext uri="{FF2B5EF4-FFF2-40B4-BE49-F238E27FC236}">
                    <a16:creationId xmlns:a16="http://schemas.microsoft.com/office/drawing/2014/main" id="{2C76385E-46A5-4D0D-969D-08F0576982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8" y="1027"/>
                <a:ext cx="523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b="1">
                    <a:latin typeface="Times New Roman" panose="02020603050405020304" pitchFamily="18" charset="0"/>
                  </a:rPr>
                  <a:t>  </a:t>
                </a:r>
                <a:r>
                  <a:rPr kumimoji="1" lang="zh-CN" altLang="en-US" sz="2800" b="1">
                    <a:latin typeface="Times New Roman" panose="02020603050405020304" pitchFamily="18" charset="0"/>
                  </a:rPr>
                  <a:t>要求 </a:t>
                </a:r>
                <a:r>
                  <a:rPr kumimoji="1" lang="zh-CN" altLang="en-US" b="1">
                    <a:latin typeface="Times New Roman" panose="02020603050405020304" pitchFamily="18" charset="0"/>
                  </a:rPr>
                  <a:t>    </a:t>
                </a:r>
                <a:r>
                  <a:rPr kumimoji="1" lang="zh-CN" altLang="en-US" sz="2800" b="1">
                    <a:latin typeface="Times New Roman" panose="02020603050405020304" pitchFamily="18" charset="0"/>
                  </a:rPr>
                  <a:t>数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1       </a:t>
                </a:r>
                <a:r>
                  <a:rPr kumimoji="1" lang="zh-CN" altLang="en-US" sz="2800" b="1">
                    <a:latin typeface="Times New Roman" panose="02020603050405020304" pitchFamily="18" charset="0"/>
                  </a:rPr>
                  <a:t>数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2</a:t>
                </a:r>
                <a:r>
                  <a:rPr kumimoji="1" lang="en-US" altLang="zh-CN" b="1">
                    <a:latin typeface="Times New Roman" panose="02020603050405020304" pitchFamily="18" charset="0"/>
                  </a:rPr>
                  <a:t>      </a:t>
                </a:r>
                <a:r>
                  <a:rPr kumimoji="1" lang="zh-CN" altLang="en-US" sz="2800" b="1">
                    <a:latin typeface="Times New Roman" panose="02020603050405020304" pitchFamily="18" charset="0"/>
                  </a:rPr>
                  <a:t>实际操作      结果符号</a:t>
                </a:r>
              </a:p>
            </p:txBody>
          </p:sp>
          <p:sp>
            <p:nvSpPr>
              <p:cNvPr id="13338" name="Rectangle 21">
                <a:extLst>
                  <a:ext uri="{FF2B5EF4-FFF2-40B4-BE49-F238E27FC236}">
                    <a16:creationId xmlns:a16="http://schemas.microsoft.com/office/drawing/2014/main" id="{51FE569E-0707-477D-9FF5-0D62FC023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" y="1008"/>
                <a:ext cx="4944" cy="2016"/>
              </a:xfrm>
              <a:prstGeom prst="rect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</p:grpSp>
        <p:sp>
          <p:nvSpPr>
            <p:cNvPr id="13335" name="Line 22">
              <a:extLst>
                <a:ext uri="{FF2B5EF4-FFF2-40B4-BE49-F238E27FC236}">
                  <a16:creationId xmlns:a16="http://schemas.microsoft.com/office/drawing/2014/main" id="{80B34401-701E-45DF-9843-82E3E20D05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" y="1440"/>
              <a:ext cx="494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6" name="Line 23">
              <a:extLst>
                <a:ext uri="{FF2B5EF4-FFF2-40B4-BE49-F238E27FC236}">
                  <a16:creationId xmlns:a16="http://schemas.microsoft.com/office/drawing/2014/main" id="{450B093D-9F44-40EE-9528-CDD0BFF1A1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1008"/>
              <a:ext cx="0" cy="201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0264" name="Text Box 24">
            <a:extLst>
              <a:ext uri="{FF2B5EF4-FFF2-40B4-BE49-F238E27FC236}">
                <a16:creationId xmlns:a16="http://schemas.microsoft.com/office/drawing/2014/main" id="{75E7FA6C-CA97-4543-934E-1BBC4A34EF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6450" y="2416175"/>
            <a:ext cx="5397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正</a:t>
            </a:r>
          </a:p>
        </p:txBody>
      </p:sp>
      <p:sp>
        <p:nvSpPr>
          <p:cNvPr id="10265" name="Text Box 25">
            <a:extLst>
              <a:ext uri="{FF2B5EF4-FFF2-40B4-BE49-F238E27FC236}">
                <a16:creationId xmlns:a16="http://schemas.microsoft.com/office/drawing/2014/main" id="{40F2786B-2837-469E-94CF-21423CE0DB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5600" y="3036888"/>
            <a:ext cx="16065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可正可负</a:t>
            </a:r>
          </a:p>
        </p:txBody>
      </p:sp>
      <p:sp>
        <p:nvSpPr>
          <p:cNvPr id="10266" name="Text Box 26">
            <a:extLst>
              <a:ext uri="{FF2B5EF4-FFF2-40B4-BE49-F238E27FC236}">
                <a16:creationId xmlns:a16="http://schemas.microsoft.com/office/drawing/2014/main" id="{F425EF7B-4694-4EE1-A06C-D1734F4965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5600" y="3570288"/>
            <a:ext cx="16065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可正可负</a:t>
            </a:r>
          </a:p>
        </p:txBody>
      </p:sp>
      <p:sp>
        <p:nvSpPr>
          <p:cNvPr id="10267" name="Text Box 27">
            <a:extLst>
              <a:ext uri="{FF2B5EF4-FFF2-40B4-BE49-F238E27FC236}">
                <a16:creationId xmlns:a16="http://schemas.microsoft.com/office/drawing/2014/main" id="{78103C32-253B-4B57-983A-6E1DE95B1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6450" y="4179888"/>
            <a:ext cx="5397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负</a:t>
            </a:r>
          </a:p>
        </p:txBody>
      </p:sp>
      <p:sp>
        <p:nvSpPr>
          <p:cNvPr id="30" name="矩形 29">
            <a:extLst>
              <a:ext uri="{FF2B5EF4-FFF2-40B4-BE49-F238E27FC236}">
                <a16:creationId xmlns:a16="http://schemas.microsoft.com/office/drawing/2014/main" id="{BC7A4560-A0D7-4BB9-BEBE-15E3EA52C035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0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0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0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0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0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0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0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0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10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10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10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10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10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10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10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43" grpId="0" autoUpdateAnimBg="0"/>
      <p:bldP spid="10244" grpId="0" autoUpdateAnimBg="0"/>
      <p:bldP spid="10245" grpId="0" autoUpdateAnimBg="0"/>
      <p:bldP spid="10250" grpId="0" autoUpdateAnimBg="0"/>
      <p:bldP spid="10251" grpId="0" autoUpdateAnimBg="0"/>
      <p:bldP spid="10252" grpId="0" autoUpdateAnimBg="0"/>
      <p:bldP spid="10253" grpId="0" autoUpdateAnimBg="0"/>
      <p:bldP spid="10254" grpId="0" autoUpdateAnimBg="0"/>
      <p:bldP spid="10255" grpId="0" autoUpdateAnimBg="0"/>
      <p:bldP spid="10256" grpId="0" autoUpdateAnimBg="0"/>
      <p:bldP spid="10257" grpId="0" autoUpdateAnimBg="0"/>
      <p:bldP spid="10264" grpId="0" autoUpdateAnimBg="0"/>
      <p:bldP spid="10265" grpId="0" autoUpdateAnimBg="0"/>
      <p:bldP spid="10266" grpId="0" autoUpdateAnimBg="0"/>
      <p:bldP spid="10267" grpId="0" autoUpdateAnimBg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64C46321-FF91-4563-AF76-BDF201AC73DB}"/>
              </a:ext>
            </a:extLst>
          </p:cNvPr>
          <p:cNvGrpSpPr>
            <a:grpSpLocks/>
          </p:cNvGrpSpPr>
          <p:nvPr/>
        </p:nvGrpSpPr>
        <p:grpSpPr bwMode="auto">
          <a:xfrm>
            <a:off x="7478713" y="3382963"/>
            <a:ext cx="827087" cy="1036637"/>
            <a:chOff x="4711" y="2131"/>
            <a:chExt cx="521" cy="653"/>
          </a:xfrm>
        </p:grpSpPr>
        <p:grpSp>
          <p:nvGrpSpPr>
            <p:cNvPr id="14376" name="Group 3">
              <a:extLst>
                <a:ext uri="{FF2B5EF4-FFF2-40B4-BE49-F238E27FC236}">
                  <a16:creationId xmlns:a16="http://schemas.microsoft.com/office/drawing/2014/main" id="{D5E12818-C0A1-4403-8372-E228B79539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1" y="2131"/>
              <a:ext cx="521" cy="653"/>
              <a:chOff x="4711" y="2131"/>
              <a:chExt cx="521" cy="653"/>
            </a:xfrm>
          </p:grpSpPr>
          <p:sp>
            <p:nvSpPr>
              <p:cNvPr id="14378" name="Text Box 4">
                <a:extLst>
                  <a:ext uri="{FF2B5EF4-FFF2-40B4-BE49-F238E27FC236}">
                    <a16:creationId xmlns:a16="http://schemas.microsoft.com/office/drawing/2014/main" id="{62BB7307-1C52-460D-BBF1-F5D6F50A98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11" y="2131"/>
                <a:ext cx="52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b="1">
                    <a:latin typeface="Times New Roman" panose="02020603050405020304" pitchFamily="18" charset="0"/>
                  </a:rPr>
                  <a:t>- 12</a:t>
                </a:r>
              </a:p>
            </p:txBody>
          </p:sp>
          <p:sp>
            <p:nvSpPr>
              <p:cNvPr id="14379" name="Text Box 5">
                <a:extLst>
                  <a:ext uri="{FF2B5EF4-FFF2-40B4-BE49-F238E27FC236}">
                    <a16:creationId xmlns:a16="http://schemas.microsoft.com/office/drawing/2014/main" id="{CFAF4A67-C692-486C-AF59-D3C1D17FF6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88" y="2419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b="1">
                    <a:latin typeface="Times New Roman" panose="02020603050405020304" pitchFamily="18" charset="0"/>
                  </a:rPr>
                  <a:t>3</a:t>
                </a:r>
              </a:p>
            </p:txBody>
          </p:sp>
        </p:grpSp>
        <p:sp>
          <p:nvSpPr>
            <p:cNvPr id="14377" name="Line 6">
              <a:extLst>
                <a:ext uri="{FF2B5EF4-FFF2-40B4-BE49-F238E27FC236}">
                  <a16:creationId xmlns:a16="http://schemas.microsoft.com/office/drawing/2014/main" id="{3C9CB21A-1D7D-409B-A119-9BECF77CFE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3" y="2448"/>
              <a:ext cx="44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1271" name="Text Box 7">
            <a:extLst>
              <a:ext uri="{FF2B5EF4-FFF2-40B4-BE49-F238E27FC236}">
                <a16:creationId xmlns:a16="http://schemas.microsoft.com/office/drawing/2014/main" id="{71EDC2D8-59DE-43FF-88FF-D9C978753C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1295400"/>
            <a:ext cx="304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(1) </a:t>
            </a:r>
            <a:r>
              <a:rPr kumimoji="1" lang="zh-CN" altLang="en-US" b="1">
                <a:latin typeface="Times New Roman" panose="02020603050405020304" pitchFamily="18" charset="0"/>
              </a:rPr>
              <a:t>补的概念</a:t>
            </a:r>
          </a:p>
        </p:txBody>
      </p:sp>
      <p:sp>
        <p:nvSpPr>
          <p:cNvPr id="11272" name="Text Box 8">
            <a:extLst>
              <a:ext uri="{FF2B5EF4-FFF2-40B4-BE49-F238E27FC236}">
                <a16:creationId xmlns:a16="http://schemas.microsoft.com/office/drawing/2014/main" id="{FA7DBD5A-7A58-4365-B934-AA33879FB1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2062163"/>
            <a:ext cx="1905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时钟</a:t>
            </a:r>
          </a:p>
        </p:txBody>
      </p:sp>
      <p:sp>
        <p:nvSpPr>
          <p:cNvPr id="11273" name="Text Box 9">
            <a:extLst>
              <a:ext uri="{FF2B5EF4-FFF2-40B4-BE49-F238E27FC236}">
                <a16:creationId xmlns:a16="http://schemas.microsoft.com/office/drawing/2014/main" id="{7E0F6836-F9A8-4264-A6C4-00C560F146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057400"/>
            <a:ext cx="1828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逆时针</a:t>
            </a:r>
          </a:p>
        </p:txBody>
      </p:sp>
      <p:grpSp>
        <p:nvGrpSpPr>
          <p:cNvPr id="5" name="Group 10">
            <a:extLst>
              <a:ext uri="{FF2B5EF4-FFF2-40B4-BE49-F238E27FC236}">
                <a16:creationId xmlns:a16="http://schemas.microsoft.com/office/drawing/2014/main" id="{251C32A4-65EB-4D8F-A268-D2674ADF8251}"/>
              </a:ext>
            </a:extLst>
          </p:cNvPr>
          <p:cNvGrpSpPr>
            <a:grpSpLocks/>
          </p:cNvGrpSpPr>
          <p:nvPr/>
        </p:nvGrpSpPr>
        <p:grpSpPr bwMode="auto">
          <a:xfrm>
            <a:off x="4545013" y="2209800"/>
            <a:ext cx="712787" cy="1417638"/>
            <a:chOff x="3264" y="1939"/>
            <a:chExt cx="449" cy="893"/>
          </a:xfrm>
        </p:grpSpPr>
        <p:sp>
          <p:nvSpPr>
            <p:cNvPr id="14372" name="Text Box 11">
              <a:extLst>
                <a:ext uri="{FF2B5EF4-FFF2-40B4-BE49-F238E27FC236}">
                  <a16:creationId xmlns:a16="http://schemas.microsoft.com/office/drawing/2014/main" id="{46F154D9-A1E9-4AFE-878A-CD7551C662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4" y="2179"/>
              <a:ext cx="39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- 3</a:t>
              </a:r>
            </a:p>
          </p:txBody>
        </p:sp>
        <p:sp>
          <p:nvSpPr>
            <p:cNvPr id="14373" name="Line 12">
              <a:extLst>
                <a:ext uri="{FF2B5EF4-FFF2-40B4-BE49-F238E27FC236}">
                  <a16:creationId xmlns:a16="http://schemas.microsoft.com/office/drawing/2014/main" id="{57EBC636-7BB4-4B84-AE76-3B4777C274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2496"/>
              <a:ext cx="44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374" name="Text Box 13">
              <a:extLst>
                <a:ext uri="{FF2B5EF4-FFF2-40B4-BE49-F238E27FC236}">
                  <a16:creationId xmlns:a16="http://schemas.microsoft.com/office/drawing/2014/main" id="{16D15C81-6E13-4757-9BA8-7DD47C2F5F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3" y="1939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6</a:t>
              </a:r>
            </a:p>
          </p:txBody>
        </p:sp>
        <p:sp>
          <p:nvSpPr>
            <p:cNvPr id="14375" name="Text Box 14">
              <a:extLst>
                <a:ext uri="{FF2B5EF4-FFF2-40B4-BE49-F238E27FC236}">
                  <a16:creationId xmlns:a16="http://schemas.microsoft.com/office/drawing/2014/main" id="{16656807-C91E-4910-BAC2-E089F8FA5B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3" y="2467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3</a:t>
              </a:r>
            </a:p>
          </p:txBody>
        </p:sp>
      </p:grpSp>
      <p:sp>
        <p:nvSpPr>
          <p:cNvPr id="11279" name="Text Box 15">
            <a:extLst>
              <a:ext uri="{FF2B5EF4-FFF2-40B4-BE49-F238E27FC236}">
                <a16:creationId xmlns:a16="http://schemas.microsoft.com/office/drawing/2014/main" id="{7EC59B37-91D9-4AD8-B580-2B71FCAE2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1225" y="2057400"/>
            <a:ext cx="18573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顺时针</a:t>
            </a:r>
          </a:p>
        </p:txBody>
      </p:sp>
      <p:grpSp>
        <p:nvGrpSpPr>
          <p:cNvPr id="7" name="Group 16">
            <a:extLst>
              <a:ext uri="{FF2B5EF4-FFF2-40B4-BE49-F238E27FC236}">
                <a16:creationId xmlns:a16="http://schemas.microsoft.com/office/drawing/2014/main" id="{5ED13AFF-1413-4AA3-AE80-F52164561C4B}"/>
              </a:ext>
            </a:extLst>
          </p:cNvPr>
          <p:cNvGrpSpPr>
            <a:grpSpLocks/>
          </p:cNvGrpSpPr>
          <p:nvPr/>
        </p:nvGrpSpPr>
        <p:grpSpPr bwMode="auto">
          <a:xfrm>
            <a:off x="7585075" y="2133600"/>
            <a:ext cx="720725" cy="1417638"/>
            <a:chOff x="4778" y="1344"/>
            <a:chExt cx="454" cy="893"/>
          </a:xfrm>
        </p:grpSpPr>
        <p:grpSp>
          <p:nvGrpSpPr>
            <p:cNvPr id="14367" name="Group 17">
              <a:extLst>
                <a:ext uri="{FF2B5EF4-FFF2-40B4-BE49-F238E27FC236}">
                  <a16:creationId xmlns:a16="http://schemas.microsoft.com/office/drawing/2014/main" id="{FA864EC3-E1E7-4EFF-A998-0105EDCE84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78" y="1344"/>
              <a:ext cx="454" cy="893"/>
              <a:chOff x="4778" y="1344"/>
              <a:chExt cx="454" cy="893"/>
            </a:xfrm>
          </p:grpSpPr>
          <p:sp>
            <p:nvSpPr>
              <p:cNvPr id="14369" name="Text Box 18">
                <a:extLst>
                  <a:ext uri="{FF2B5EF4-FFF2-40B4-BE49-F238E27FC236}">
                    <a16:creationId xmlns:a16="http://schemas.microsoft.com/office/drawing/2014/main" id="{27717533-E59F-4F68-8A7B-027CFC0274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78" y="1584"/>
                <a:ext cx="45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b="1">
                    <a:latin typeface="Times New Roman" panose="02020603050405020304" pitchFamily="18" charset="0"/>
                  </a:rPr>
                  <a:t>+ 9</a:t>
                </a:r>
              </a:p>
            </p:txBody>
          </p:sp>
          <p:sp>
            <p:nvSpPr>
              <p:cNvPr id="14370" name="Text Box 19">
                <a:extLst>
                  <a:ext uri="{FF2B5EF4-FFF2-40B4-BE49-F238E27FC236}">
                    <a16:creationId xmlns:a16="http://schemas.microsoft.com/office/drawing/2014/main" id="{63905A1A-000E-435A-89B1-7437577E78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24" y="1344"/>
                <a:ext cx="30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b="1">
                    <a:latin typeface="Times New Roman" panose="02020603050405020304" pitchFamily="18" charset="0"/>
                  </a:rPr>
                  <a:t> 6</a:t>
                </a:r>
              </a:p>
            </p:txBody>
          </p:sp>
          <p:sp>
            <p:nvSpPr>
              <p:cNvPr id="14371" name="Text Box 20">
                <a:extLst>
                  <a:ext uri="{FF2B5EF4-FFF2-40B4-BE49-F238E27FC236}">
                    <a16:creationId xmlns:a16="http://schemas.microsoft.com/office/drawing/2014/main" id="{39EDD503-18EF-407B-8342-7065BF51D5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0" y="1872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b="1">
                    <a:latin typeface="Times New Roman" panose="02020603050405020304" pitchFamily="18" charset="0"/>
                  </a:rPr>
                  <a:t>15</a:t>
                </a:r>
              </a:p>
            </p:txBody>
          </p:sp>
        </p:grpSp>
        <p:sp>
          <p:nvSpPr>
            <p:cNvPr id="14368" name="Line 21">
              <a:extLst>
                <a:ext uri="{FF2B5EF4-FFF2-40B4-BE49-F238E27FC236}">
                  <a16:creationId xmlns:a16="http://schemas.microsoft.com/office/drawing/2014/main" id="{B40C86A1-FFBB-44E4-9A4F-21067EB60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3" y="1901"/>
              <a:ext cx="44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4345" name="Text Box 22">
            <a:extLst>
              <a:ext uri="{FF2B5EF4-FFF2-40B4-BE49-F238E27FC236}">
                <a16:creationId xmlns:a16="http://schemas.microsoft.com/office/drawing/2014/main" id="{55E3B299-3B54-4A17-9CC3-29A0FFE429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425450"/>
            <a:ext cx="4800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3.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补码表示法</a:t>
            </a:r>
          </a:p>
        </p:txBody>
      </p:sp>
      <p:grpSp>
        <p:nvGrpSpPr>
          <p:cNvPr id="9" name="Group 23">
            <a:extLst>
              <a:ext uri="{FF2B5EF4-FFF2-40B4-BE49-F238E27FC236}">
                <a16:creationId xmlns:a16="http://schemas.microsoft.com/office/drawing/2014/main" id="{2B4CA4F7-57A5-40F6-A7B9-231A4EB74C03}"/>
              </a:ext>
            </a:extLst>
          </p:cNvPr>
          <p:cNvGrpSpPr>
            <a:grpSpLocks/>
          </p:cNvGrpSpPr>
          <p:nvPr/>
        </p:nvGrpSpPr>
        <p:grpSpPr bwMode="auto">
          <a:xfrm>
            <a:off x="1508125" y="3505200"/>
            <a:ext cx="3597275" cy="519113"/>
            <a:chOff x="950" y="2640"/>
            <a:chExt cx="2266" cy="327"/>
          </a:xfrm>
        </p:grpSpPr>
        <p:sp>
          <p:nvSpPr>
            <p:cNvPr id="14365" name="Text Box 24">
              <a:extLst>
                <a:ext uri="{FF2B5EF4-FFF2-40B4-BE49-F238E27FC236}">
                  <a16:creationId xmlns:a16="http://schemas.microsoft.com/office/drawing/2014/main" id="{CD0F105A-8717-409A-95B5-7DB4CB81F3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0" y="2640"/>
              <a:ext cx="226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可见   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3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可用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+ 9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代替</a:t>
              </a:r>
            </a:p>
          </p:txBody>
        </p:sp>
        <p:sp>
          <p:nvSpPr>
            <p:cNvPr id="14366" name="Line 25">
              <a:extLst>
                <a:ext uri="{FF2B5EF4-FFF2-40B4-BE49-F238E27FC236}">
                  <a16:creationId xmlns:a16="http://schemas.microsoft.com/office/drawing/2014/main" id="{C50809C0-688C-41F8-A8BE-65EB1027CF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6" y="2808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0" name="Group 26">
            <a:extLst>
              <a:ext uri="{FF2B5EF4-FFF2-40B4-BE49-F238E27FC236}">
                <a16:creationId xmlns:a16="http://schemas.microsoft.com/office/drawing/2014/main" id="{6882D9BA-921B-4D0D-8873-3E5F3230C806}"/>
              </a:ext>
            </a:extLst>
          </p:cNvPr>
          <p:cNvGrpSpPr>
            <a:grpSpLocks/>
          </p:cNvGrpSpPr>
          <p:nvPr/>
        </p:nvGrpSpPr>
        <p:grpSpPr bwMode="auto">
          <a:xfrm>
            <a:off x="1508125" y="4648200"/>
            <a:ext cx="4357688" cy="519113"/>
            <a:chOff x="950" y="3072"/>
            <a:chExt cx="2745" cy="327"/>
          </a:xfrm>
        </p:grpSpPr>
        <p:sp>
          <p:nvSpPr>
            <p:cNvPr id="14363" name="Text Box 27">
              <a:extLst>
                <a:ext uri="{FF2B5EF4-FFF2-40B4-BE49-F238E27FC236}">
                  <a16:creationId xmlns:a16="http://schemas.microsoft.com/office/drawing/2014/main" id="{D28D350F-7B1F-4512-A5B3-47A15E853D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0" y="3072"/>
              <a:ext cx="274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记作   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3 ≡ + 9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（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mod 12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）</a:t>
              </a:r>
            </a:p>
          </p:txBody>
        </p:sp>
        <p:sp>
          <p:nvSpPr>
            <p:cNvPr id="14364" name="Line 28">
              <a:extLst>
                <a:ext uri="{FF2B5EF4-FFF2-40B4-BE49-F238E27FC236}">
                  <a16:creationId xmlns:a16="http://schemas.microsoft.com/office/drawing/2014/main" id="{BD4B243C-9263-4FF6-AED7-7CA0B7AA95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6" y="3239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" name="Group 29">
            <a:extLst>
              <a:ext uri="{FF2B5EF4-FFF2-40B4-BE49-F238E27FC236}">
                <a16:creationId xmlns:a16="http://schemas.microsoft.com/office/drawing/2014/main" id="{B075BAD4-4BD3-4DE6-9B4F-D7CA2B7E9181}"/>
              </a:ext>
            </a:extLst>
          </p:cNvPr>
          <p:cNvGrpSpPr>
            <a:grpSpLocks/>
          </p:cNvGrpSpPr>
          <p:nvPr/>
        </p:nvGrpSpPr>
        <p:grpSpPr bwMode="auto">
          <a:xfrm>
            <a:off x="1508125" y="5334000"/>
            <a:ext cx="4357688" cy="519113"/>
            <a:chOff x="950" y="3504"/>
            <a:chExt cx="2745" cy="327"/>
          </a:xfrm>
        </p:grpSpPr>
        <p:sp>
          <p:nvSpPr>
            <p:cNvPr id="14361" name="Text Box 30">
              <a:extLst>
                <a:ext uri="{FF2B5EF4-FFF2-40B4-BE49-F238E27FC236}">
                  <a16:creationId xmlns:a16="http://schemas.microsoft.com/office/drawing/2014/main" id="{39911CEA-7ACF-4493-A779-CF474921B8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0" y="3504"/>
              <a:ext cx="274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同理   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4 ≡ + 8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（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mod 12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）</a:t>
              </a:r>
            </a:p>
          </p:txBody>
        </p:sp>
        <p:sp>
          <p:nvSpPr>
            <p:cNvPr id="14362" name="Line 31">
              <a:extLst>
                <a:ext uri="{FF2B5EF4-FFF2-40B4-BE49-F238E27FC236}">
                  <a16:creationId xmlns:a16="http://schemas.microsoft.com/office/drawing/2014/main" id="{6F80EBBA-8E40-474D-9F74-99ED37FAAC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6" y="3683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2" name="Group 32">
            <a:extLst>
              <a:ext uri="{FF2B5EF4-FFF2-40B4-BE49-F238E27FC236}">
                <a16:creationId xmlns:a16="http://schemas.microsoft.com/office/drawing/2014/main" id="{97705AA7-3D4B-4463-81E6-70A278895CB2}"/>
              </a:ext>
            </a:extLst>
          </p:cNvPr>
          <p:cNvGrpSpPr>
            <a:grpSpLocks/>
          </p:cNvGrpSpPr>
          <p:nvPr/>
        </p:nvGrpSpPr>
        <p:grpSpPr bwMode="auto">
          <a:xfrm>
            <a:off x="2311400" y="6021388"/>
            <a:ext cx="3554413" cy="519112"/>
            <a:chOff x="1456" y="3793"/>
            <a:chExt cx="2239" cy="327"/>
          </a:xfrm>
        </p:grpSpPr>
        <p:sp>
          <p:nvSpPr>
            <p:cNvPr id="14359" name="Text Box 33">
              <a:extLst>
                <a:ext uri="{FF2B5EF4-FFF2-40B4-BE49-F238E27FC236}">
                  <a16:creationId xmlns:a16="http://schemas.microsoft.com/office/drawing/2014/main" id="{A9A16DB2-92FD-41E0-8671-655BE7F1B8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6" y="3793"/>
              <a:ext cx="2239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   5 ≡ + 7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（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mod 12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）</a:t>
              </a:r>
            </a:p>
          </p:txBody>
        </p:sp>
        <p:sp>
          <p:nvSpPr>
            <p:cNvPr id="14360" name="Line 34">
              <a:extLst>
                <a:ext uri="{FF2B5EF4-FFF2-40B4-BE49-F238E27FC236}">
                  <a16:creationId xmlns:a16="http://schemas.microsoft.com/office/drawing/2014/main" id="{280E4E36-4D8D-4ADD-B515-B5908BC180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6" y="3945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1299" name="AutoShape 35">
            <a:extLst>
              <a:ext uri="{FF2B5EF4-FFF2-40B4-BE49-F238E27FC236}">
                <a16:creationId xmlns:a16="http://schemas.microsoft.com/office/drawing/2014/main" id="{ED2C4CBE-63FC-4831-B858-5836481C45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760913"/>
            <a:ext cx="1524000" cy="1044575"/>
          </a:xfrm>
          <a:prstGeom prst="wedgeRoundRectCallout">
            <a:avLst>
              <a:gd name="adj1" fmla="val 43231"/>
              <a:gd name="adj2" fmla="val -147417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1400" b="1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时钟以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1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12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为模</a:t>
            </a:r>
          </a:p>
        </p:txBody>
      </p:sp>
      <p:grpSp>
        <p:nvGrpSpPr>
          <p:cNvPr id="14" name="Group 36">
            <a:extLst>
              <a:ext uri="{FF2B5EF4-FFF2-40B4-BE49-F238E27FC236}">
                <a16:creationId xmlns:a16="http://schemas.microsoft.com/office/drawing/2014/main" id="{5A40F05F-B21F-476F-BF44-708242F86821}"/>
              </a:ext>
            </a:extLst>
          </p:cNvPr>
          <p:cNvGrpSpPr>
            <a:grpSpLocks/>
          </p:cNvGrpSpPr>
          <p:nvPr/>
        </p:nvGrpSpPr>
        <p:grpSpPr bwMode="auto">
          <a:xfrm>
            <a:off x="5149850" y="3519488"/>
            <a:ext cx="2470150" cy="519112"/>
            <a:chOff x="3244" y="2217"/>
            <a:chExt cx="1556" cy="327"/>
          </a:xfrm>
        </p:grpSpPr>
        <p:sp>
          <p:nvSpPr>
            <p:cNvPr id="14357" name="Text Box 37">
              <a:extLst>
                <a:ext uri="{FF2B5EF4-FFF2-40B4-BE49-F238E27FC236}">
                  <a16:creationId xmlns:a16="http://schemas.microsoft.com/office/drawing/2014/main" id="{44905502-C74B-4F06-8DB8-71DA32BDC0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44" y="2217"/>
              <a:ext cx="155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减法       加法</a:t>
              </a:r>
            </a:p>
          </p:txBody>
        </p:sp>
        <p:sp>
          <p:nvSpPr>
            <p:cNvPr id="14358" name="Line 38">
              <a:extLst>
                <a:ext uri="{FF2B5EF4-FFF2-40B4-BE49-F238E27FC236}">
                  <a16:creationId xmlns:a16="http://schemas.microsoft.com/office/drawing/2014/main" id="{9DF0BF38-1E19-48D5-8554-9CD2BE66B9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2400"/>
              <a:ext cx="336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1303" name="Rectangle 39">
            <a:extLst>
              <a:ext uri="{FF2B5EF4-FFF2-40B4-BE49-F238E27FC236}">
                <a16:creationId xmlns:a16="http://schemas.microsoft.com/office/drawing/2014/main" id="{958086B6-48A8-4A30-92BE-2DCB107873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 anchor="ctr"/>
          <a:lstStyle/>
          <a:p>
            <a:pPr algn="ctr" eaLnBrk="1" hangingPunct="1">
              <a:defRPr/>
            </a:pPr>
            <a:endParaRPr kumimoji="1" lang="en-US" altLang="zh-CN" sz="4400" b="1" dirty="0">
              <a:solidFill>
                <a:schemeClr val="tx2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charset="0"/>
            </a:endParaRPr>
          </a:p>
        </p:txBody>
      </p:sp>
      <p:grpSp>
        <p:nvGrpSpPr>
          <p:cNvPr id="15" name="Group 41">
            <a:extLst>
              <a:ext uri="{FF2B5EF4-FFF2-40B4-BE49-F238E27FC236}">
                <a16:creationId xmlns:a16="http://schemas.microsoft.com/office/drawing/2014/main" id="{628E2288-C13E-4254-B5CF-7962CF6DDA9B}"/>
              </a:ext>
            </a:extLst>
          </p:cNvPr>
          <p:cNvGrpSpPr>
            <a:grpSpLocks/>
          </p:cNvGrpSpPr>
          <p:nvPr/>
        </p:nvGrpSpPr>
        <p:grpSpPr bwMode="auto">
          <a:xfrm>
            <a:off x="1524000" y="4029075"/>
            <a:ext cx="5486400" cy="519113"/>
            <a:chOff x="960" y="2538"/>
            <a:chExt cx="3456" cy="327"/>
          </a:xfrm>
        </p:grpSpPr>
        <p:sp>
          <p:nvSpPr>
            <p:cNvPr id="14355" name="Text Box 42">
              <a:extLst>
                <a:ext uri="{FF2B5EF4-FFF2-40B4-BE49-F238E27FC236}">
                  <a16:creationId xmlns:a16="http://schemas.microsoft.com/office/drawing/2014/main" id="{2205FD16-27FE-4415-840E-63D304DDEB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0" y="2538"/>
              <a:ext cx="345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称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+ 9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是 </a:t>
              </a:r>
              <a:r>
                <a:rPr kumimoji="1" lang="zh-CN" altLang="en-US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3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以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12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为模的 </a:t>
              </a: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补数</a:t>
              </a:r>
            </a:p>
          </p:txBody>
        </p:sp>
        <p:sp>
          <p:nvSpPr>
            <p:cNvPr id="14356" name="Line 43">
              <a:extLst>
                <a:ext uri="{FF2B5EF4-FFF2-40B4-BE49-F238E27FC236}">
                  <a16:creationId xmlns:a16="http://schemas.microsoft.com/office/drawing/2014/main" id="{0865D812-CB50-4ADF-8105-D8A2AF4027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5" y="2704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44" name="矩形 43">
            <a:extLst>
              <a:ext uri="{FF2B5EF4-FFF2-40B4-BE49-F238E27FC236}">
                <a16:creationId xmlns:a16="http://schemas.microsoft.com/office/drawing/2014/main" id="{BA8D2E70-AD63-4E28-888B-B70D22559D7D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1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1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1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1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1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71" grpId="0" autoUpdateAnimBg="0"/>
      <p:bldP spid="11272" grpId="0" autoUpdateAnimBg="0"/>
      <p:bldP spid="11273" grpId="0" autoUpdateAnimBg="0"/>
      <p:bldP spid="11279" grpId="0" autoUpdateAnimBg="0"/>
      <p:bldP spid="11299" grpId="0" animBg="1" autoUpdateAnimBg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Text Box 2">
            <a:extLst>
              <a:ext uri="{FF2B5EF4-FFF2-40B4-BE49-F238E27FC236}">
                <a16:creationId xmlns:a16="http://schemas.microsoft.com/office/drawing/2014/main" id="{515F6798-18F7-496E-B279-B6AF0E8953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188913"/>
            <a:ext cx="12160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>
                <a:latin typeface="Times New Roman" panose="02020603050405020304" pitchFamily="18" charset="0"/>
              </a:rPr>
              <a:t>结论 </a:t>
            </a:r>
          </a:p>
        </p:txBody>
      </p:sp>
      <p:sp>
        <p:nvSpPr>
          <p:cNvPr id="12291" name="Text Box 3">
            <a:extLst>
              <a:ext uri="{FF2B5EF4-FFF2-40B4-BE49-F238E27FC236}">
                <a16:creationId xmlns:a16="http://schemas.microsoft.com/office/drawing/2014/main" id="{08101859-4AAE-4E65-BEDE-C5E00C97C9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703263"/>
            <a:ext cx="665003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Ø"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一个负数加上 </a:t>
            </a:r>
            <a:r>
              <a:rPr kumimoji="1" lang="zh-CN" altLang="en-US" sz="3600" b="1">
                <a:solidFill>
                  <a:schemeClr val="folHlink"/>
                </a:solidFill>
                <a:latin typeface="Times New Roman" panose="02020603050405020304" pitchFamily="18" charset="0"/>
              </a:rPr>
              <a:t>“模”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即得该负数的补数</a:t>
            </a:r>
          </a:p>
        </p:txBody>
      </p:sp>
      <p:sp>
        <p:nvSpPr>
          <p:cNvPr id="12292" name="Text Box 4">
            <a:extLst>
              <a:ext uri="{FF2B5EF4-FFF2-40B4-BE49-F238E27FC236}">
                <a16:creationId xmlns:a16="http://schemas.microsoft.com/office/drawing/2014/main" id="{D090F9F7-F9B1-4AC2-ADA3-E16F57415E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1447800"/>
            <a:ext cx="8763000" cy="1068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Ø"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一个正数和一个负数互为补数时  </a:t>
            </a:r>
          </a:p>
          <a:p>
            <a:pPr eaLnBrk="1" hangingPunct="1">
              <a:spcBef>
                <a:spcPct val="0"/>
              </a:spcBef>
              <a:buFont typeface="Wingdings" panose="05000000000000000000" pitchFamily="2" charset="2"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   它们绝对值之和即为 </a:t>
            </a:r>
            <a:r>
              <a:rPr kumimoji="1" lang="zh-CN" altLang="en-US" sz="3600" b="1">
                <a:solidFill>
                  <a:schemeClr val="folHlink"/>
                </a:solidFill>
                <a:latin typeface="Times New Roman" panose="02020603050405020304" pitchFamily="18" charset="0"/>
              </a:rPr>
              <a:t>模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数</a:t>
            </a:r>
          </a:p>
        </p:txBody>
      </p:sp>
      <p:sp>
        <p:nvSpPr>
          <p:cNvPr id="12293" name="Text Box 5">
            <a:extLst>
              <a:ext uri="{FF2B5EF4-FFF2-40B4-BE49-F238E27FC236}">
                <a16:creationId xmlns:a16="http://schemas.microsoft.com/office/drawing/2014/main" id="{7492C1CE-7576-4064-82A1-4327C9A898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525" y="2532063"/>
            <a:ext cx="38179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计数器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（模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16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）</a:t>
            </a:r>
          </a:p>
        </p:txBody>
      </p:sp>
      <p:grpSp>
        <p:nvGrpSpPr>
          <p:cNvPr id="2" name="Group 6">
            <a:extLst>
              <a:ext uri="{FF2B5EF4-FFF2-40B4-BE49-F238E27FC236}">
                <a16:creationId xmlns:a16="http://schemas.microsoft.com/office/drawing/2014/main" id="{771E7A0C-34DE-4EB1-97D9-4C4F7742D7F0}"/>
              </a:ext>
            </a:extLst>
          </p:cNvPr>
          <p:cNvGrpSpPr>
            <a:grpSpLocks/>
          </p:cNvGrpSpPr>
          <p:nvPr/>
        </p:nvGrpSpPr>
        <p:grpSpPr bwMode="auto">
          <a:xfrm>
            <a:off x="3581400" y="3398838"/>
            <a:ext cx="1447800" cy="579437"/>
            <a:chOff x="2256" y="2064"/>
            <a:chExt cx="912" cy="365"/>
          </a:xfrm>
        </p:grpSpPr>
        <p:sp>
          <p:nvSpPr>
            <p:cNvPr id="15401" name="Text Box 7">
              <a:extLst>
                <a:ext uri="{FF2B5EF4-FFF2-40B4-BE49-F238E27FC236}">
                  <a16:creationId xmlns:a16="http://schemas.microsoft.com/office/drawing/2014/main" id="{3992043C-72D4-4090-96B6-AE803F90AA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2064"/>
              <a:ext cx="82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1011</a:t>
              </a:r>
            </a:p>
          </p:txBody>
        </p:sp>
        <p:sp>
          <p:nvSpPr>
            <p:cNvPr id="15402" name="Line 8">
              <a:extLst>
                <a:ext uri="{FF2B5EF4-FFF2-40B4-BE49-F238E27FC236}">
                  <a16:creationId xmlns:a16="http://schemas.microsoft.com/office/drawing/2014/main" id="{97BDECD4-BC98-4B0B-9C04-A9FF5DF734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1" y="2381"/>
              <a:ext cx="907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2297" name="Text Box 9">
            <a:extLst>
              <a:ext uri="{FF2B5EF4-FFF2-40B4-BE49-F238E27FC236}">
                <a16:creationId xmlns:a16="http://schemas.microsoft.com/office/drawing/2014/main" id="{EF40C364-1E70-4C94-83BE-88745123AF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2075" y="3017838"/>
            <a:ext cx="9969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1011</a:t>
            </a:r>
          </a:p>
        </p:txBody>
      </p:sp>
      <p:sp>
        <p:nvSpPr>
          <p:cNvPr id="12298" name="Text Box 10">
            <a:extLst>
              <a:ext uri="{FF2B5EF4-FFF2-40B4-BE49-F238E27FC236}">
                <a16:creationId xmlns:a16="http://schemas.microsoft.com/office/drawing/2014/main" id="{66348596-5570-43DA-AC96-962F6B33C2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2075" y="3856038"/>
            <a:ext cx="9969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0000</a:t>
            </a:r>
          </a:p>
        </p:txBody>
      </p:sp>
      <p:grpSp>
        <p:nvGrpSpPr>
          <p:cNvPr id="3" name="Group 11">
            <a:extLst>
              <a:ext uri="{FF2B5EF4-FFF2-40B4-BE49-F238E27FC236}">
                <a16:creationId xmlns:a16="http://schemas.microsoft.com/office/drawing/2014/main" id="{DFAAC48C-7FB0-4C29-B1CC-EF6F62A3A83F}"/>
              </a:ext>
            </a:extLst>
          </p:cNvPr>
          <p:cNvGrpSpPr>
            <a:grpSpLocks/>
          </p:cNvGrpSpPr>
          <p:nvPr/>
        </p:nvGrpSpPr>
        <p:grpSpPr bwMode="auto">
          <a:xfrm>
            <a:off x="6221413" y="3398838"/>
            <a:ext cx="1474787" cy="579437"/>
            <a:chOff x="3919" y="2064"/>
            <a:chExt cx="929" cy="365"/>
          </a:xfrm>
        </p:grpSpPr>
        <p:sp>
          <p:nvSpPr>
            <p:cNvPr id="15399" name="Text Box 12">
              <a:extLst>
                <a:ext uri="{FF2B5EF4-FFF2-40B4-BE49-F238E27FC236}">
                  <a16:creationId xmlns:a16="http://schemas.microsoft.com/office/drawing/2014/main" id="{5925B146-84F8-4E1E-BDF2-3150E84060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19" y="2064"/>
              <a:ext cx="83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+ 0101</a:t>
              </a:r>
            </a:p>
          </p:txBody>
        </p:sp>
        <p:sp>
          <p:nvSpPr>
            <p:cNvPr id="15400" name="Line 13">
              <a:extLst>
                <a:ext uri="{FF2B5EF4-FFF2-40B4-BE49-F238E27FC236}">
                  <a16:creationId xmlns:a16="http://schemas.microsoft.com/office/drawing/2014/main" id="{89843921-42F8-4FBB-B659-490791C08E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41" y="2381"/>
              <a:ext cx="907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2302" name="Text Box 14">
            <a:extLst>
              <a:ext uri="{FF2B5EF4-FFF2-40B4-BE49-F238E27FC236}">
                <a16:creationId xmlns:a16="http://schemas.microsoft.com/office/drawing/2014/main" id="{DB8AD96D-B855-4F75-A658-01D5A269AE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3188" y="3017838"/>
            <a:ext cx="10985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 1011</a:t>
            </a:r>
          </a:p>
        </p:txBody>
      </p:sp>
      <p:sp>
        <p:nvSpPr>
          <p:cNvPr id="12303" name="Text Box 15">
            <a:extLst>
              <a:ext uri="{FF2B5EF4-FFF2-40B4-BE49-F238E27FC236}">
                <a16:creationId xmlns:a16="http://schemas.microsoft.com/office/drawing/2014/main" id="{60CC62C3-AB9F-4BD7-9358-2D08C92284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1588" y="3856038"/>
            <a:ext cx="1200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10000</a:t>
            </a:r>
          </a:p>
        </p:txBody>
      </p:sp>
      <p:grpSp>
        <p:nvGrpSpPr>
          <p:cNvPr id="4" name="Group 16">
            <a:extLst>
              <a:ext uri="{FF2B5EF4-FFF2-40B4-BE49-F238E27FC236}">
                <a16:creationId xmlns:a16="http://schemas.microsoft.com/office/drawing/2014/main" id="{57F1B8CF-34B5-4D9D-9277-96C20D022CF7}"/>
              </a:ext>
            </a:extLst>
          </p:cNvPr>
          <p:cNvGrpSpPr>
            <a:grpSpLocks/>
          </p:cNvGrpSpPr>
          <p:nvPr/>
        </p:nvGrpSpPr>
        <p:grpSpPr bwMode="auto">
          <a:xfrm>
            <a:off x="3870325" y="2503488"/>
            <a:ext cx="4302125" cy="579437"/>
            <a:chOff x="2438" y="1500"/>
            <a:chExt cx="2710" cy="365"/>
          </a:xfrm>
        </p:grpSpPr>
        <p:sp>
          <p:nvSpPr>
            <p:cNvPr id="15397" name="Text Box 17">
              <a:extLst>
                <a:ext uri="{FF2B5EF4-FFF2-40B4-BE49-F238E27FC236}">
                  <a16:creationId xmlns:a16="http://schemas.microsoft.com/office/drawing/2014/main" id="{4B222E63-FD6B-43CE-B1BB-361F75A1C4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38" y="1500"/>
              <a:ext cx="271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1011        0000 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？</a:t>
              </a:r>
            </a:p>
          </p:txBody>
        </p:sp>
        <p:sp>
          <p:nvSpPr>
            <p:cNvPr id="15398" name="Line 18">
              <a:extLst>
                <a:ext uri="{FF2B5EF4-FFF2-40B4-BE49-F238E27FC236}">
                  <a16:creationId xmlns:a16="http://schemas.microsoft.com/office/drawing/2014/main" id="{0358572A-05F4-49D2-803D-6C35C5C234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4" y="1680"/>
              <a:ext cx="47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5" name="Group 19">
            <a:extLst>
              <a:ext uri="{FF2B5EF4-FFF2-40B4-BE49-F238E27FC236}">
                <a16:creationId xmlns:a16="http://schemas.microsoft.com/office/drawing/2014/main" id="{2C82B7BE-706C-475F-BEBB-C36062849799}"/>
              </a:ext>
            </a:extLst>
          </p:cNvPr>
          <p:cNvGrpSpPr>
            <a:grpSpLocks/>
          </p:cNvGrpSpPr>
          <p:nvPr/>
        </p:nvGrpSpPr>
        <p:grpSpPr bwMode="auto">
          <a:xfrm>
            <a:off x="1122363" y="4541838"/>
            <a:ext cx="4575175" cy="519112"/>
            <a:chOff x="707" y="2784"/>
            <a:chExt cx="2882" cy="327"/>
          </a:xfrm>
        </p:grpSpPr>
        <p:sp>
          <p:nvSpPr>
            <p:cNvPr id="15395" name="Text Box 20">
              <a:extLst>
                <a:ext uri="{FF2B5EF4-FFF2-40B4-BE49-F238E27FC236}">
                  <a16:creationId xmlns:a16="http://schemas.microsoft.com/office/drawing/2014/main" id="{712B0C21-05E1-4B37-A697-EF636291F5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7" y="2784"/>
              <a:ext cx="288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可见  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1011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可用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+ 0101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代替</a:t>
              </a:r>
            </a:p>
          </p:txBody>
        </p:sp>
        <p:sp>
          <p:nvSpPr>
            <p:cNvPr id="15396" name="Line 21">
              <a:extLst>
                <a:ext uri="{FF2B5EF4-FFF2-40B4-BE49-F238E27FC236}">
                  <a16:creationId xmlns:a16="http://schemas.microsoft.com/office/drawing/2014/main" id="{72D65E06-0686-4E7C-9F10-4DF907C85C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8" y="2951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6" name="Group 22">
            <a:extLst>
              <a:ext uri="{FF2B5EF4-FFF2-40B4-BE49-F238E27FC236}">
                <a16:creationId xmlns:a16="http://schemas.microsoft.com/office/drawing/2014/main" id="{F6A8C63F-4740-4944-A3BA-041E53FD417B}"/>
              </a:ext>
            </a:extLst>
          </p:cNvPr>
          <p:cNvGrpSpPr>
            <a:grpSpLocks/>
          </p:cNvGrpSpPr>
          <p:nvPr/>
        </p:nvGrpSpPr>
        <p:grpSpPr bwMode="auto">
          <a:xfrm>
            <a:off x="1116013" y="5711825"/>
            <a:ext cx="2441575" cy="519113"/>
            <a:chOff x="703" y="3521"/>
            <a:chExt cx="1538" cy="327"/>
          </a:xfrm>
        </p:grpSpPr>
        <p:sp>
          <p:nvSpPr>
            <p:cNvPr id="15393" name="Text Box 23">
              <a:extLst>
                <a:ext uri="{FF2B5EF4-FFF2-40B4-BE49-F238E27FC236}">
                  <a16:creationId xmlns:a16="http://schemas.microsoft.com/office/drawing/2014/main" id="{9F68A369-89F8-4A27-9C5B-DB8070248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3" y="3521"/>
              <a:ext cx="153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同理    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011</a:t>
              </a:r>
            </a:p>
          </p:txBody>
        </p:sp>
        <p:sp>
          <p:nvSpPr>
            <p:cNvPr id="15394" name="Line 24">
              <a:extLst>
                <a:ext uri="{FF2B5EF4-FFF2-40B4-BE49-F238E27FC236}">
                  <a16:creationId xmlns:a16="http://schemas.microsoft.com/office/drawing/2014/main" id="{E525AB24-C368-4839-A3C3-2770C7725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3" y="3702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7" name="Group 25">
            <a:extLst>
              <a:ext uri="{FF2B5EF4-FFF2-40B4-BE49-F238E27FC236}">
                <a16:creationId xmlns:a16="http://schemas.microsoft.com/office/drawing/2014/main" id="{366FF35B-481B-4549-9F08-08ED201AA779}"/>
              </a:ext>
            </a:extLst>
          </p:cNvPr>
          <p:cNvGrpSpPr>
            <a:grpSpLocks/>
          </p:cNvGrpSpPr>
          <p:nvPr/>
        </p:nvGrpSpPr>
        <p:grpSpPr bwMode="auto">
          <a:xfrm>
            <a:off x="1652588" y="6294438"/>
            <a:ext cx="1911350" cy="519112"/>
            <a:chOff x="1041" y="3888"/>
            <a:chExt cx="1204" cy="327"/>
          </a:xfrm>
        </p:grpSpPr>
        <p:sp>
          <p:nvSpPr>
            <p:cNvPr id="15391" name="Text Box 26">
              <a:extLst>
                <a:ext uri="{FF2B5EF4-FFF2-40B4-BE49-F238E27FC236}">
                  <a16:creationId xmlns:a16="http://schemas.microsoft.com/office/drawing/2014/main" id="{910A0E2B-9D17-4668-9C12-D2E88917E7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1" y="3888"/>
              <a:ext cx="120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  0.1001</a:t>
              </a:r>
            </a:p>
          </p:txBody>
        </p:sp>
        <p:sp>
          <p:nvSpPr>
            <p:cNvPr id="15392" name="Line 27">
              <a:extLst>
                <a:ext uri="{FF2B5EF4-FFF2-40B4-BE49-F238E27FC236}">
                  <a16:creationId xmlns:a16="http://schemas.microsoft.com/office/drawing/2014/main" id="{60BF8310-BA23-494F-A16B-D1BE37CDD9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6" y="4065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8" name="Group 28">
            <a:extLst>
              <a:ext uri="{FF2B5EF4-FFF2-40B4-BE49-F238E27FC236}">
                <a16:creationId xmlns:a16="http://schemas.microsoft.com/office/drawing/2014/main" id="{F50E0E02-E622-492E-8143-9E83FB05CDBE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3932238"/>
            <a:ext cx="1562100" cy="1371600"/>
            <a:chOff x="4368" y="2352"/>
            <a:chExt cx="984" cy="864"/>
          </a:xfrm>
        </p:grpSpPr>
        <p:sp>
          <p:nvSpPr>
            <p:cNvPr id="15389" name="Text Box 29">
              <a:extLst>
                <a:ext uri="{FF2B5EF4-FFF2-40B4-BE49-F238E27FC236}">
                  <a16:creationId xmlns:a16="http://schemas.microsoft.com/office/drawing/2014/main" id="{FA571F86-02EB-4CF3-966E-2DEBF473ED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4" y="2928"/>
              <a:ext cx="8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自然去掉</a:t>
              </a:r>
            </a:p>
          </p:txBody>
        </p:sp>
        <p:sp>
          <p:nvSpPr>
            <p:cNvPr id="15390" name="AutoShape 30">
              <a:extLst>
                <a:ext uri="{FF2B5EF4-FFF2-40B4-BE49-F238E27FC236}">
                  <a16:creationId xmlns:a16="http://schemas.microsoft.com/office/drawing/2014/main" id="{257A44A1-8C1E-4E4B-B2E4-11CBE2CCF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2352"/>
              <a:ext cx="144" cy="288"/>
            </a:xfrm>
            <a:prstGeom prst="wedgeRoundRectCallout">
              <a:avLst>
                <a:gd name="adj1" fmla="val 347222"/>
                <a:gd name="adj2" fmla="val 153472"/>
                <a:gd name="adj3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800" b="1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9" name="Group 32">
            <a:extLst>
              <a:ext uri="{FF2B5EF4-FFF2-40B4-BE49-F238E27FC236}">
                <a16:creationId xmlns:a16="http://schemas.microsoft.com/office/drawing/2014/main" id="{F9ECAAC4-FBB2-4C19-AD43-5D2C2B6288F0}"/>
              </a:ext>
            </a:extLst>
          </p:cNvPr>
          <p:cNvGrpSpPr>
            <a:grpSpLocks/>
          </p:cNvGrpSpPr>
          <p:nvPr/>
        </p:nvGrpSpPr>
        <p:grpSpPr bwMode="auto">
          <a:xfrm>
            <a:off x="1122363" y="5110163"/>
            <a:ext cx="7762875" cy="544512"/>
            <a:chOff x="707" y="3219"/>
            <a:chExt cx="4890" cy="343"/>
          </a:xfrm>
        </p:grpSpPr>
        <p:grpSp>
          <p:nvGrpSpPr>
            <p:cNvPr id="15384" name="Group 33">
              <a:extLst>
                <a:ext uri="{FF2B5EF4-FFF2-40B4-BE49-F238E27FC236}">
                  <a16:creationId xmlns:a16="http://schemas.microsoft.com/office/drawing/2014/main" id="{04E1F1C4-9D03-4BA9-AFD1-ABF60983DE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7" y="3219"/>
              <a:ext cx="1674" cy="327"/>
              <a:chOff x="707" y="3142"/>
              <a:chExt cx="1674" cy="327"/>
            </a:xfrm>
          </p:grpSpPr>
          <p:sp>
            <p:nvSpPr>
              <p:cNvPr id="15387" name="Text Box 34">
                <a:extLst>
                  <a:ext uri="{FF2B5EF4-FFF2-40B4-BE49-F238E27FC236}">
                    <a16:creationId xmlns:a16="http://schemas.microsoft.com/office/drawing/2014/main" id="{750C832B-F376-4CB2-99E2-F03AB05787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07" y="3142"/>
                <a:ext cx="167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800" b="1">
                    <a:latin typeface="Times New Roman" panose="02020603050405020304" pitchFamily="18" charset="0"/>
                  </a:rPr>
                  <a:t>记作   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1011</a:t>
                </a:r>
              </a:p>
            </p:txBody>
          </p:sp>
          <p:sp>
            <p:nvSpPr>
              <p:cNvPr id="15388" name="Line 35">
                <a:extLst>
                  <a:ext uri="{FF2B5EF4-FFF2-40B4-BE49-F238E27FC236}">
                    <a16:creationId xmlns:a16="http://schemas.microsoft.com/office/drawing/2014/main" id="{DFF3B3ED-4E7B-450F-966B-791AB7CB1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48" y="3312"/>
                <a:ext cx="96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5385" name="Text Box 36">
              <a:extLst>
                <a:ext uri="{FF2B5EF4-FFF2-40B4-BE49-F238E27FC236}">
                  <a16:creationId xmlns:a16="http://schemas.microsoft.com/office/drawing/2014/main" id="{37A0DC94-D9AD-4C86-8B09-8660A6B7BF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5" y="3235"/>
              <a:ext cx="267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（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mod 2</a:t>
              </a:r>
              <a:r>
                <a:rPr kumimoji="1" lang="en-US" altLang="zh-CN" sz="2800" b="1" baseline="30000">
                  <a:latin typeface="Times New Roman" panose="02020603050405020304" pitchFamily="18" charset="0"/>
                </a:rPr>
                <a:t>4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）</a:t>
              </a:r>
            </a:p>
          </p:txBody>
        </p:sp>
        <p:sp>
          <p:nvSpPr>
            <p:cNvPr id="15386" name="Text Box 37">
              <a:extLst>
                <a:ext uri="{FF2B5EF4-FFF2-40B4-BE49-F238E27FC236}">
                  <a16:creationId xmlns:a16="http://schemas.microsoft.com/office/drawing/2014/main" id="{F62FE947-338C-40BB-917A-379CABD330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6" y="3219"/>
              <a:ext cx="267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≡ + 0101</a:t>
              </a:r>
            </a:p>
          </p:txBody>
        </p:sp>
      </p:grpSp>
      <p:sp>
        <p:nvSpPr>
          <p:cNvPr id="12326" name="Text Box 38">
            <a:extLst>
              <a:ext uri="{FF2B5EF4-FFF2-40B4-BE49-F238E27FC236}">
                <a16:creationId xmlns:a16="http://schemas.microsoft.com/office/drawing/2014/main" id="{B8787CBD-6A90-4811-AB3D-BA2967F242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3438" y="5740400"/>
            <a:ext cx="366553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（</a:t>
            </a:r>
            <a:r>
              <a:rPr kumimoji="1" lang="en-US" altLang="zh-CN" sz="2800" b="1">
                <a:latin typeface="Times New Roman" panose="02020603050405020304" pitchFamily="18" charset="0"/>
              </a:rPr>
              <a:t>mod 2</a:t>
            </a:r>
            <a:r>
              <a:rPr kumimoji="1" lang="en-US" altLang="zh-CN" sz="2800" b="1" baseline="30000">
                <a:latin typeface="Times New Roman" panose="02020603050405020304" pitchFamily="18" charset="0"/>
              </a:rPr>
              <a:t>3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）</a:t>
            </a:r>
          </a:p>
        </p:txBody>
      </p:sp>
      <p:sp>
        <p:nvSpPr>
          <p:cNvPr id="12327" name="Text Box 39">
            <a:extLst>
              <a:ext uri="{FF2B5EF4-FFF2-40B4-BE49-F238E27FC236}">
                <a16:creationId xmlns:a16="http://schemas.microsoft.com/office/drawing/2014/main" id="{5AD5DA35-6B2D-4C2E-BDF4-464D042559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1150" y="5740400"/>
            <a:ext cx="24415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≡ + 101</a:t>
            </a:r>
          </a:p>
        </p:txBody>
      </p:sp>
      <p:sp>
        <p:nvSpPr>
          <p:cNvPr id="12328" name="Text Box 40">
            <a:extLst>
              <a:ext uri="{FF2B5EF4-FFF2-40B4-BE49-F238E27FC236}">
                <a16:creationId xmlns:a16="http://schemas.microsoft.com/office/drawing/2014/main" id="{98FFD96C-FCE0-4DC9-A8F9-E4E77E68DD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3438" y="6294438"/>
            <a:ext cx="335121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（</a:t>
            </a:r>
            <a:r>
              <a:rPr kumimoji="1" lang="en-US" altLang="zh-CN" sz="2800" b="1">
                <a:latin typeface="Times New Roman" panose="02020603050405020304" pitchFamily="18" charset="0"/>
              </a:rPr>
              <a:t>mod 2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）</a:t>
            </a:r>
          </a:p>
        </p:txBody>
      </p:sp>
      <p:sp>
        <p:nvSpPr>
          <p:cNvPr id="12329" name="Text Box 41">
            <a:extLst>
              <a:ext uri="{FF2B5EF4-FFF2-40B4-BE49-F238E27FC236}">
                <a16:creationId xmlns:a16="http://schemas.microsoft.com/office/drawing/2014/main" id="{0FC0FD45-B55B-4BAE-A3E0-F169F8C04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1150" y="6294438"/>
            <a:ext cx="19113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≡ + 1.0111</a:t>
            </a:r>
          </a:p>
        </p:txBody>
      </p:sp>
      <p:sp>
        <p:nvSpPr>
          <p:cNvPr id="43" name="矩形 42">
            <a:extLst>
              <a:ext uri="{FF2B5EF4-FFF2-40B4-BE49-F238E27FC236}">
                <a16:creationId xmlns:a16="http://schemas.microsoft.com/office/drawing/2014/main" id="{69800D77-C677-4C7D-B6C5-82691ED2199D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2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2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2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2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2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2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12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12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12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12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7" dur="500"/>
                                        <p:tgtEl>
                                          <p:spTgt spid="12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91" grpId="0" autoUpdateAnimBg="0"/>
      <p:bldP spid="12292" grpId="0" autoUpdateAnimBg="0"/>
      <p:bldP spid="12293" grpId="0" autoUpdateAnimBg="0"/>
      <p:bldP spid="12297" grpId="0" autoUpdateAnimBg="0"/>
      <p:bldP spid="12298" grpId="0" autoUpdateAnimBg="0"/>
      <p:bldP spid="12302" grpId="0" autoUpdateAnimBg="0"/>
      <p:bldP spid="12303" grpId="0" autoUpdateAnimBg="0"/>
      <p:bldP spid="12326" grpId="0"/>
      <p:bldP spid="12327" grpId="0"/>
      <p:bldP spid="12328" grpId="0"/>
      <p:bldP spid="12329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4C456BD1-2A4A-407D-9E67-6B27409B032F}"/>
              </a:ext>
            </a:extLst>
          </p:cNvPr>
          <p:cNvGrpSpPr>
            <a:grpSpLocks/>
          </p:cNvGrpSpPr>
          <p:nvPr/>
        </p:nvGrpSpPr>
        <p:grpSpPr bwMode="auto">
          <a:xfrm>
            <a:off x="3871913" y="838200"/>
            <a:ext cx="5457825" cy="625475"/>
            <a:chOff x="2439" y="595"/>
            <a:chExt cx="3438" cy="394"/>
          </a:xfrm>
        </p:grpSpPr>
        <p:sp>
          <p:nvSpPr>
            <p:cNvPr id="16450" name="Text Box 3">
              <a:extLst>
                <a:ext uri="{FF2B5EF4-FFF2-40B4-BE49-F238E27FC236}">
                  <a16:creationId xmlns:a16="http://schemas.microsoft.com/office/drawing/2014/main" id="{3A4B9BB8-0D65-42E1-959F-95EB14B3E1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4" y="624"/>
              <a:ext cx="213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 +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0101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（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mod2</a:t>
              </a:r>
              <a:r>
                <a:rPr kumimoji="1" lang="en-US" altLang="zh-CN" b="1" baseline="40000">
                  <a:latin typeface="Times New Roman" panose="02020603050405020304" pitchFamily="18" charset="0"/>
                </a:rPr>
                <a:t>4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）</a:t>
              </a:r>
            </a:p>
          </p:txBody>
        </p:sp>
        <p:sp>
          <p:nvSpPr>
            <p:cNvPr id="16451" name="Text Box 4">
              <a:extLst>
                <a:ext uri="{FF2B5EF4-FFF2-40B4-BE49-F238E27FC236}">
                  <a16:creationId xmlns:a16="http://schemas.microsoft.com/office/drawing/2014/main" id="{04940373-2608-4A95-8003-0309F6402B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7" y="595"/>
              <a:ext cx="37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≡</a:t>
              </a:r>
            </a:p>
          </p:txBody>
        </p:sp>
        <p:grpSp>
          <p:nvGrpSpPr>
            <p:cNvPr id="16452" name="Group 5">
              <a:extLst>
                <a:ext uri="{FF2B5EF4-FFF2-40B4-BE49-F238E27FC236}">
                  <a16:creationId xmlns:a16="http://schemas.microsoft.com/office/drawing/2014/main" id="{3D90A1BA-620B-45DC-846C-F74FD031DF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9" y="624"/>
              <a:ext cx="756" cy="365"/>
              <a:chOff x="2439" y="624"/>
              <a:chExt cx="756" cy="365"/>
            </a:xfrm>
          </p:grpSpPr>
          <p:sp>
            <p:nvSpPr>
              <p:cNvPr id="16453" name="Text Box 6">
                <a:extLst>
                  <a:ext uri="{FF2B5EF4-FFF2-40B4-BE49-F238E27FC236}">
                    <a16:creationId xmlns:a16="http://schemas.microsoft.com/office/drawing/2014/main" id="{C42B2EF9-A5BA-43D7-BC4F-6B01FFFFAA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39" y="624"/>
                <a:ext cx="75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b="1">
                    <a:latin typeface="Times New Roman" panose="02020603050405020304" pitchFamily="18" charset="0"/>
                  </a:rPr>
                  <a:t>  1011</a:t>
                </a:r>
              </a:p>
            </p:txBody>
          </p:sp>
          <p:sp>
            <p:nvSpPr>
              <p:cNvPr id="16454" name="Line 7">
                <a:extLst>
                  <a:ext uri="{FF2B5EF4-FFF2-40B4-BE49-F238E27FC236}">
                    <a16:creationId xmlns:a16="http://schemas.microsoft.com/office/drawing/2014/main" id="{5B20870F-BD1F-4A1A-ACF8-DA6673BC9E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6" y="816"/>
                <a:ext cx="96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13320" name="AutoShape 8">
            <a:extLst>
              <a:ext uri="{FF2B5EF4-FFF2-40B4-BE49-F238E27FC236}">
                <a16:creationId xmlns:a16="http://schemas.microsoft.com/office/drawing/2014/main" id="{B7C9984E-FF74-4039-A093-C490CCF7A0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914400"/>
            <a:ext cx="3733800" cy="457200"/>
          </a:xfrm>
          <a:prstGeom prst="roundRect">
            <a:avLst>
              <a:gd name="adj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sp>
        <p:nvSpPr>
          <p:cNvPr id="13321" name="Text Box 9">
            <a:extLst>
              <a:ext uri="{FF2B5EF4-FFF2-40B4-BE49-F238E27FC236}">
                <a16:creationId xmlns:a16="http://schemas.microsoft.com/office/drawing/2014/main" id="{428CAD92-A336-446F-9269-75B966E3D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26300" y="884238"/>
            <a:ext cx="21066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（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mod2</a:t>
            </a:r>
            <a:r>
              <a:rPr kumimoji="1" lang="en-US" altLang="zh-CN" b="1" baseline="400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）</a:t>
            </a:r>
          </a:p>
        </p:txBody>
      </p:sp>
      <p:sp>
        <p:nvSpPr>
          <p:cNvPr id="16389" name="Text Box 10">
            <a:extLst>
              <a:ext uri="{FF2B5EF4-FFF2-40B4-BE49-F238E27FC236}">
                <a16:creationId xmlns:a16="http://schemas.microsoft.com/office/drawing/2014/main" id="{1F4F78DB-37D2-4C1A-9816-99C9020CC5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228600"/>
            <a:ext cx="68580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(2)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正数的补数即为其本身 </a:t>
            </a:r>
          </a:p>
        </p:txBody>
      </p:sp>
      <p:grpSp>
        <p:nvGrpSpPr>
          <p:cNvPr id="5" name="Group 11">
            <a:extLst>
              <a:ext uri="{FF2B5EF4-FFF2-40B4-BE49-F238E27FC236}">
                <a16:creationId xmlns:a16="http://schemas.microsoft.com/office/drawing/2014/main" id="{2EF19E68-D022-4BAE-9BDB-D173460050D3}"/>
              </a:ext>
            </a:extLst>
          </p:cNvPr>
          <p:cNvGrpSpPr>
            <a:grpSpLocks/>
          </p:cNvGrpSpPr>
          <p:nvPr/>
        </p:nvGrpSpPr>
        <p:grpSpPr bwMode="auto">
          <a:xfrm>
            <a:off x="3571875" y="1371600"/>
            <a:ext cx="3829050" cy="579438"/>
            <a:chOff x="2250" y="864"/>
            <a:chExt cx="2412" cy="365"/>
          </a:xfrm>
        </p:grpSpPr>
        <p:sp>
          <p:nvSpPr>
            <p:cNvPr id="16448" name="Text Box 12">
              <a:extLst>
                <a:ext uri="{FF2B5EF4-FFF2-40B4-BE49-F238E27FC236}">
                  <a16:creationId xmlns:a16="http://schemas.microsoft.com/office/drawing/2014/main" id="{21A1EC6F-3AF5-4975-9CE9-F8D71F92AE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0" y="864"/>
              <a:ext cx="96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+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10000</a:t>
              </a:r>
            </a:p>
          </p:txBody>
        </p:sp>
        <p:sp>
          <p:nvSpPr>
            <p:cNvPr id="16449" name="Text Box 13">
              <a:extLst>
                <a:ext uri="{FF2B5EF4-FFF2-40B4-BE49-F238E27FC236}">
                  <a16:creationId xmlns:a16="http://schemas.microsoft.com/office/drawing/2014/main" id="{771DC2B4-71C2-4723-A9AB-EA7A22B787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6" y="864"/>
              <a:ext cx="96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+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10000</a:t>
              </a:r>
            </a:p>
          </p:txBody>
        </p:sp>
      </p:grpSp>
      <p:grpSp>
        <p:nvGrpSpPr>
          <p:cNvPr id="6" name="Group 14">
            <a:extLst>
              <a:ext uri="{FF2B5EF4-FFF2-40B4-BE49-F238E27FC236}">
                <a16:creationId xmlns:a16="http://schemas.microsoft.com/office/drawing/2014/main" id="{3AAAE3E5-8F8F-491C-94FC-F97B1545DE27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1874838"/>
            <a:ext cx="3725863" cy="0"/>
            <a:chOff x="2304" y="1181"/>
            <a:chExt cx="2347" cy="0"/>
          </a:xfrm>
        </p:grpSpPr>
        <p:sp>
          <p:nvSpPr>
            <p:cNvPr id="16446" name="Line 15">
              <a:extLst>
                <a:ext uri="{FF2B5EF4-FFF2-40B4-BE49-F238E27FC236}">
                  <a16:creationId xmlns:a16="http://schemas.microsoft.com/office/drawing/2014/main" id="{DE647B79-3CFD-44AA-A972-3D0C81DA36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4" y="1181"/>
              <a:ext cx="907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447" name="Line 16">
              <a:extLst>
                <a:ext uri="{FF2B5EF4-FFF2-40B4-BE49-F238E27FC236}">
                  <a16:creationId xmlns:a16="http://schemas.microsoft.com/office/drawing/2014/main" id="{E11D7D0F-D196-433C-B542-DD1ABDCD0E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4" y="1181"/>
              <a:ext cx="907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3329" name="Text Box 17">
            <a:extLst>
              <a:ext uri="{FF2B5EF4-FFF2-40B4-BE49-F238E27FC236}">
                <a16:creationId xmlns:a16="http://schemas.microsoft.com/office/drawing/2014/main" id="{77A932C2-6B3D-4AC3-9452-29E61715B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914400"/>
            <a:ext cx="4114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两个互为补数的数</a:t>
            </a:r>
          </a:p>
        </p:txBody>
      </p:sp>
      <p:grpSp>
        <p:nvGrpSpPr>
          <p:cNvPr id="7" name="Group 18">
            <a:extLst>
              <a:ext uri="{FF2B5EF4-FFF2-40B4-BE49-F238E27FC236}">
                <a16:creationId xmlns:a16="http://schemas.microsoft.com/office/drawing/2014/main" id="{14B16241-B7C5-4FBC-89F7-2F82E29DC035}"/>
              </a:ext>
            </a:extLst>
          </p:cNvPr>
          <p:cNvGrpSpPr>
            <a:grpSpLocks/>
          </p:cNvGrpSpPr>
          <p:nvPr/>
        </p:nvGrpSpPr>
        <p:grpSpPr bwMode="auto">
          <a:xfrm>
            <a:off x="3775075" y="1828800"/>
            <a:ext cx="3625850" cy="609600"/>
            <a:chOff x="2378" y="1152"/>
            <a:chExt cx="2284" cy="384"/>
          </a:xfrm>
        </p:grpSpPr>
        <p:sp>
          <p:nvSpPr>
            <p:cNvPr id="16443" name="Text Box 19">
              <a:extLst>
                <a:ext uri="{FF2B5EF4-FFF2-40B4-BE49-F238E27FC236}">
                  <a16:creationId xmlns:a16="http://schemas.microsoft.com/office/drawing/2014/main" id="{F0B1E8E1-BFE5-49F8-A806-5FCCBE4883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8" y="1152"/>
              <a:ext cx="83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+ 0101</a:t>
              </a:r>
            </a:p>
          </p:txBody>
        </p:sp>
        <p:sp>
          <p:nvSpPr>
            <p:cNvPr id="16444" name="Text Box 20">
              <a:extLst>
                <a:ext uri="{FF2B5EF4-FFF2-40B4-BE49-F238E27FC236}">
                  <a16:creationId xmlns:a16="http://schemas.microsoft.com/office/drawing/2014/main" id="{622F42EF-C90C-46DA-AC70-2BB856ECAF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6" y="1152"/>
              <a:ext cx="96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+ 10101</a:t>
              </a:r>
            </a:p>
          </p:txBody>
        </p:sp>
        <p:sp>
          <p:nvSpPr>
            <p:cNvPr id="16445" name="Text Box 21">
              <a:extLst>
                <a:ext uri="{FF2B5EF4-FFF2-40B4-BE49-F238E27FC236}">
                  <a16:creationId xmlns:a16="http://schemas.microsoft.com/office/drawing/2014/main" id="{0157B434-5258-4AED-B127-3EE197D3C3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7" y="1171"/>
              <a:ext cx="37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≡</a:t>
              </a:r>
            </a:p>
          </p:txBody>
        </p:sp>
      </p:grpSp>
      <p:sp>
        <p:nvSpPr>
          <p:cNvPr id="13334" name="Text Box 22">
            <a:extLst>
              <a:ext uri="{FF2B5EF4-FFF2-40B4-BE49-F238E27FC236}">
                <a16:creationId xmlns:a16="http://schemas.microsoft.com/office/drawing/2014/main" id="{0ABC6CA0-C7DF-40E7-9EFF-F9C980A9CE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1371600"/>
            <a:ext cx="2895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分别加上模</a:t>
            </a:r>
          </a:p>
        </p:txBody>
      </p:sp>
      <p:sp>
        <p:nvSpPr>
          <p:cNvPr id="13335" name="Text Box 23">
            <a:extLst>
              <a:ext uri="{FF2B5EF4-FFF2-40B4-BE49-F238E27FC236}">
                <a16:creationId xmlns:a16="http://schemas.microsoft.com/office/drawing/2014/main" id="{2F72144B-356E-4EEA-8986-777D799339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1905000"/>
            <a:ext cx="3505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结果仍互为补数</a:t>
            </a:r>
          </a:p>
        </p:txBody>
      </p:sp>
      <p:sp>
        <p:nvSpPr>
          <p:cNvPr id="13336" name="Text Box 24">
            <a:extLst>
              <a:ext uri="{FF2B5EF4-FFF2-40B4-BE49-F238E27FC236}">
                <a16:creationId xmlns:a16="http://schemas.microsoft.com/office/drawing/2014/main" id="{14C7AEA0-8674-4BA3-A795-BFAF7AB334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388" y="2392363"/>
            <a:ext cx="35925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∴ + 0101 ≡ + 0101</a:t>
            </a:r>
          </a:p>
        </p:txBody>
      </p:sp>
      <p:sp>
        <p:nvSpPr>
          <p:cNvPr id="13337" name="Line 25">
            <a:extLst>
              <a:ext uri="{FF2B5EF4-FFF2-40B4-BE49-F238E27FC236}">
                <a16:creationId xmlns:a16="http://schemas.microsoft.com/office/drawing/2014/main" id="{79C25062-4283-4320-8B85-78E35DACA49C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9000" y="4267200"/>
            <a:ext cx="4572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338" name="Freeform 26">
            <a:extLst>
              <a:ext uri="{FF2B5EF4-FFF2-40B4-BE49-F238E27FC236}">
                <a16:creationId xmlns:a16="http://schemas.microsoft.com/office/drawing/2014/main" id="{451187C2-7970-45D3-B557-4289FC7CEC5F}"/>
              </a:ext>
            </a:extLst>
          </p:cNvPr>
          <p:cNvSpPr>
            <a:spLocks/>
          </p:cNvSpPr>
          <p:nvPr/>
        </p:nvSpPr>
        <p:spPr bwMode="auto">
          <a:xfrm>
            <a:off x="3414713" y="4876800"/>
            <a:ext cx="471487" cy="1588"/>
          </a:xfrm>
          <a:custGeom>
            <a:avLst/>
            <a:gdLst>
              <a:gd name="T0" fmla="*/ 0 w 297"/>
              <a:gd name="T1" fmla="*/ 0 h 1"/>
              <a:gd name="T2" fmla="*/ 748484819 w 297"/>
              <a:gd name="T3" fmla="*/ 0 h 1"/>
              <a:gd name="T4" fmla="*/ 0 60000 65536"/>
              <a:gd name="T5" fmla="*/ 0 60000 65536"/>
              <a:gd name="T6" fmla="*/ 0 w 297"/>
              <a:gd name="T7" fmla="*/ 0 h 1"/>
              <a:gd name="T8" fmla="*/ 297 w 297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7" h="1">
                <a:moveTo>
                  <a:pt x="0" y="0"/>
                </a:moveTo>
                <a:lnTo>
                  <a:pt x="297" y="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339" name="Text Box 27">
            <a:extLst>
              <a:ext uri="{FF2B5EF4-FFF2-40B4-BE49-F238E27FC236}">
                <a16:creationId xmlns:a16="http://schemas.microsoft.com/office/drawing/2014/main" id="{C0DF8453-17B9-4459-B097-E28D61BD56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0700" y="2971800"/>
            <a:ext cx="16351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   + 0101</a:t>
            </a:r>
          </a:p>
        </p:txBody>
      </p:sp>
      <p:sp>
        <p:nvSpPr>
          <p:cNvPr id="13340" name="Freeform 28">
            <a:extLst>
              <a:ext uri="{FF2B5EF4-FFF2-40B4-BE49-F238E27FC236}">
                <a16:creationId xmlns:a16="http://schemas.microsoft.com/office/drawing/2014/main" id="{57C11653-9963-44AE-90D2-8251DE23883F}"/>
              </a:ext>
            </a:extLst>
          </p:cNvPr>
          <p:cNvSpPr>
            <a:spLocks/>
          </p:cNvSpPr>
          <p:nvPr/>
        </p:nvSpPr>
        <p:spPr bwMode="auto">
          <a:xfrm>
            <a:off x="3394075" y="3276600"/>
            <a:ext cx="476250" cy="1588"/>
          </a:xfrm>
          <a:custGeom>
            <a:avLst/>
            <a:gdLst>
              <a:gd name="T0" fmla="*/ 0 w 300"/>
              <a:gd name="T1" fmla="*/ 0 h 1"/>
              <a:gd name="T2" fmla="*/ 756046875 w 300"/>
              <a:gd name="T3" fmla="*/ 0 h 1"/>
              <a:gd name="T4" fmla="*/ 0 60000 65536"/>
              <a:gd name="T5" fmla="*/ 0 60000 65536"/>
              <a:gd name="T6" fmla="*/ 0 w 300"/>
              <a:gd name="T7" fmla="*/ 0 h 1"/>
              <a:gd name="T8" fmla="*/ 300 w 300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00" h="1">
                <a:moveTo>
                  <a:pt x="0" y="0"/>
                </a:moveTo>
                <a:lnTo>
                  <a:pt x="300" y="0"/>
                </a:lnTo>
              </a:path>
            </a:pathLst>
          </a:custGeom>
          <a:noFill/>
          <a:ln w="38100">
            <a:solidFill>
              <a:schemeClr val="folHlink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341" name="Freeform 29">
            <a:extLst>
              <a:ext uri="{FF2B5EF4-FFF2-40B4-BE49-F238E27FC236}">
                <a16:creationId xmlns:a16="http://schemas.microsoft.com/office/drawing/2014/main" id="{62210F15-1FC1-4689-9624-7E61C1198068}"/>
              </a:ext>
            </a:extLst>
          </p:cNvPr>
          <p:cNvSpPr>
            <a:spLocks/>
          </p:cNvSpPr>
          <p:nvPr/>
        </p:nvSpPr>
        <p:spPr bwMode="auto">
          <a:xfrm>
            <a:off x="2971800" y="3505200"/>
            <a:ext cx="914400" cy="304800"/>
          </a:xfrm>
          <a:custGeom>
            <a:avLst/>
            <a:gdLst>
              <a:gd name="T0" fmla="*/ 0 w 576"/>
              <a:gd name="T1" fmla="*/ 0 h 192"/>
              <a:gd name="T2" fmla="*/ 0 w 576"/>
              <a:gd name="T3" fmla="*/ 483870000 h 192"/>
              <a:gd name="T4" fmla="*/ 1451610000 w 576"/>
              <a:gd name="T5" fmla="*/ 483870000 h 192"/>
              <a:gd name="T6" fmla="*/ 0 60000 65536"/>
              <a:gd name="T7" fmla="*/ 0 60000 65536"/>
              <a:gd name="T8" fmla="*/ 0 60000 65536"/>
              <a:gd name="T9" fmla="*/ 0 w 576"/>
              <a:gd name="T10" fmla="*/ 0 h 192"/>
              <a:gd name="T11" fmla="*/ 576 w 576"/>
              <a:gd name="T12" fmla="*/ 192 h 19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76" h="192">
                <a:moveTo>
                  <a:pt x="0" y="0"/>
                </a:moveTo>
                <a:lnTo>
                  <a:pt x="0" y="192"/>
                </a:lnTo>
                <a:lnTo>
                  <a:pt x="576" y="192"/>
                </a:lnTo>
              </a:path>
            </a:pathLst>
          </a:custGeom>
          <a:noFill/>
          <a:ln w="38100">
            <a:solidFill>
              <a:schemeClr val="folHlink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342" name="Text Box 30">
            <a:extLst>
              <a:ext uri="{FF2B5EF4-FFF2-40B4-BE49-F238E27FC236}">
                <a16:creationId xmlns:a16="http://schemas.microsoft.com/office/drawing/2014/main" id="{3BD6EE65-1BD1-4AD3-A888-022D1AF66B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5135563"/>
            <a:ext cx="2819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kumimoji="1" lang="en-US" altLang="zh-CN" b="1" baseline="40000">
                <a:solidFill>
                  <a:schemeClr val="folHlink"/>
                </a:solidFill>
                <a:latin typeface="Times New Roman" panose="02020603050405020304" pitchFamily="18" charset="0"/>
              </a:rPr>
              <a:t>4+1</a:t>
            </a:r>
            <a:r>
              <a:rPr kumimoji="1" lang="en-US" altLang="zh-CN" b="1">
                <a:latin typeface="Times New Roman" panose="02020603050405020304" pitchFamily="18" charset="0"/>
              </a:rPr>
              <a:t> – 1011</a:t>
            </a:r>
          </a:p>
        </p:txBody>
      </p:sp>
      <p:sp>
        <p:nvSpPr>
          <p:cNvPr id="13343" name="Text Box 31">
            <a:extLst>
              <a:ext uri="{FF2B5EF4-FFF2-40B4-BE49-F238E27FC236}">
                <a16:creationId xmlns:a16="http://schemas.microsoft.com/office/drawing/2014/main" id="{D7F7BFBC-59D0-4FC5-B8EC-D549D1D2D2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7325" y="5943600"/>
            <a:ext cx="23272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1,0101</a:t>
            </a:r>
          </a:p>
        </p:txBody>
      </p:sp>
      <p:sp>
        <p:nvSpPr>
          <p:cNvPr id="13344" name="Line 32">
            <a:extLst>
              <a:ext uri="{FF2B5EF4-FFF2-40B4-BE49-F238E27FC236}">
                <a16:creationId xmlns:a16="http://schemas.microsoft.com/office/drawing/2014/main" id="{C8C63374-3F79-4893-952B-2BE37C066E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86200" y="6019800"/>
            <a:ext cx="16002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345" name="Text Box 33">
            <a:extLst>
              <a:ext uri="{FF2B5EF4-FFF2-40B4-BE49-F238E27FC236}">
                <a16:creationId xmlns:a16="http://schemas.microsoft.com/office/drawing/2014/main" id="{183AE0BF-12F8-4034-A203-89AB091580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5811838"/>
            <a:ext cx="28956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用 </a:t>
            </a: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逗号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将符号位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和数值部分隔开</a:t>
            </a:r>
          </a:p>
        </p:txBody>
      </p:sp>
      <p:grpSp>
        <p:nvGrpSpPr>
          <p:cNvPr id="8" name="Group 34">
            <a:extLst>
              <a:ext uri="{FF2B5EF4-FFF2-40B4-BE49-F238E27FC236}">
                <a16:creationId xmlns:a16="http://schemas.microsoft.com/office/drawing/2014/main" id="{2B55BFD8-0CDB-43F4-818F-9866EE3AAC2D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1905000"/>
            <a:ext cx="2320925" cy="1066800"/>
            <a:chOff x="3936" y="1200"/>
            <a:chExt cx="1462" cy="672"/>
          </a:xfrm>
        </p:grpSpPr>
        <p:sp>
          <p:nvSpPr>
            <p:cNvPr id="16441" name="AutoShape 35">
              <a:extLst>
                <a:ext uri="{FF2B5EF4-FFF2-40B4-BE49-F238E27FC236}">
                  <a16:creationId xmlns:a16="http://schemas.microsoft.com/office/drawing/2014/main" id="{CA905491-95BB-4BDA-9866-3FF651A94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1200"/>
              <a:ext cx="144" cy="288"/>
            </a:xfrm>
            <a:prstGeom prst="wedgeRoundRectCallout">
              <a:avLst>
                <a:gd name="adj1" fmla="val 634028"/>
                <a:gd name="adj2" fmla="val 94444"/>
                <a:gd name="adj3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kumimoji="1" lang="zh-CN" altLang="zh-CN" b="1">
                <a:latin typeface="Times New Roman" panose="02020603050405020304" pitchFamily="18" charset="0"/>
              </a:endParaRPr>
            </a:p>
          </p:txBody>
        </p:sp>
        <p:sp>
          <p:nvSpPr>
            <p:cNvPr id="16442" name="Text Box 36">
              <a:extLst>
                <a:ext uri="{FF2B5EF4-FFF2-40B4-BE49-F238E27FC236}">
                  <a16:creationId xmlns:a16="http://schemas.microsoft.com/office/drawing/2014/main" id="{7753CFCB-1CEC-4291-BC78-4E281B050F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6" y="1584"/>
              <a:ext cx="50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丢掉</a:t>
              </a:r>
            </a:p>
          </p:txBody>
        </p:sp>
      </p:grpSp>
      <p:grpSp>
        <p:nvGrpSpPr>
          <p:cNvPr id="9" name="Group 37">
            <a:extLst>
              <a:ext uri="{FF2B5EF4-FFF2-40B4-BE49-F238E27FC236}">
                <a16:creationId xmlns:a16="http://schemas.microsoft.com/office/drawing/2014/main" id="{012048AC-6587-4945-8D64-DC11A47A7FF8}"/>
              </a:ext>
            </a:extLst>
          </p:cNvPr>
          <p:cNvGrpSpPr>
            <a:grpSpLocks/>
          </p:cNvGrpSpPr>
          <p:nvPr/>
        </p:nvGrpSpPr>
        <p:grpSpPr bwMode="auto">
          <a:xfrm>
            <a:off x="4092575" y="3448050"/>
            <a:ext cx="1200150" cy="579438"/>
            <a:chOff x="2578" y="2172"/>
            <a:chExt cx="756" cy="365"/>
          </a:xfrm>
        </p:grpSpPr>
        <p:sp>
          <p:nvSpPr>
            <p:cNvPr id="16439" name="Text Box 38">
              <a:extLst>
                <a:ext uri="{FF2B5EF4-FFF2-40B4-BE49-F238E27FC236}">
                  <a16:creationId xmlns:a16="http://schemas.microsoft.com/office/drawing/2014/main" id="{1CECF283-828D-46F9-88D6-4E426E24EF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78" y="2172"/>
              <a:ext cx="75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  1011</a:t>
              </a:r>
            </a:p>
          </p:txBody>
        </p:sp>
        <p:sp>
          <p:nvSpPr>
            <p:cNvPr id="16440" name="Line 39">
              <a:extLst>
                <a:ext uri="{FF2B5EF4-FFF2-40B4-BE49-F238E27FC236}">
                  <a16:creationId xmlns:a16="http://schemas.microsoft.com/office/drawing/2014/main" id="{807C648D-5CD5-41FA-90D9-B0ADE3DAB1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2" y="2352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0" name="Group 40">
            <a:extLst>
              <a:ext uri="{FF2B5EF4-FFF2-40B4-BE49-F238E27FC236}">
                <a16:creationId xmlns:a16="http://schemas.microsoft.com/office/drawing/2014/main" id="{A924B5A0-844C-44E5-8518-1A8AEEF0F55D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3992563"/>
            <a:ext cx="692150" cy="579437"/>
            <a:chOff x="1344" y="2515"/>
            <a:chExt cx="436" cy="365"/>
          </a:xfrm>
        </p:grpSpPr>
        <p:sp>
          <p:nvSpPr>
            <p:cNvPr id="16437" name="Text Box 41">
              <a:extLst>
                <a:ext uri="{FF2B5EF4-FFF2-40B4-BE49-F238E27FC236}">
                  <a16:creationId xmlns:a16="http://schemas.microsoft.com/office/drawing/2014/main" id="{8D42B0F0-2F8E-49EB-A367-EB79C1E885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4" y="2515"/>
              <a:ext cx="4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, </a:t>
              </a:r>
            </a:p>
          </p:txBody>
        </p:sp>
        <p:sp>
          <p:nvSpPr>
            <p:cNvPr id="16438" name="AutoShape 42">
              <a:extLst>
                <a:ext uri="{FF2B5EF4-FFF2-40B4-BE49-F238E27FC236}">
                  <a16:creationId xmlns:a16="http://schemas.microsoft.com/office/drawing/2014/main" id="{1BC4E842-B10A-4E81-9ED3-A96833C96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2544"/>
              <a:ext cx="240" cy="288"/>
            </a:xfrm>
            <a:prstGeom prst="flowChartAlternateProcess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grpSp>
        <p:nvGrpSpPr>
          <p:cNvPr id="11" name="Group 43">
            <a:extLst>
              <a:ext uri="{FF2B5EF4-FFF2-40B4-BE49-F238E27FC236}">
                <a16:creationId xmlns:a16="http://schemas.microsoft.com/office/drawing/2014/main" id="{EF93B8DF-E0E2-4F05-A3D8-B16150A3B807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4572000"/>
            <a:ext cx="590550" cy="579438"/>
            <a:chOff x="1344" y="2880"/>
            <a:chExt cx="372" cy="365"/>
          </a:xfrm>
        </p:grpSpPr>
        <p:sp>
          <p:nvSpPr>
            <p:cNvPr id="16435" name="Text Box 44">
              <a:extLst>
                <a:ext uri="{FF2B5EF4-FFF2-40B4-BE49-F238E27FC236}">
                  <a16:creationId xmlns:a16="http://schemas.microsoft.com/office/drawing/2014/main" id="{864AB886-371F-49FC-B1F4-248381A052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4" y="288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,</a:t>
              </a:r>
            </a:p>
          </p:txBody>
        </p:sp>
        <p:sp>
          <p:nvSpPr>
            <p:cNvPr id="16436" name="AutoShape 45">
              <a:extLst>
                <a:ext uri="{FF2B5EF4-FFF2-40B4-BE49-F238E27FC236}">
                  <a16:creationId xmlns:a16="http://schemas.microsoft.com/office/drawing/2014/main" id="{98444D09-8589-4643-A483-2BE505C10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2928"/>
              <a:ext cx="240" cy="288"/>
            </a:xfrm>
            <a:prstGeom prst="flowChartAlternateProcess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grpSp>
        <p:nvGrpSpPr>
          <p:cNvPr id="12" name="Group 46">
            <a:extLst>
              <a:ext uri="{FF2B5EF4-FFF2-40B4-BE49-F238E27FC236}">
                <a16:creationId xmlns:a16="http://schemas.microsoft.com/office/drawing/2014/main" id="{FF4C0781-F68E-4F42-A84F-80B0ADE16307}"/>
              </a:ext>
            </a:extLst>
          </p:cNvPr>
          <p:cNvGrpSpPr>
            <a:grpSpLocks/>
          </p:cNvGrpSpPr>
          <p:nvPr/>
        </p:nvGrpSpPr>
        <p:grpSpPr bwMode="auto">
          <a:xfrm>
            <a:off x="1676400" y="3886200"/>
            <a:ext cx="438150" cy="1371600"/>
            <a:chOff x="1056" y="2448"/>
            <a:chExt cx="276" cy="864"/>
          </a:xfrm>
        </p:grpSpPr>
        <p:sp>
          <p:nvSpPr>
            <p:cNvPr id="16433" name="Text Box 47">
              <a:extLst>
                <a:ext uri="{FF2B5EF4-FFF2-40B4-BE49-F238E27FC236}">
                  <a16:creationId xmlns:a16="http://schemas.microsoft.com/office/drawing/2014/main" id="{29221057-779F-41E7-8014-1EFEDFB5FE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6" y="2448"/>
              <a:ext cx="276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40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?</a:t>
              </a:r>
            </a:p>
          </p:txBody>
        </p:sp>
        <p:sp>
          <p:nvSpPr>
            <p:cNvPr id="16434" name="Text Box 48">
              <a:extLst>
                <a:ext uri="{FF2B5EF4-FFF2-40B4-BE49-F238E27FC236}">
                  <a16:creationId xmlns:a16="http://schemas.microsoft.com/office/drawing/2014/main" id="{D49E21E3-5ED8-47C6-8F9E-1E1B431C03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6" y="2870"/>
              <a:ext cx="276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40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?</a:t>
              </a:r>
            </a:p>
          </p:txBody>
        </p:sp>
      </p:grpSp>
      <p:sp>
        <p:nvSpPr>
          <p:cNvPr id="13361" name="Freeform 49">
            <a:extLst>
              <a:ext uri="{FF2B5EF4-FFF2-40B4-BE49-F238E27FC236}">
                <a16:creationId xmlns:a16="http://schemas.microsoft.com/office/drawing/2014/main" id="{B943F732-404D-4B8B-9595-3629E2F633A0}"/>
              </a:ext>
            </a:extLst>
          </p:cNvPr>
          <p:cNvSpPr>
            <a:spLocks/>
          </p:cNvSpPr>
          <p:nvPr/>
        </p:nvSpPr>
        <p:spPr bwMode="auto">
          <a:xfrm>
            <a:off x="4343400" y="6096000"/>
            <a:ext cx="1828800" cy="609600"/>
          </a:xfrm>
          <a:custGeom>
            <a:avLst/>
            <a:gdLst>
              <a:gd name="T0" fmla="*/ 0 w 1152"/>
              <a:gd name="T1" fmla="*/ 604837500 h 384"/>
              <a:gd name="T2" fmla="*/ 0 w 1152"/>
              <a:gd name="T3" fmla="*/ 967740000 h 384"/>
              <a:gd name="T4" fmla="*/ 2147483646 w 1152"/>
              <a:gd name="T5" fmla="*/ 967740000 h 384"/>
              <a:gd name="T6" fmla="*/ 2147483646 w 1152"/>
              <a:gd name="T7" fmla="*/ 0 h 384"/>
              <a:gd name="T8" fmla="*/ 2147483646 w 1152"/>
              <a:gd name="T9" fmla="*/ 0 h 3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52"/>
              <a:gd name="T16" fmla="*/ 0 h 384"/>
              <a:gd name="T17" fmla="*/ 1152 w 1152"/>
              <a:gd name="T18" fmla="*/ 384 h 3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52" h="384">
                <a:moveTo>
                  <a:pt x="0" y="240"/>
                </a:moveTo>
                <a:lnTo>
                  <a:pt x="0" y="384"/>
                </a:lnTo>
                <a:lnTo>
                  <a:pt x="864" y="384"/>
                </a:lnTo>
                <a:lnTo>
                  <a:pt x="864" y="0"/>
                </a:lnTo>
                <a:lnTo>
                  <a:pt x="1152" y="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 type="stealth" w="med" len="med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4" name="Group 50">
            <a:extLst>
              <a:ext uri="{FF2B5EF4-FFF2-40B4-BE49-F238E27FC236}">
                <a16:creationId xmlns:a16="http://schemas.microsoft.com/office/drawing/2014/main" id="{B1EB6F5A-8284-45C6-B452-70B6871FC7CB}"/>
              </a:ext>
            </a:extLst>
          </p:cNvPr>
          <p:cNvGrpSpPr>
            <a:grpSpLocks/>
          </p:cNvGrpSpPr>
          <p:nvPr/>
        </p:nvGrpSpPr>
        <p:grpSpPr bwMode="auto">
          <a:xfrm>
            <a:off x="4141788" y="5505450"/>
            <a:ext cx="1149350" cy="579438"/>
            <a:chOff x="2592" y="3468"/>
            <a:chExt cx="724" cy="365"/>
          </a:xfrm>
        </p:grpSpPr>
        <p:sp>
          <p:nvSpPr>
            <p:cNvPr id="16431" name="Text Box 51">
              <a:extLst>
                <a:ext uri="{FF2B5EF4-FFF2-40B4-BE49-F238E27FC236}">
                  <a16:creationId xmlns:a16="http://schemas.microsoft.com/office/drawing/2014/main" id="{78500530-DCF1-4F4C-9936-779D2FF73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8" y="3468"/>
              <a:ext cx="62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1011</a:t>
              </a:r>
            </a:p>
          </p:txBody>
        </p:sp>
        <p:sp>
          <p:nvSpPr>
            <p:cNvPr id="16432" name="Line 52">
              <a:extLst>
                <a:ext uri="{FF2B5EF4-FFF2-40B4-BE49-F238E27FC236}">
                  <a16:creationId xmlns:a16="http://schemas.microsoft.com/office/drawing/2014/main" id="{BD6203F2-CF81-4254-AA60-13580C5CD8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2" y="3648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3365" name="Text Box 53">
            <a:extLst>
              <a:ext uri="{FF2B5EF4-FFF2-40B4-BE49-F238E27FC236}">
                <a16:creationId xmlns:a16="http://schemas.microsoft.com/office/drawing/2014/main" id="{59EAA667-8861-40CF-9A9D-442A8C3584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4788" y="2362200"/>
            <a:ext cx="21066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（</a:t>
            </a:r>
            <a:r>
              <a:rPr kumimoji="1" lang="en-US" altLang="zh-CN" b="1">
                <a:latin typeface="Times New Roman" panose="02020603050405020304" pitchFamily="18" charset="0"/>
              </a:rPr>
              <a:t>mod2</a:t>
            </a:r>
            <a:r>
              <a:rPr kumimoji="1" lang="en-US" altLang="zh-CN" b="1" baseline="40000">
                <a:latin typeface="Times New Roman" panose="02020603050405020304" pitchFamily="18" charset="0"/>
              </a:rPr>
              <a:t>4</a:t>
            </a:r>
            <a:r>
              <a:rPr kumimoji="1" lang="zh-CN" altLang="en-US" b="1">
                <a:latin typeface="Times New Roman" panose="02020603050405020304" pitchFamily="18" charset="0"/>
              </a:rPr>
              <a:t>）</a:t>
            </a:r>
            <a:endParaRPr kumimoji="1" lang="zh-CN" altLang="en-US" sz="2800" b="1">
              <a:latin typeface="Times New Roman" panose="02020603050405020304" pitchFamily="18" charset="0"/>
            </a:endParaRPr>
          </a:p>
        </p:txBody>
      </p:sp>
      <p:sp>
        <p:nvSpPr>
          <p:cNvPr id="13366" name="Text Box 54">
            <a:extLst>
              <a:ext uri="{FF2B5EF4-FFF2-40B4-BE49-F238E27FC236}">
                <a16:creationId xmlns:a16="http://schemas.microsoft.com/office/drawing/2014/main" id="{87AE2E69-DE9E-43EE-AEF2-A42FC38B3B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125" y="2940050"/>
            <a:ext cx="17684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可见</a:t>
            </a:r>
          </a:p>
        </p:txBody>
      </p:sp>
      <p:sp>
        <p:nvSpPr>
          <p:cNvPr id="13367" name="Text Box 55">
            <a:extLst>
              <a:ext uri="{FF2B5EF4-FFF2-40B4-BE49-F238E27FC236}">
                <a16:creationId xmlns:a16="http://schemas.microsoft.com/office/drawing/2014/main" id="{1068F556-94DE-4469-B513-CB2B049D89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1850" y="3184525"/>
            <a:ext cx="43815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4000" b="1">
                <a:solidFill>
                  <a:schemeClr val="folHlink"/>
                </a:solidFill>
                <a:latin typeface="Times New Roman" panose="02020603050405020304" pitchFamily="18" charset="0"/>
              </a:rPr>
              <a:t>?</a:t>
            </a:r>
          </a:p>
        </p:txBody>
      </p:sp>
      <p:sp>
        <p:nvSpPr>
          <p:cNvPr id="13368" name="Text Box 56">
            <a:extLst>
              <a:ext uri="{FF2B5EF4-FFF2-40B4-BE49-F238E27FC236}">
                <a16:creationId xmlns:a16="http://schemas.microsoft.com/office/drawing/2014/main" id="{AB929010-FB1F-4891-9F30-EE11D39AA9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2971800"/>
            <a:ext cx="13303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+ 0101</a:t>
            </a:r>
          </a:p>
        </p:txBody>
      </p:sp>
      <p:sp>
        <p:nvSpPr>
          <p:cNvPr id="13369" name="Text Box 57">
            <a:extLst>
              <a:ext uri="{FF2B5EF4-FFF2-40B4-BE49-F238E27FC236}">
                <a16:creationId xmlns:a16="http://schemas.microsoft.com/office/drawing/2014/main" id="{6F2D3EE8-4010-41C1-B5F6-83B4A4FF52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8250" y="3992563"/>
            <a:ext cx="9969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0101</a:t>
            </a:r>
          </a:p>
        </p:txBody>
      </p:sp>
      <p:sp>
        <p:nvSpPr>
          <p:cNvPr id="13370" name="Text Box 58">
            <a:extLst>
              <a:ext uri="{FF2B5EF4-FFF2-40B4-BE49-F238E27FC236}">
                <a16:creationId xmlns:a16="http://schemas.microsoft.com/office/drawing/2014/main" id="{2ECFCED0-141A-46B8-929B-D248BBDC83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4038600"/>
            <a:ext cx="996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0101</a:t>
            </a:r>
          </a:p>
        </p:txBody>
      </p:sp>
      <p:sp>
        <p:nvSpPr>
          <p:cNvPr id="13371" name="Line 59">
            <a:extLst>
              <a:ext uri="{FF2B5EF4-FFF2-40B4-BE49-F238E27FC236}">
                <a16:creationId xmlns:a16="http://schemas.microsoft.com/office/drawing/2014/main" id="{88D5D56E-A82C-4B7D-9D41-EFF75FCD9FE5}"/>
              </a:ext>
            </a:extLst>
          </p:cNvPr>
          <p:cNvSpPr>
            <a:spLocks noChangeShapeType="1"/>
          </p:cNvSpPr>
          <p:nvPr/>
        </p:nvSpPr>
        <p:spPr bwMode="auto">
          <a:xfrm>
            <a:off x="4038600" y="4876800"/>
            <a:ext cx="1524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372" name="Text Box 60">
            <a:extLst>
              <a:ext uri="{FF2B5EF4-FFF2-40B4-BE49-F238E27FC236}">
                <a16:creationId xmlns:a16="http://schemas.microsoft.com/office/drawing/2014/main" id="{C1EDC416-4273-4E2B-BFD3-D52838549D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4572000"/>
            <a:ext cx="996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1011</a:t>
            </a:r>
            <a:endParaRPr kumimoji="1" lang="en-US" altLang="zh-CN" sz="2800" b="1">
              <a:latin typeface="Times New Roman" panose="02020603050405020304" pitchFamily="18" charset="0"/>
            </a:endParaRPr>
          </a:p>
        </p:txBody>
      </p:sp>
      <p:sp>
        <p:nvSpPr>
          <p:cNvPr id="13373" name="Text Box 61">
            <a:extLst>
              <a:ext uri="{FF2B5EF4-FFF2-40B4-BE49-F238E27FC236}">
                <a16:creationId xmlns:a16="http://schemas.microsoft.com/office/drawing/2014/main" id="{8582E769-49EE-4BE0-A4D3-C8E9F9430C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572000"/>
            <a:ext cx="996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0101</a:t>
            </a:r>
          </a:p>
        </p:txBody>
      </p:sp>
      <p:sp>
        <p:nvSpPr>
          <p:cNvPr id="13374" name="Freeform 62">
            <a:extLst>
              <a:ext uri="{FF2B5EF4-FFF2-40B4-BE49-F238E27FC236}">
                <a16:creationId xmlns:a16="http://schemas.microsoft.com/office/drawing/2014/main" id="{42A09956-FFDC-49FF-A939-D9271B6C94F9}"/>
              </a:ext>
            </a:extLst>
          </p:cNvPr>
          <p:cNvSpPr>
            <a:spLocks/>
          </p:cNvSpPr>
          <p:nvPr/>
        </p:nvSpPr>
        <p:spPr bwMode="auto">
          <a:xfrm>
            <a:off x="2438400" y="3940175"/>
            <a:ext cx="1657350" cy="252413"/>
          </a:xfrm>
          <a:custGeom>
            <a:avLst/>
            <a:gdLst>
              <a:gd name="T0" fmla="*/ 0 w 1044"/>
              <a:gd name="T1" fmla="*/ 161290319 h 159"/>
              <a:gd name="T2" fmla="*/ 0 w 1044"/>
              <a:gd name="T3" fmla="*/ 0 h 159"/>
              <a:gd name="T4" fmla="*/ 2147483646 w 1044"/>
              <a:gd name="T5" fmla="*/ 0 h 159"/>
              <a:gd name="T6" fmla="*/ 2147483646 w 1044"/>
              <a:gd name="T7" fmla="*/ 400706431 h 159"/>
              <a:gd name="T8" fmla="*/ 0 60000 65536"/>
              <a:gd name="T9" fmla="*/ 0 60000 65536"/>
              <a:gd name="T10" fmla="*/ 0 60000 65536"/>
              <a:gd name="T11" fmla="*/ 0 60000 65536"/>
              <a:gd name="T12" fmla="*/ 0 w 1044"/>
              <a:gd name="T13" fmla="*/ 0 h 159"/>
              <a:gd name="T14" fmla="*/ 1044 w 1044"/>
              <a:gd name="T15" fmla="*/ 159 h 1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44" h="159">
                <a:moveTo>
                  <a:pt x="0" y="64"/>
                </a:moveTo>
                <a:lnTo>
                  <a:pt x="0" y="0"/>
                </a:lnTo>
                <a:lnTo>
                  <a:pt x="1041" y="0"/>
                </a:lnTo>
                <a:lnTo>
                  <a:pt x="1044" y="159"/>
                </a:lnTo>
              </a:path>
            </a:pathLst>
          </a:cu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375" name="Text Box 63">
            <a:extLst>
              <a:ext uri="{FF2B5EF4-FFF2-40B4-BE49-F238E27FC236}">
                <a16:creationId xmlns:a16="http://schemas.microsoft.com/office/drawing/2014/main" id="{46BF2172-EBAF-4B12-9955-7859976BA0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7475" y="4038600"/>
            <a:ext cx="4159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3376" name="Freeform 64">
            <a:extLst>
              <a:ext uri="{FF2B5EF4-FFF2-40B4-BE49-F238E27FC236}">
                <a16:creationId xmlns:a16="http://schemas.microsoft.com/office/drawing/2014/main" id="{65238187-A1EA-4280-A459-54CF7B72A5DD}"/>
              </a:ext>
            </a:extLst>
          </p:cNvPr>
          <p:cNvSpPr>
            <a:spLocks/>
          </p:cNvSpPr>
          <p:nvPr/>
        </p:nvSpPr>
        <p:spPr bwMode="auto">
          <a:xfrm>
            <a:off x="2362200" y="4983163"/>
            <a:ext cx="1752600" cy="228600"/>
          </a:xfrm>
          <a:custGeom>
            <a:avLst/>
            <a:gdLst>
              <a:gd name="T0" fmla="*/ 0 w 1104"/>
              <a:gd name="T1" fmla="*/ 136088438 h 192"/>
              <a:gd name="T2" fmla="*/ 0 w 1104"/>
              <a:gd name="T3" fmla="*/ 272176875 h 192"/>
              <a:gd name="T4" fmla="*/ 2147483646 w 1104"/>
              <a:gd name="T5" fmla="*/ 272176875 h 192"/>
              <a:gd name="T6" fmla="*/ 2147483646 w 1104"/>
              <a:gd name="T7" fmla="*/ 0 h 192"/>
              <a:gd name="T8" fmla="*/ 0 60000 65536"/>
              <a:gd name="T9" fmla="*/ 0 60000 65536"/>
              <a:gd name="T10" fmla="*/ 0 60000 65536"/>
              <a:gd name="T11" fmla="*/ 0 60000 65536"/>
              <a:gd name="T12" fmla="*/ 0 w 1104"/>
              <a:gd name="T13" fmla="*/ 0 h 192"/>
              <a:gd name="T14" fmla="*/ 1104 w 1104"/>
              <a:gd name="T15" fmla="*/ 192 h 19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104" h="192">
                <a:moveTo>
                  <a:pt x="0" y="96"/>
                </a:moveTo>
                <a:lnTo>
                  <a:pt x="0" y="192"/>
                </a:lnTo>
                <a:lnTo>
                  <a:pt x="1104" y="192"/>
                </a:lnTo>
                <a:lnTo>
                  <a:pt x="1104" y="0"/>
                </a:lnTo>
              </a:path>
            </a:pathLst>
          </a:cu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377" name="Line 65">
            <a:extLst>
              <a:ext uri="{FF2B5EF4-FFF2-40B4-BE49-F238E27FC236}">
                <a16:creationId xmlns:a16="http://schemas.microsoft.com/office/drawing/2014/main" id="{6A801544-F7D1-4C41-B16E-36EB4BEA014A}"/>
              </a:ext>
            </a:extLst>
          </p:cNvPr>
          <p:cNvSpPr>
            <a:spLocks noChangeShapeType="1"/>
          </p:cNvSpPr>
          <p:nvPr/>
        </p:nvSpPr>
        <p:spPr bwMode="auto">
          <a:xfrm>
            <a:off x="8610600" y="1447800"/>
            <a:ext cx="0" cy="3657600"/>
          </a:xfrm>
          <a:prstGeom prst="line">
            <a:avLst/>
          </a:prstGeom>
          <a:noFill/>
          <a:ln w="28575">
            <a:solidFill>
              <a:schemeClr val="folHlink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378" name="Text Box 66">
            <a:extLst>
              <a:ext uri="{FF2B5EF4-FFF2-40B4-BE49-F238E27FC236}">
                <a16:creationId xmlns:a16="http://schemas.microsoft.com/office/drawing/2014/main" id="{6E1F84D6-D456-474D-B448-8495F6FF4C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1013" y="5135563"/>
            <a:ext cx="23923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（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mod2</a:t>
            </a:r>
            <a:r>
              <a:rPr kumimoji="1" lang="en-US" altLang="zh-CN" b="1" baseline="40000">
                <a:solidFill>
                  <a:schemeClr val="folHlink"/>
                </a:solidFill>
                <a:latin typeface="Times New Roman" panose="02020603050405020304" pitchFamily="18" charset="0"/>
              </a:rPr>
              <a:t>4+1</a:t>
            </a: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）</a:t>
            </a:r>
          </a:p>
        </p:txBody>
      </p:sp>
      <p:sp>
        <p:nvSpPr>
          <p:cNvPr id="13380" name="Text Box 68">
            <a:extLst>
              <a:ext uri="{FF2B5EF4-FFF2-40B4-BE49-F238E27FC236}">
                <a16:creationId xmlns:a16="http://schemas.microsoft.com/office/drawing/2014/main" id="{66A889A6-1B63-4331-A62F-D3B9C24732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6200" y="5135563"/>
            <a:ext cx="1828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100000</a:t>
            </a:r>
          </a:p>
        </p:txBody>
      </p:sp>
      <p:sp>
        <p:nvSpPr>
          <p:cNvPr id="13381" name="Text Box 69">
            <a:extLst>
              <a:ext uri="{FF2B5EF4-FFF2-40B4-BE49-F238E27FC236}">
                <a16:creationId xmlns:a16="http://schemas.microsoft.com/office/drawing/2014/main" id="{65E92458-293B-4A2A-98A8-19D031AB2A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5135563"/>
            <a:ext cx="1676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=</a:t>
            </a:r>
          </a:p>
        </p:txBody>
      </p:sp>
      <p:sp>
        <p:nvSpPr>
          <p:cNvPr id="71" name="矩形 70">
            <a:extLst>
              <a:ext uri="{FF2B5EF4-FFF2-40B4-BE49-F238E27FC236}">
                <a16:creationId xmlns:a16="http://schemas.microsoft.com/office/drawing/2014/main" id="{13D208DD-6B85-4315-A75D-DE9427F9DE91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3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3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3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3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1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1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13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67" dur="500"/>
                                        <p:tgtEl>
                                          <p:spTgt spid="13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1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7" dur="500"/>
                                        <p:tgtEl>
                                          <p:spTgt spid="13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2" dur="500"/>
                                        <p:tgtEl>
                                          <p:spTgt spid="13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1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7" dur="500"/>
                                        <p:tgtEl>
                                          <p:spTgt spid="13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07" dur="500"/>
                                        <p:tgtEl>
                                          <p:spTgt spid="13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12" dur="500"/>
                                        <p:tgtEl>
                                          <p:spTgt spid="13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7" dur="500"/>
                                        <p:tgtEl>
                                          <p:spTgt spid="13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2" dur="500"/>
                                        <p:tgtEl>
                                          <p:spTgt spid="13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7" dur="500"/>
                                        <p:tgtEl>
                                          <p:spTgt spid="13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 nodeType="clickPar">
                      <p:stCondLst>
                        <p:cond delay="indefinite"/>
                      </p:stCondLst>
                      <p:childTnLst>
                        <p:par>
                          <p:cTn id="1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37" dur="500"/>
                                        <p:tgtEl>
                                          <p:spTgt spid="13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 nodeType="clickPar">
                      <p:stCondLst>
                        <p:cond delay="indefinite"/>
                      </p:stCondLst>
                      <p:childTnLst>
                        <p:par>
                          <p:cTn id="1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42" dur="500"/>
                                        <p:tgtEl>
                                          <p:spTgt spid="13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 nodeType="clickPar">
                      <p:stCondLst>
                        <p:cond delay="indefinite"/>
                      </p:stCondLst>
                      <p:childTnLst>
                        <p:par>
                          <p:cTn id="1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7" dur="500"/>
                                        <p:tgtEl>
                                          <p:spTgt spid="13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 nodeType="clickPar">
                      <p:stCondLst>
                        <p:cond delay="indefinite"/>
                      </p:stCondLst>
                      <p:childTnLst>
                        <p:par>
                          <p:cTn id="1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2" dur="500"/>
                                        <p:tgtEl>
                                          <p:spTgt spid="13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 nodeType="clickPar">
                      <p:stCondLst>
                        <p:cond delay="indefinite"/>
                      </p:stCondLst>
                      <p:childTnLst>
                        <p:par>
                          <p:cTn id="1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 nodeType="clickPar">
                      <p:stCondLst>
                        <p:cond delay="indefinite"/>
                      </p:stCondLst>
                      <p:childTnLst>
                        <p:par>
                          <p:cTn id="1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2" dur="500"/>
                                        <p:tgtEl>
                                          <p:spTgt spid="13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 nodeType="clickPar">
                      <p:stCondLst>
                        <p:cond delay="indefinite"/>
                      </p:stCondLst>
                      <p:childTnLst>
                        <p:par>
                          <p:cTn id="1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67" dur="500"/>
                                        <p:tgtEl>
                                          <p:spTgt spid="13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6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1" dur="500"/>
                                        <p:tgtEl>
                                          <p:spTgt spid="13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 nodeType="clickPar">
                      <p:stCondLst>
                        <p:cond delay="indefinite"/>
                      </p:stCondLst>
                      <p:childTnLst>
                        <p:par>
                          <p:cTn id="1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6" dur="500"/>
                                        <p:tgtEl>
                                          <p:spTgt spid="13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 nodeType="clickPar">
                      <p:stCondLst>
                        <p:cond delay="indefinite"/>
                      </p:stCondLst>
                      <p:childTnLst>
                        <p:par>
                          <p:cTn id="1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9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81" dur="500"/>
                                        <p:tgtEl>
                                          <p:spTgt spid="13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5" dur="500"/>
                                        <p:tgtEl>
                                          <p:spTgt spid="13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8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 nodeType="clickPar">
                      <p:stCondLst>
                        <p:cond delay="indefinite"/>
                      </p:stCondLst>
                      <p:childTnLst>
                        <p:par>
                          <p:cTn id="1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2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94" dur="500"/>
                                        <p:tgtEl>
                                          <p:spTgt spid="13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 nodeType="clickPar">
                      <p:stCondLst>
                        <p:cond delay="indefinite"/>
                      </p:stCondLst>
                      <p:childTnLst>
                        <p:par>
                          <p:cTn id="1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9" dur="500"/>
                                        <p:tgtEl>
                                          <p:spTgt spid="13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 nodeType="clickPar">
                      <p:stCondLst>
                        <p:cond delay="indefinite"/>
                      </p:stCondLst>
                      <p:childTnLst>
                        <p:par>
                          <p:cTn id="2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4" dur="500"/>
                                        <p:tgtEl>
                                          <p:spTgt spid="13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06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208" dur="500"/>
                                        <p:tgtEl>
                                          <p:spTgt spid="13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20" grpId="0" animBg="1"/>
      <p:bldP spid="13321" grpId="0" autoUpdateAnimBg="0"/>
      <p:bldP spid="13329" grpId="0" autoUpdateAnimBg="0"/>
      <p:bldP spid="13334" grpId="0" autoUpdateAnimBg="0"/>
      <p:bldP spid="13335" grpId="0" autoUpdateAnimBg="0"/>
      <p:bldP spid="13336" grpId="0" autoUpdateAnimBg="0"/>
      <p:bldP spid="13339" grpId="0" autoUpdateAnimBg="0"/>
      <p:bldP spid="13342" grpId="0" autoUpdateAnimBg="0"/>
      <p:bldP spid="13343" grpId="0" autoUpdateAnimBg="0"/>
      <p:bldP spid="13345" grpId="0" autoUpdateAnimBg="0"/>
      <p:bldP spid="13365" grpId="0" autoUpdateAnimBg="0"/>
      <p:bldP spid="13366" grpId="0" autoUpdateAnimBg="0"/>
      <p:bldP spid="13367" grpId="0" autoUpdateAnimBg="0"/>
      <p:bldP spid="13368" grpId="0" autoUpdateAnimBg="0"/>
      <p:bldP spid="13369" grpId="0" autoUpdateAnimBg="0"/>
      <p:bldP spid="13370" grpId="0" autoUpdateAnimBg="0"/>
      <p:bldP spid="13372" grpId="0" autoUpdateAnimBg="0"/>
      <p:bldP spid="13373" grpId="0" autoUpdateAnimBg="0"/>
      <p:bldP spid="13375" grpId="0" autoUpdateAnimBg="0"/>
      <p:bldP spid="13378" grpId="0" autoUpdateAnimBg="0"/>
      <p:bldP spid="13380" grpId="0" autoUpdateAnimBg="0"/>
      <p:bldP spid="13381" grpId="0" autoUpdateAnimBg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Text Box 2">
            <a:extLst>
              <a:ext uri="{FF2B5EF4-FFF2-40B4-BE49-F238E27FC236}">
                <a16:creationId xmlns:a16="http://schemas.microsoft.com/office/drawing/2014/main" id="{7D2F33AE-AF67-482D-9A3B-5015F24B07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304800"/>
            <a:ext cx="35814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(3)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补码定义</a:t>
            </a:r>
          </a:p>
        </p:txBody>
      </p:sp>
      <p:sp>
        <p:nvSpPr>
          <p:cNvPr id="14339" name="Text Box 3">
            <a:extLst>
              <a:ext uri="{FF2B5EF4-FFF2-40B4-BE49-F238E27FC236}">
                <a16:creationId xmlns:a16="http://schemas.microsoft.com/office/drawing/2014/main" id="{EAEE6F49-DBEA-446C-92C2-3CF1603AC2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1028700"/>
            <a:ext cx="1752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整数</a:t>
            </a:r>
          </a:p>
        </p:txBody>
      </p:sp>
      <p:sp>
        <p:nvSpPr>
          <p:cNvPr id="14340" name="Text Box 4">
            <a:extLst>
              <a:ext uri="{FF2B5EF4-FFF2-40B4-BE49-F238E27FC236}">
                <a16:creationId xmlns:a16="http://schemas.microsoft.com/office/drawing/2014/main" id="{972BEB94-4A14-4743-8E06-7F5BB3ED9E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0288" y="2971800"/>
            <a:ext cx="19415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为真值</a:t>
            </a:r>
          </a:p>
        </p:txBody>
      </p:sp>
      <p:sp>
        <p:nvSpPr>
          <p:cNvPr id="14341" name="Text Box 5">
            <a:extLst>
              <a:ext uri="{FF2B5EF4-FFF2-40B4-BE49-F238E27FC236}">
                <a16:creationId xmlns:a16="http://schemas.microsoft.com/office/drawing/2014/main" id="{F0BE3C3C-F422-492D-B621-EAC7D320FB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2971800"/>
            <a:ext cx="3048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n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为整数的位数</a:t>
            </a:r>
          </a:p>
        </p:txBody>
      </p:sp>
      <p:grpSp>
        <p:nvGrpSpPr>
          <p:cNvPr id="2" name="Group 6">
            <a:extLst>
              <a:ext uri="{FF2B5EF4-FFF2-40B4-BE49-F238E27FC236}">
                <a16:creationId xmlns:a16="http://schemas.microsoft.com/office/drawing/2014/main" id="{0E738548-43CD-43FA-866B-5B99B556625A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1447800"/>
            <a:ext cx="7458075" cy="1311275"/>
            <a:chOff x="624" y="912"/>
            <a:chExt cx="4698" cy="826"/>
          </a:xfrm>
        </p:grpSpPr>
        <p:sp>
          <p:nvSpPr>
            <p:cNvPr id="17435" name="Text Box 7">
              <a:extLst>
                <a:ext uri="{FF2B5EF4-FFF2-40B4-BE49-F238E27FC236}">
                  <a16:creationId xmlns:a16="http://schemas.microsoft.com/office/drawing/2014/main" id="{781BEAA1-9C92-4759-AF25-1E16A96CA7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1152"/>
              <a:ext cx="77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8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7436" name="Text Box 8">
              <a:extLst>
                <a:ext uri="{FF2B5EF4-FFF2-40B4-BE49-F238E27FC236}">
                  <a16:creationId xmlns:a16="http://schemas.microsoft.com/office/drawing/2014/main" id="{F0801CF8-920B-459C-8DA2-782A1E96EC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7" y="912"/>
              <a:ext cx="270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，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     2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＞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≥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0</a:t>
              </a:r>
            </a:p>
          </p:txBody>
        </p:sp>
        <p:sp>
          <p:nvSpPr>
            <p:cNvPr id="17437" name="Text Box 9">
              <a:extLst>
                <a:ext uri="{FF2B5EF4-FFF2-40B4-BE49-F238E27FC236}">
                  <a16:creationId xmlns:a16="http://schemas.microsoft.com/office/drawing/2014/main" id="{D7600306-EB86-4869-A911-C5AAAD660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7" y="1411"/>
              <a:ext cx="374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+1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+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 0 </a:t>
              </a:r>
              <a:r>
                <a:rPr kumimoji="1" lang="en-US" altLang="zh-CN" sz="2000" b="1"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＞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≥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2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（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mod 2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+1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）</a:t>
              </a:r>
            </a:p>
          </p:txBody>
        </p:sp>
        <p:sp>
          <p:nvSpPr>
            <p:cNvPr id="17438" name="AutoShape 10">
              <a:extLst>
                <a:ext uri="{FF2B5EF4-FFF2-40B4-BE49-F238E27FC236}">
                  <a16:creationId xmlns:a16="http://schemas.microsoft.com/office/drawing/2014/main" id="{393F9A86-EB55-4194-9AEF-C2B9C1DF4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026"/>
              <a:ext cx="144" cy="616"/>
            </a:xfrm>
            <a:prstGeom prst="leftBrace">
              <a:avLst>
                <a:gd name="adj1" fmla="val 35648"/>
                <a:gd name="adj2" fmla="val 50000"/>
              </a:avLst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17439" name="Line 11">
              <a:extLst>
                <a:ext uri="{FF2B5EF4-FFF2-40B4-BE49-F238E27FC236}">
                  <a16:creationId xmlns:a16="http://schemas.microsoft.com/office/drawing/2014/main" id="{47944C75-3109-4045-B2B4-F3DFE0C2AC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3" y="1584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4348" name="Text Box 12">
            <a:extLst>
              <a:ext uri="{FF2B5EF4-FFF2-40B4-BE49-F238E27FC236}">
                <a16:creationId xmlns:a16="http://schemas.microsoft.com/office/drawing/2014/main" id="{CEDDC832-33A9-477D-8E7F-7BA6FE52B8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8863" y="3733800"/>
            <a:ext cx="54133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如</a:t>
            </a:r>
          </a:p>
        </p:txBody>
      </p:sp>
      <p:sp>
        <p:nvSpPr>
          <p:cNvPr id="14349" name="Text Box 13">
            <a:extLst>
              <a:ext uri="{FF2B5EF4-FFF2-40B4-BE49-F238E27FC236}">
                <a16:creationId xmlns:a16="http://schemas.microsoft.com/office/drawing/2014/main" id="{A1FB211A-2FA4-45DF-B6C9-952E97DD9F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3733800"/>
            <a:ext cx="1657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+1010</a:t>
            </a:r>
            <a:endParaRPr kumimoji="1" lang="en-US" altLang="zh-CN" b="1">
              <a:latin typeface="Times New Roman" panose="02020603050405020304" pitchFamily="18" charset="0"/>
            </a:endParaRPr>
          </a:p>
        </p:txBody>
      </p:sp>
      <p:grpSp>
        <p:nvGrpSpPr>
          <p:cNvPr id="3" name="Group 14">
            <a:extLst>
              <a:ext uri="{FF2B5EF4-FFF2-40B4-BE49-F238E27FC236}">
                <a16:creationId xmlns:a16="http://schemas.microsoft.com/office/drawing/2014/main" id="{BAE77707-6CB8-4959-8CE1-FEB4E9A29CC7}"/>
              </a:ext>
            </a:extLst>
          </p:cNvPr>
          <p:cNvGrpSpPr>
            <a:grpSpLocks/>
          </p:cNvGrpSpPr>
          <p:nvPr/>
        </p:nvGrpSpPr>
        <p:grpSpPr bwMode="auto">
          <a:xfrm>
            <a:off x="4775200" y="4471988"/>
            <a:ext cx="3911600" cy="519112"/>
            <a:chOff x="3008" y="2913"/>
            <a:chExt cx="2464" cy="327"/>
          </a:xfrm>
        </p:grpSpPr>
        <p:sp>
          <p:nvSpPr>
            <p:cNvPr id="17433" name="Text Box 15">
              <a:extLst>
                <a:ext uri="{FF2B5EF4-FFF2-40B4-BE49-F238E27FC236}">
                  <a16:creationId xmlns:a16="http://schemas.microsoft.com/office/drawing/2014/main" id="{230E694B-CB9C-47DE-A105-A810F21CE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8" y="2913"/>
              <a:ext cx="246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8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7+1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+(   1011000 )</a:t>
              </a:r>
              <a:endParaRPr kumimoji="1" lang="en-US" altLang="zh-CN" b="1">
                <a:latin typeface="Times New Roman" panose="02020603050405020304" pitchFamily="18" charset="0"/>
              </a:endParaRPr>
            </a:p>
          </p:txBody>
        </p:sp>
        <p:sp>
          <p:nvSpPr>
            <p:cNvPr id="17434" name="Line 16">
              <a:extLst>
                <a:ext uri="{FF2B5EF4-FFF2-40B4-BE49-F238E27FC236}">
                  <a16:creationId xmlns:a16="http://schemas.microsoft.com/office/drawing/2014/main" id="{A6848BAF-C385-4E2E-AB6B-01A221D8AD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8" y="3083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4353" name="Text Box 17">
            <a:extLst>
              <a:ext uri="{FF2B5EF4-FFF2-40B4-BE49-F238E27FC236}">
                <a16:creationId xmlns:a16="http://schemas.microsoft.com/office/drawing/2014/main" id="{FA04954D-F99B-4F0E-87B2-D34CF6C746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6725" y="4876800"/>
            <a:ext cx="387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</a:t>
            </a:r>
          </a:p>
        </p:txBody>
      </p:sp>
      <p:sp>
        <p:nvSpPr>
          <p:cNvPr id="14354" name="Text Box 18">
            <a:extLst>
              <a:ext uri="{FF2B5EF4-FFF2-40B4-BE49-F238E27FC236}">
                <a16:creationId xmlns:a16="http://schemas.microsoft.com/office/drawing/2014/main" id="{EC6F4644-B406-42CA-AD13-53CB7F40F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4495800"/>
            <a:ext cx="3098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0,1010</a:t>
            </a:r>
            <a:endParaRPr kumimoji="1" lang="en-US" altLang="zh-CN" b="1">
              <a:latin typeface="Times New Roman" panose="02020603050405020304" pitchFamily="18" charset="0"/>
            </a:endParaRPr>
          </a:p>
        </p:txBody>
      </p:sp>
      <p:grpSp>
        <p:nvGrpSpPr>
          <p:cNvPr id="4" name="Group 19">
            <a:extLst>
              <a:ext uri="{FF2B5EF4-FFF2-40B4-BE49-F238E27FC236}">
                <a16:creationId xmlns:a16="http://schemas.microsoft.com/office/drawing/2014/main" id="{A3AFAE0A-E27E-4F25-AF60-8CB5CCAA1C9C}"/>
              </a:ext>
            </a:extLst>
          </p:cNvPr>
          <p:cNvGrpSpPr>
            <a:grpSpLocks/>
          </p:cNvGrpSpPr>
          <p:nvPr/>
        </p:nvGrpSpPr>
        <p:grpSpPr bwMode="auto">
          <a:xfrm>
            <a:off x="5278438" y="3733800"/>
            <a:ext cx="2165350" cy="519113"/>
            <a:chOff x="1228" y="2913"/>
            <a:chExt cx="1364" cy="327"/>
          </a:xfrm>
        </p:grpSpPr>
        <p:sp>
          <p:nvSpPr>
            <p:cNvPr id="17431" name="Line 20">
              <a:extLst>
                <a:ext uri="{FF2B5EF4-FFF2-40B4-BE49-F238E27FC236}">
                  <a16:creationId xmlns:a16="http://schemas.microsoft.com/office/drawing/2014/main" id="{7618B9C0-690C-4655-AD8A-3ACA3465D5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9" y="3083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32" name="Text Box 21">
              <a:extLst>
                <a:ext uri="{FF2B5EF4-FFF2-40B4-BE49-F238E27FC236}">
                  <a16:creationId xmlns:a16="http://schemas.microsoft.com/office/drawing/2014/main" id="{99360B35-557E-49AC-B9CB-42761888F9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28" y="2913"/>
              <a:ext cx="136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=   1011000</a:t>
              </a:r>
            </a:p>
          </p:txBody>
        </p:sp>
      </p:grpSp>
      <p:sp>
        <p:nvSpPr>
          <p:cNvPr id="14358" name="Text Box 22">
            <a:extLst>
              <a:ext uri="{FF2B5EF4-FFF2-40B4-BE49-F238E27FC236}">
                <a16:creationId xmlns:a16="http://schemas.microsoft.com/office/drawing/2014/main" id="{88984112-A917-4B83-A41E-7EDF78955D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24550" y="5791200"/>
            <a:ext cx="16954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1,0101000</a:t>
            </a:r>
          </a:p>
        </p:txBody>
      </p:sp>
      <p:sp>
        <p:nvSpPr>
          <p:cNvPr id="14359" name="Freeform 23">
            <a:extLst>
              <a:ext uri="{FF2B5EF4-FFF2-40B4-BE49-F238E27FC236}">
                <a16:creationId xmlns:a16="http://schemas.microsoft.com/office/drawing/2014/main" id="{E2AD853B-2AC5-45B0-B1AA-7DAFED68C749}"/>
              </a:ext>
            </a:extLst>
          </p:cNvPr>
          <p:cNvSpPr>
            <a:spLocks/>
          </p:cNvSpPr>
          <p:nvPr/>
        </p:nvSpPr>
        <p:spPr bwMode="auto">
          <a:xfrm>
            <a:off x="4211638" y="6237288"/>
            <a:ext cx="2036762" cy="468312"/>
          </a:xfrm>
          <a:custGeom>
            <a:avLst/>
            <a:gdLst>
              <a:gd name="T0" fmla="*/ 0 w 1314"/>
              <a:gd name="T1" fmla="*/ 0 h 300"/>
              <a:gd name="T2" fmla="*/ 374812259 w 1314"/>
              <a:gd name="T3" fmla="*/ 7310350 h 300"/>
              <a:gd name="T4" fmla="*/ 377214833 w 1314"/>
              <a:gd name="T5" fmla="*/ 731053764 h 300"/>
              <a:gd name="T6" fmla="*/ 2147483646 w 1314"/>
              <a:gd name="T7" fmla="*/ 731053764 h 300"/>
              <a:gd name="T8" fmla="*/ 2147483646 w 1314"/>
              <a:gd name="T9" fmla="*/ 116968727 h 3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14"/>
              <a:gd name="T16" fmla="*/ 0 h 300"/>
              <a:gd name="T17" fmla="*/ 1314 w 1314"/>
              <a:gd name="T18" fmla="*/ 300 h 3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14" h="300">
                <a:moveTo>
                  <a:pt x="0" y="0"/>
                </a:moveTo>
                <a:lnTo>
                  <a:pt x="156" y="3"/>
                </a:lnTo>
                <a:lnTo>
                  <a:pt x="157" y="300"/>
                </a:lnTo>
                <a:lnTo>
                  <a:pt x="1314" y="300"/>
                </a:lnTo>
                <a:lnTo>
                  <a:pt x="1314" y="48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4360" name="Text Box 24">
            <a:extLst>
              <a:ext uri="{FF2B5EF4-FFF2-40B4-BE49-F238E27FC236}">
                <a16:creationId xmlns:a16="http://schemas.microsoft.com/office/drawing/2014/main" id="{635E09C0-6F57-4E7D-87E0-64A7EA7780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4050" y="5583238"/>
            <a:ext cx="2481263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用 </a:t>
            </a: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逗号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将符号位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和数值部分隔开</a:t>
            </a:r>
          </a:p>
        </p:txBody>
      </p:sp>
      <p:sp>
        <p:nvSpPr>
          <p:cNvPr id="14361" name="Line 25">
            <a:extLst>
              <a:ext uri="{FF2B5EF4-FFF2-40B4-BE49-F238E27FC236}">
                <a16:creationId xmlns:a16="http://schemas.microsoft.com/office/drawing/2014/main" id="{5C409265-AB5C-4762-A743-6023E73AB1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6600" y="5029200"/>
            <a:ext cx="0" cy="6096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4363" name="Line 27">
            <a:extLst>
              <a:ext uri="{FF2B5EF4-FFF2-40B4-BE49-F238E27FC236}">
                <a16:creationId xmlns:a16="http://schemas.microsoft.com/office/drawing/2014/main" id="{0B43FC90-47A4-4DDE-9FDA-787CC8B6E5AA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3000" y="5791200"/>
            <a:ext cx="34290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4364" name="Text Box 28">
            <a:extLst>
              <a:ext uri="{FF2B5EF4-FFF2-40B4-BE49-F238E27FC236}">
                <a16:creationId xmlns:a16="http://schemas.microsoft.com/office/drawing/2014/main" id="{9D6708E7-0B26-4627-B4E3-38CDCF3706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91250" y="5257800"/>
            <a:ext cx="14287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1011000</a:t>
            </a:r>
          </a:p>
        </p:txBody>
      </p:sp>
      <p:sp>
        <p:nvSpPr>
          <p:cNvPr id="14365" name="Line 29">
            <a:extLst>
              <a:ext uri="{FF2B5EF4-FFF2-40B4-BE49-F238E27FC236}">
                <a16:creationId xmlns:a16="http://schemas.microsoft.com/office/drawing/2014/main" id="{8A00A74C-6279-4BDB-BBE9-D26A5FC6B1AF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1500" y="5502275"/>
            <a:ext cx="1524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4366" name="Text Box 30">
            <a:extLst>
              <a:ext uri="{FF2B5EF4-FFF2-40B4-BE49-F238E27FC236}">
                <a16:creationId xmlns:a16="http://schemas.microsoft.com/office/drawing/2014/main" id="{DA68B07E-C7FB-489C-ACF8-99F4043E3B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11838" y="4876800"/>
            <a:ext cx="23050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100000000</a:t>
            </a:r>
          </a:p>
        </p:txBody>
      </p:sp>
      <p:sp>
        <p:nvSpPr>
          <p:cNvPr id="32" name="矩形 31">
            <a:extLst>
              <a:ext uri="{FF2B5EF4-FFF2-40B4-BE49-F238E27FC236}">
                <a16:creationId xmlns:a16="http://schemas.microsoft.com/office/drawing/2014/main" id="{B7BCB57B-622C-4F01-8B3D-2326E9CEFB85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4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4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4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4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4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4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4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4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6" dur="500"/>
                                        <p:tgtEl>
                                          <p:spTgt spid="14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8" presetClass="entr" presetSubtype="3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1" dur="500"/>
                                        <p:tgtEl>
                                          <p:spTgt spid="14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14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8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0" dur="500"/>
                                        <p:tgtEl>
                                          <p:spTgt spid="14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2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4" dur="500"/>
                                        <p:tgtEl>
                                          <p:spTgt spid="14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76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8" dur="500"/>
                                        <p:tgtEl>
                                          <p:spTgt spid="14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3" dur="500"/>
                                        <p:tgtEl>
                                          <p:spTgt spid="14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7" dur="500"/>
                                        <p:tgtEl>
                                          <p:spTgt spid="14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39" grpId="0" autoUpdateAnimBg="0"/>
      <p:bldP spid="14340" grpId="0" autoUpdateAnimBg="0"/>
      <p:bldP spid="14341" grpId="0" autoUpdateAnimBg="0"/>
      <p:bldP spid="14348" grpId="0" autoUpdateAnimBg="0"/>
      <p:bldP spid="14349" grpId="0" autoUpdateAnimBg="0"/>
      <p:bldP spid="14353" grpId="0"/>
      <p:bldP spid="14354" grpId="0" autoUpdateAnimBg="0"/>
      <p:bldP spid="14358" grpId="0" autoUpdateAnimBg="0"/>
      <p:bldP spid="14360" grpId="0"/>
      <p:bldP spid="14364" grpId="0"/>
      <p:bldP spid="14366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Text Box 2">
            <a:extLst>
              <a:ext uri="{FF2B5EF4-FFF2-40B4-BE49-F238E27FC236}">
                <a16:creationId xmlns:a16="http://schemas.microsoft.com/office/drawing/2014/main" id="{9081740D-2157-49A2-A327-1932554484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428625"/>
            <a:ext cx="18288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>
                <a:solidFill>
                  <a:schemeClr val="folHlink"/>
                </a:solidFill>
                <a:latin typeface="Times New Roman" panose="02020603050405020304" pitchFamily="18" charset="0"/>
              </a:rPr>
              <a:t>小数</a:t>
            </a:r>
          </a:p>
        </p:txBody>
      </p:sp>
      <p:sp>
        <p:nvSpPr>
          <p:cNvPr id="15363" name="Text Box 3">
            <a:extLst>
              <a:ext uri="{FF2B5EF4-FFF2-40B4-BE49-F238E27FC236}">
                <a16:creationId xmlns:a16="http://schemas.microsoft.com/office/drawing/2014/main" id="{ECE2EF84-8C19-41CF-BC17-47560809E0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5588" y="2590800"/>
            <a:ext cx="213201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为真值</a:t>
            </a:r>
          </a:p>
        </p:txBody>
      </p:sp>
      <p:sp>
        <p:nvSpPr>
          <p:cNvPr id="15364" name="Text Box 4">
            <a:extLst>
              <a:ext uri="{FF2B5EF4-FFF2-40B4-BE49-F238E27FC236}">
                <a16:creationId xmlns:a16="http://schemas.microsoft.com/office/drawing/2014/main" id="{34BA63E4-247C-473E-AA49-78D9E8BD04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1850" y="3276600"/>
            <a:ext cx="20129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+ 0.1110</a:t>
            </a: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685EC6C2-1A00-47D5-94B8-5747045AE09B}"/>
              </a:ext>
            </a:extLst>
          </p:cNvPr>
          <p:cNvGrpSpPr>
            <a:grpSpLocks/>
          </p:cNvGrpSpPr>
          <p:nvPr/>
        </p:nvGrpSpPr>
        <p:grpSpPr bwMode="auto">
          <a:xfrm>
            <a:off x="1446213" y="1095375"/>
            <a:ext cx="7697787" cy="1295400"/>
            <a:chOff x="911" y="690"/>
            <a:chExt cx="4849" cy="816"/>
          </a:xfrm>
        </p:grpSpPr>
        <p:sp>
          <p:nvSpPr>
            <p:cNvPr id="18460" name="Text Box 6">
              <a:extLst>
                <a:ext uri="{FF2B5EF4-FFF2-40B4-BE49-F238E27FC236}">
                  <a16:creationId xmlns:a16="http://schemas.microsoft.com/office/drawing/2014/main" id="{9B5EA72C-C0A3-4E34-9DAC-E7C6387E5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1" y="930"/>
              <a:ext cx="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8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8461" name="Text Box 7">
              <a:extLst>
                <a:ext uri="{FF2B5EF4-FFF2-40B4-BE49-F238E27FC236}">
                  <a16:creationId xmlns:a16="http://schemas.microsoft.com/office/drawing/2014/main" id="{05B9B5AF-911B-4EF9-881F-9A99820FEB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4" y="690"/>
              <a:ext cx="275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          1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＞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≥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0</a:t>
              </a:r>
            </a:p>
          </p:txBody>
        </p:sp>
        <p:sp>
          <p:nvSpPr>
            <p:cNvPr id="18462" name="Text Box 8">
              <a:extLst>
                <a:ext uri="{FF2B5EF4-FFF2-40B4-BE49-F238E27FC236}">
                  <a16:creationId xmlns:a16="http://schemas.microsoft.com/office/drawing/2014/main" id="{B8624B37-FF4F-42A3-B942-8596818365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4" y="1141"/>
              <a:ext cx="389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2 +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   </a:t>
              </a:r>
              <a:r>
                <a:rPr kumimoji="1" lang="en-US" altLang="zh-CN" sz="14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0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＞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16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≥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  1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（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mod 2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）</a:t>
              </a:r>
            </a:p>
          </p:txBody>
        </p:sp>
        <p:sp>
          <p:nvSpPr>
            <p:cNvPr id="18463" name="AutoShape 9">
              <a:extLst>
                <a:ext uri="{FF2B5EF4-FFF2-40B4-BE49-F238E27FC236}">
                  <a16:creationId xmlns:a16="http://schemas.microsoft.com/office/drawing/2014/main" id="{8FB4228C-5684-424B-914F-7F0DACF45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864"/>
              <a:ext cx="104" cy="528"/>
            </a:xfrm>
            <a:prstGeom prst="leftBrace">
              <a:avLst>
                <a:gd name="adj1" fmla="val 42308"/>
                <a:gd name="adj2" fmla="val 50000"/>
              </a:avLst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18464" name="Line 10">
              <a:extLst>
                <a:ext uri="{FF2B5EF4-FFF2-40B4-BE49-F238E27FC236}">
                  <a16:creationId xmlns:a16="http://schemas.microsoft.com/office/drawing/2014/main" id="{0E5ADA25-476B-4F90-815A-B783C4CB77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4" y="1344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5371" name="Text Box 11">
            <a:extLst>
              <a:ext uri="{FF2B5EF4-FFF2-40B4-BE49-F238E27FC236}">
                <a16:creationId xmlns:a16="http://schemas.microsoft.com/office/drawing/2014/main" id="{F14E8356-3796-4995-A27D-4277590F6E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251200"/>
            <a:ext cx="5413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如</a:t>
            </a:r>
          </a:p>
        </p:txBody>
      </p:sp>
      <p:sp>
        <p:nvSpPr>
          <p:cNvPr id="15372" name="Text Box 12">
            <a:extLst>
              <a:ext uri="{FF2B5EF4-FFF2-40B4-BE49-F238E27FC236}">
                <a16:creationId xmlns:a16="http://schemas.microsoft.com/office/drawing/2014/main" id="{F58381D2-E178-4053-AE9E-BDFB53309A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3976688"/>
            <a:ext cx="32766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0.1110</a:t>
            </a:r>
            <a:endParaRPr kumimoji="1" lang="en-US" altLang="zh-CN" b="1">
              <a:latin typeface="Times New Roman" panose="02020603050405020304" pitchFamily="18" charset="0"/>
            </a:endParaRPr>
          </a:p>
        </p:txBody>
      </p:sp>
      <p:grpSp>
        <p:nvGrpSpPr>
          <p:cNvPr id="3" name="Group 13">
            <a:extLst>
              <a:ext uri="{FF2B5EF4-FFF2-40B4-BE49-F238E27FC236}">
                <a16:creationId xmlns:a16="http://schemas.microsoft.com/office/drawing/2014/main" id="{84E4C189-08AE-4C78-A1E2-1FF69DF41813}"/>
              </a:ext>
            </a:extLst>
          </p:cNvPr>
          <p:cNvGrpSpPr>
            <a:grpSpLocks/>
          </p:cNvGrpSpPr>
          <p:nvPr/>
        </p:nvGrpSpPr>
        <p:grpSpPr bwMode="auto">
          <a:xfrm>
            <a:off x="5035550" y="3276600"/>
            <a:ext cx="2432050" cy="519113"/>
            <a:chOff x="1056" y="2505"/>
            <a:chExt cx="1532" cy="327"/>
          </a:xfrm>
        </p:grpSpPr>
        <p:sp>
          <p:nvSpPr>
            <p:cNvPr id="18458" name="Text Box 14">
              <a:extLst>
                <a:ext uri="{FF2B5EF4-FFF2-40B4-BE49-F238E27FC236}">
                  <a16:creationId xmlns:a16="http://schemas.microsoft.com/office/drawing/2014/main" id="{834DE4AD-2688-4C5C-BE5B-6EFFF6C374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6" y="2505"/>
              <a:ext cx="153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=   0.1100000</a:t>
              </a:r>
            </a:p>
          </p:txBody>
        </p:sp>
        <p:sp>
          <p:nvSpPr>
            <p:cNvPr id="18459" name="Line 15">
              <a:extLst>
                <a:ext uri="{FF2B5EF4-FFF2-40B4-BE49-F238E27FC236}">
                  <a16:creationId xmlns:a16="http://schemas.microsoft.com/office/drawing/2014/main" id="{3A5180A6-8868-419E-8A93-2742AB5CE7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2688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5376" name="Text Box 16">
            <a:extLst>
              <a:ext uri="{FF2B5EF4-FFF2-40B4-BE49-F238E27FC236}">
                <a16:creationId xmlns:a16="http://schemas.microsoft.com/office/drawing/2014/main" id="{A621F106-F797-486C-AD15-63F477C45C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3900" y="5410200"/>
            <a:ext cx="22240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1.0100000</a:t>
            </a:r>
          </a:p>
        </p:txBody>
      </p:sp>
      <p:grpSp>
        <p:nvGrpSpPr>
          <p:cNvPr id="4" name="Group 17">
            <a:extLst>
              <a:ext uri="{FF2B5EF4-FFF2-40B4-BE49-F238E27FC236}">
                <a16:creationId xmlns:a16="http://schemas.microsoft.com/office/drawing/2014/main" id="{635D802F-FCE2-4392-A617-687CC4E567B6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3976688"/>
            <a:ext cx="4176713" cy="519112"/>
            <a:chOff x="2880" y="2505"/>
            <a:chExt cx="2631" cy="327"/>
          </a:xfrm>
        </p:grpSpPr>
        <p:sp>
          <p:nvSpPr>
            <p:cNvPr id="18456" name="Text Box 18">
              <a:extLst>
                <a:ext uri="{FF2B5EF4-FFF2-40B4-BE49-F238E27FC236}">
                  <a16:creationId xmlns:a16="http://schemas.microsoft.com/office/drawing/2014/main" id="{B7E0DBB1-9906-40EE-908F-D44066906F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2505"/>
              <a:ext cx="263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8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2</a:t>
              </a:r>
              <a:r>
                <a:rPr kumimoji="1" lang="en-US" altLang="zh-CN" sz="16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+</a:t>
              </a:r>
              <a:r>
                <a:rPr kumimoji="1" lang="en-US" altLang="zh-CN" sz="16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(   0.1100000 )</a:t>
              </a:r>
              <a:endParaRPr kumimoji="1" lang="en-US" altLang="zh-CN" b="1">
                <a:latin typeface="Times New Roman" panose="02020603050405020304" pitchFamily="18" charset="0"/>
              </a:endParaRPr>
            </a:p>
          </p:txBody>
        </p:sp>
        <p:sp>
          <p:nvSpPr>
            <p:cNvPr id="18457" name="Line 19">
              <a:extLst>
                <a:ext uri="{FF2B5EF4-FFF2-40B4-BE49-F238E27FC236}">
                  <a16:creationId xmlns:a16="http://schemas.microsoft.com/office/drawing/2014/main" id="{7CD36378-3912-429C-AB7F-ACA29EF132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9" y="2688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5380" name="Text Box 20">
            <a:extLst>
              <a:ext uri="{FF2B5EF4-FFF2-40B4-BE49-F238E27FC236}">
                <a16:creationId xmlns:a16="http://schemas.microsoft.com/office/drawing/2014/main" id="{7A5FC7DF-7E90-4481-B865-CB3D7DC1E7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0" y="4471988"/>
            <a:ext cx="8937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</a:t>
            </a:r>
          </a:p>
        </p:txBody>
      </p:sp>
      <p:sp>
        <p:nvSpPr>
          <p:cNvPr id="15381" name="Freeform 21">
            <a:extLst>
              <a:ext uri="{FF2B5EF4-FFF2-40B4-BE49-F238E27FC236}">
                <a16:creationId xmlns:a16="http://schemas.microsoft.com/office/drawing/2014/main" id="{249AED94-3C58-4964-BB6C-7E70BB53FE7A}"/>
              </a:ext>
            </a:extLst>
          </p:cNvPr>
          <p:cNvSpPr>
            <a:spLocks/>
          </p:cNvSpPr>
          <p:nvPr/>
        </p:nvSpPr>
        <p:spPr bwMode="auto">
          <a:xfrm>
            <a:off x="4314825" y="5876925"/>
            <a:ext cx="1803400" cy="447675"/>
          </a:xfrm>
          <a:custGeom>
            <a:avLst/>
            <a:gdLst>
              <a:gd name="T0" fmla="*/ 2147483646 w 1363"/>
              <a:gd name="T1" fmla="*/ 0 h 282"/>
              <a:gd name="T2" fmla="*/ 2147483646 w 1363"/>
              <a:gd name="T3" fmla="*/ 710684063 h 282"/>
              <a:gd name="T4" fmla="*/ 0 w 1363"/>
              <a:gd name="T5" fmla="*/ 710684063 h 282"/>
              <a:gd name="T6" fmla="*/ 0 60000 65536"/>
              <a:gd name="T7" fmla="*/ 0 60000 65536"/>
              <a:gd name="T8" fmla="*/ 0 60000 65536"/>
              <a:gd name="T9" fmla="*/ 0 w 1363"/>
              <a:gd name="T10" fmla="*/ 0 h 282"/>
              <a:gd name="T11" fmla="*/ 1363 w 1363"/>
              <a:gd name="T12" fmla="*/ 282 h 28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363" h="282">
                <a:moveTo>
                  <a:pt x="1362" y="0"/>
                </a:moveTo>
                <a:lnTo>
                  <a:pt x="1363" y="282"/>
                </a:lnTo>
                <a:lnTo>
                  <a:pt x="0" y="282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 type="stealth" w="med" len="med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5" name="Group 22">
            <a:extLst>
              <a:ext uri="{FF2B5EF4-FFF2-40B4-BE49-F238E27FC236}">
                <a16:creationId xmlns:a16="http://schemas.microsoft.com/office/drawing/2014/main" id="{1411D46D-2168-4F23-A52D-2CB5C91F4E01}"/>
              </a:ext>
            </a:extLst>
          </p:cNvPr>
          <p:cNvGrpSpPr>
            <a:grpSpLocks/>
          </p:cNvGrpSpPr>
          <p:nvPr/>
        </p:nvGrpSpPr>
        <p:grpSpPr bwMode="auto">
          <a:xfrm>
            <a:off x="1766888" y="5583238"/>
            <a:ext cx="2787650" cy="969962"/>
            <a:chOff x="1104" y="3517"/>
            <a:chExt cx="1756" cy="611"/>
          </a:xfrm>
        </p:grpSpPr>
        <p:sp>
          <p:nvSpPr>
            <p:cNvPr id="18454" name="Text Box 23">
              <a:extLst>
                <a:ext uri="{FF2B5EF4-FFF2-40B4-BE49-F238E27FC236}">
                  <a16:creationId xmlns:a16="http://schemas.microsoft.com/office/drawing/2014/main" id="{BC41CF8E-0174-4CDC-B2D6-42E21AEBB8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4" y="3517"/>
              <a:ext cx="175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用 </a:t>
              </a:r>
              <a:r>
                <a:rPr kumimoji="1" lang="zh-CN" altLang="en-US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小数点 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将符号位</a:t>
              </a:r>
            </a:p>
          </p:txBody>
        </p:sp>
        <p:sp>
          <p:nvSpPr>
            <p:cNvPr id="18455" name="Text Box 24">
              <a:extLst>
                <a:ext uri="{FF2B5EF4-FFF2-40B4-BE49-F238E27FC236}">
                  <a16:creationId xmlns:a16="http://schemas.microsoft.com/office/drawing/2014/main" id="{89B171E3-330D-4822-9A87-A516D9CFC4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4" y="3840"/>
              <a:ext cx="146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和数值部分隔开</a:t>
              </a:r>
            </a:p>
          </p:txBody>
        </p:sp>
      </p:grpSp>
      <p:sp>
        <p:nvSpPr>
          <p:cNvPr id="15385" name="Freeform 25">
            <a:extLst>
              <a:ext uri="{FF2B5EF4-FFF2-40B4-BE49-F238E27FC236}">
                <a16:creationId xmlns:a16="http://schemas.microsoft.com/office/drawing/2014/main" id="{37D388D8-666E-43D3-A6E9-552E5F7AC34A}"/>
              </a:ext>
            </a:extLst>
          </p:cNvPr>
          <p:cNvSpPr>
            <a:spLocks/>
          </p:cNvSpPr>
          <p:nvPr/>
        </p:nvSpPr>
        <p:spPr bwMode="auto">
          <a:xfrm>
            <a:off x="2957513" y="4452938"/>
            <a:ext cx="1587" cy="1138237"/>
          </a:xfrm>
          <a:custGeom>
            <a:avLst/>
            <a:gdLst>
              <a:gd name="T0" fmla="*/ 0 w 1"/>
              <a:gd name="T1" fmla="*/ 1806950444 h 717"/>
              <a:gd name="T2" fmla="*/ 0 w 1"/>
              <a:gd name="T3" fmla="*/ 0 h 717"/>
              <a:gd name="T4" fmla="*/ 0 60000 65536"/>
              <a:gd name="T5" fmla="*/ 0 60000 65536"/>
              <a:gd name="T6" fmla="*/ 0 w 1"/>
              <a:gd name="T7" fmla="*/ 0 h 717"/>
              <a:gd name="T8" fmla="*/ 1 w 1"/>
              <a:gd name="T9" fmla="*/ 717 h 71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717">
                <a:moveTo>
                  <a:pt x="0" y="717"/>
                </a:moveTo>
                <a:lnTo>
                  <a:pt x="0" y="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6" name="Group 27">
            <a:extLst>
              <a:ext uri="{FF2B5EF4-FFF2-40B4-BE49-F238E27FC236}">
                <a16:creationId xmlns:a16="http://schemas.microsoft.com/office/drawing/2014/main" id="{6E4DED37-FDAB-427D-858C-7F6D45564354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4471988"/>
            <a:ext cx="3211513" cy="1014412"/>
            <a:chOff x="3216" y="2817"/>
            <a:chExt cx="2023" cy="639"/>
          </a:xfrm>
        </p:grpSpPr>
        <p:sp>
          <p:nvSpPr>
            <p:cNvPr id="18450" name="Text Box 28">
              <a:extLst>
                <a:ext uri="{FF2B5EF4-FFF2-40B4-BE49-F238E27FC236}">
                  <a16:creationId xmlns:a16="http://schemas.microsoft.com/office/drawing/2014/main" id="{1D1018A4-00DF-4D6E-B8C4-6EF79D388D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6" y="3129"/>
              <a:ext cx="149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0.1100000</a:t>
              </a:r>
            </a:p>
          </p:txBody>
        </p:sp>
        <p:sp>
          <p:nvSpPr>
            <p:cNvPr id="18451" name="Line 29">
              <a:extLst>
                <a:ext uri="{FF2B5EF4-FFF2-40B4-BE49-F238E27FC236}">
                  <a16:creationId xmlns:a16="http://schemas.microsoft.com/office/drawing/2014/main" id="{8CEAD00F-A0F7-4258-A27F-9E7F7B7BA6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4" y="3290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452" name="Line 30">
              <a:extLst>
                <a:ext uri="{FF2B5EF4-FFF2-40B4-BE49-F238E27FC236}">
                  <a16:creationId xmlns:a16="http://schemas.microsoft.com/office/drawing/2014/main" id="{4F810EC4-BABA-475C-B080-DB58AAE919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456"/>
              <a:ext cx="163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453" name="Text Box 31">
              <a:extLst>
                <a:ext uri="{FF2B5EF4-FFF2-40B4-BE49-F238E27FC236}">
                  <a16:creationId xmlns:a16="http://schemas.microsoft.com/office/drawing/2014/main" id="{77BED072-26AF-4188-96F8-16ECA5C5BD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45" y="2817"/>
              <a:ext cx="169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10.0000000</a:t>
              </a:r>
            </a:p>
          </p:txBody>
        </p:sp>
      </p:grpSp>
      <p:sp>
        <p:nvSpPr>
          <p:cNvPr id="33" name="矩形 32">
            <a:extLst>
              <a:ext uri="{FF2B5EF4-FFF2-40B4-BE49-F238E27FC236}">
                <a16:creationId xmlns:a16="http://schemas.microsoft.com/office/drawing/2014/main" id="{60721698-B605-486D-B0D4-5B7159545DE9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5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5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5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5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4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6" dur="500"/>
                                        <p:tgtEl>
                                          <p:spTgt spid="15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1" dur="500"/>
                                        <p:tgtEl>
                                          <p:spTgt spid="15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0" dur="500"/>
                                        <p:tgtEl>
                                          <p:spTgt spid="15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2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4" dur="500"/>
                                        <p:tgtEl>
                                          <p:spTgt spid="15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63" grpId="0" autoUpdateAnimBg="0"/>
      <p:bldP spid="15364" grpId="0" autoUpdateAnimBg="0"/>
      <p:bldP spid="15371" grpId="0" autoUpdateAnimBg="0"/>
      <p:bldP spid="15372" grpId="0" autoUpdateAnimBg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ext Box 2">
            <a:extLst>
              <a:ext uri="{FF2B5EF4-FFF2-40B4-BE49-F238E27FC236}">
                <a16:creationId xmlns:a16="http://schemas.microsoft.com/office/drawing/2014/main" id="{946438FF-E6F3-40BC-86DB-99DBCCB504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273050"/>
            <a:ext cx="52736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(4)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求补码的快捷方式</a:t>
            </a:r>
          </a:p>
        </p:txBody>
      </p:sp>
      <p:sp>
        <p:nvSpPr>
          <p:cNvPr id="16387" name="Text Box 3">
            <a:extLst>
              <a:ext uri="{FF2B5EF4-FFF2-40B4-BE49-F238E27FC236}">
                <a16:creationId xmlns:a16="http://schemas.microsoft.com/office/drawing/2014/main" id="{A2F842F0-C43A-47EC-ADB1-47F1C307A6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825" y="2247900"/>
            <a:ext cx="17367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= 100000</a:t>
            </a:r>
          </a:p>
        </p:txBody>
      </p:sp>
      <p:sp>
        <p:nvSpPr>
          <p:cNvPr id="16388" name="Text Box 4">
            <a:extLst>
              <a:ext uri="{FF2B5EF4-FFF2-40B4-BE49-F238E27FC236}">
                <a16:creationId xmlns:a16="http://schemas.microsoft.com/office/drawing/2014/main" id="{3355A412-D077-4544-AFD6-AC62D4680D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825" y="3276600"/>
            <a:ext cx="17367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=  1,0110</a:t>
            </a:r>
          </a:p>
        </p:txBody>
      </p:sp>
      <p:sp>
        <p:nvSpPr>
          <p:cNvPr id="16389" name="Line 5">
            <a:extLst>
              <a:ext uri="{FF2B5EF4-FFF2-40B4-BE49-F238E27FC236}">
                <a16:creationId xmlns:a16="http://schemas.microsoft.com/office/drawing/2014/main" id="{B8AB5E40-AB3F-4CA6-A901-CEA51D49C5C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1550" y="3257550"/>
            <a:ext cx="21336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6390" name="Text Box 6">
            <a:extLst>
              <a:ext uri="{FF2B5EF4-FFF2-40B4-BE49-F238E27FC236}">
                <a16:creationId xmlns:a16="http://schemas.microsoft.com/office/drawing/2014/main" id="{73319400-8A14-4074-9D20-5CF1B2E6A1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8450" y="3276600"/>
            <a:ext cx="18383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10101 + 1</a:t>
            </a:r>
          </a:p>
        </p:txBody>
      </p:sp>
      <p:sp>
        <p:nvSpPr>
          <p:cNvPr id="16391" name="Text Box 7">
            <a:extLst>
              <a:ext uri="{FF2B5EF4-FFF2-40B4-BE49-F238E27FC236}">
                <a16:creationId xmlns:a16="http://schemas.microsoft.com/office/drawing/2014/main" id="{2BFD68E2-61AE-40A9-A4E5-FA31CBFEBA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5075" y="3763963"/>
            <a:ext cx="16351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= 1,0110</a:t>
            </a:r>
          </a:p>
        </p:txBody>
      </p:sp>
      <p:sp>
        <p:nvSpPr>
          <p:cNvPr id="16392" name="Line 8">
            <a:extLst>
              <a:ext uri="{FF2B5EF4-FFF2-40B4-BE49-F238E27FC236}">
                <a16:creationId xmlns:a16="http://schemas.microsoft.com/office/drawing/2014/main" id="{F962789B-96A5-4CF0-A384-99BF2B55EE4F}"/>
              </a:ext>
            </a:extLst>
          </p:cNvPr>
          <p:cNvSpPr>
            <a:spLocks noChangeShapeType="1"/>
          </p:cNvSpPr>
          <p:nvPr/>
        </p:nvSpPr>
        <p:spPr bwMode="auto">
          <a:xfrm>
            <a:off x="4968875" y="3257550"/>
            <a:ext cx="22860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6393" name="Text Box 9">
            <a:extLst>
              <a:ext uri="{FF2B5EF4-FFF2-40B4-BE49-F238E27FC236}">
                <a16:creationId xmlns:a16="http://schemas.microsoft.com/office/drawing/2014/main" id="{B6631ABD-229B-42FF-AA97-FAB0F72512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4738" y="4297363"/>
            <a:ext cx="37941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 </a:t>
            </a:r>
            <a:r>
              <a:rPr kumimoji="1" lang="zh-CN" altLang="en-US" b="1">
                <a:latin typeface="Times New Roman" panose="02020603050405020304" pitchFamily="18" charset="0"/>
              </a:rPr>
              <a:t>又</a:t>
            </a:r>
            <a:r>
              <a:rPr kumimoji="1" lang="en-US" altLang="zh-CN" b="1">
                <a:latin typeface="Times New Roman" panose="02020603050405020304" pitchFamily="18" charset="0"/>
              </a:rPr>
              <a:t>[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原</a:t>
            </a:r>
            <a:r>
              <a:rPr kumimoji="1" lang="zh-CN" altLang="en-US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=  1,1010</a:t>
            </a:r>
          </a:p>
        </p:txBody>
      </p:sp>
      <p:grpSp>
        <p:nvGrpSpPr>
          <p:cNvPr id="2" name="Group 10">
            <a:extLst>
              <a:ext uri="{FF2B5EF4-FFF2-40B4-BE49-F238E27FC236}">
                <a16:creationId xmlns:a16="http://schemas.microsoft.com/office/drawing/2014/main" id="{50B516BB-1855-425E-82DB-935D18E235B4}"/>
              </a:ext>
            </a:extLst>
          </p:cNvPr>
          <p:cNvGrpSpPr>
            <a:grpSpLocks/>
          </p:cNvGrpSpPr>
          <p:nvPr/>
        </p:nvGrpSpPr>
        <p:grpSpPr bwMode="auto">
          <a:xfrm>
            <a:off x="1176338" y="1752600"/>
            <a:ext cx="3584575" cy="579438"/>
            <a:chOff x="912" y="1104"/>
            <a:chExt cx="2258" cy="365"/>
          </a:xfrm>
        </p:grpSpPr>
        <p:sp>
          <p:nvSpPr>
            <p:cNvPr id="19490" name="Text Box 11">
              <a:extLst>
                <a:ext uri="{FF2B5EF4-FFF2-40B4-BE49-F238E27FC236}">
                  <a16:creationId xmlns:a16="http://schemas.microsoft.com/office/drawing/2014/main" id="{D95BB371-7F57-419F-8BD6-FBE6CD7C70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2" y="1104"/>
              <a:ext cx="2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则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8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= 2</a:t>
              </a:r>
              <a:r>
                <a:rPr kumimoji="1" lang="en-US" altLang="zh-CN" b="1" baseline="40000">
                  <a:latin typeface="Times New Roman" panose="02020603050405020304" pitchFamily="18" charset="0"/>
                </a:rPr>
                <a:t>4+1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   1010</a:t>
              </a:r>
            </a:p>
          </p:txBody>
        </p:sp>
        <p:sp>
          <p:nvSpPr>
            <p:cNvPr id="19491" name="Line 12">
              <a:extLst>
                <a:ext uri="{FF2B5EF4-FFF2-40B4-BE49-F238E27FC236}">
                  <a16:creationId xmlns:a16="http://schemas.microsoft.com/office/drawing/2014/main" id="{8C6EE1BA-7E6A-4B76-8EA4-7A14A0E83D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8" y="1296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" name="Group 13">
            <a:extLst>
              <a:ext uri="{FF2B5EF4-FFF2-40B4-BE49-F238E27FC236}">
                <a16:creationId xmlns:a16="http://schemas.microsoft.com/office/drawing/2014/main" id="{40108F5A-F426-482E-9517-B9B493059B54}"/>
              </a:ext>
            </a:extLst>
          </p:cNvPr>
          <p:cNvGrpSpPr>
            <a:grpSpLocks/>
          </p:cNvGrpSpPr>
          <p:nvPr/>
        </p:nvGrpSpPr>
        <p:grpSpPr bwMode="auto">
          <a:xfrm>
            <a:off x="5045075" y="1752600"/>
            <a:ext cx="3390900" cy="579438"/>
            <a:chOff x="3360" y="1104"/>
            <a:chExt cx="2136" cy="365"/>
          </a:xfrm>
        </p:grpSpPr>
        <p:sp>
          <p:nvSpPr>
            <p:cNvPr id="19488" name="Text Box 14">
              <a:extLst>
                <a:ext uri="{FF2B5EF4-FFF2-40B4-BE49-F238E27FC236}">
                  <a16:creationId xmlns:a16="http://schemas.microsoft.com/office/drawing/2014/main" id="{8450FF3C-B7F8-499B-8FAC-48223CC602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0" y="1104"/>
              <a:ext cx="21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= 11111 + 1    1010</a:t>
              </a:r>
            </a:p>
          </p:txBody>
        </p:sp>
        <p:sp>
          <p:nvSpPr>
            <p:cNvPr id="19489" name="Line 15">
              <a:extLst>
                <a:ext uri="{FF2B5EF4-FFF2-40B4-BE49-F238E27FC236}">
                  <a16:creationId xmlns:a16="http://schemas.microsoft.com/office/drawing/2014/main" id="{8E3CDE95-B9EE-41CF-99C8-E469E7656E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2" y="1296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" name="Group 16">
            <a:extLst>
              <a:ext uri="{FF2B5EF4-FFF2-40B4-BE49-F238E27FC236}">
                <a16:creationId xmlns:a16="http://schemas.microsoft.com/office/drawing/2014/main" id="{844F1FE4-9453-4D62-8EF9-AA95AFC403B3}"/>
              </a:ext>
            </a:extLst>
          </p:cNvPr>
          <p:cNvGrpSpPr>
            <a:grpSpLocks/>
          </p:cNvGrpSpPr>
          <p:nvPr/>
        </p:nvGrpSpPr>
        <p:grpSpPr bwMode="auto">
          <a:xfrm>
            <a:off x="5045075" y="2247900"/>
            <a:ext cx="2819400" cy="1074738"/>
            <a:chOff x="3360" y="1416"/>
            <a:chExt cx="1776" cy="677"/>
          </a:xfrm>
        </p:grpSpPr>
        <p:sp>
          <p:nvSpPr>
            <p:cNvPr id="19484" name="Text Box 17">
              <a:extLst>
                <a:ext uri="{FF2B5EF4-FFF2-40B4-BE49-F238E27FC236}">
                  <a16:creationId xmlns:a16="http://schemas.microsoft.com/office/drawing/2014/main" id="{E567B252-A82D-4D01-8C1E-DB05AD629E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0" y="1416"/>
              <a:ext cx="177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= 11111</a:t>
              </a:r>
            </a:p>
          </p:txBody>
        </p:sp>
        <p:grpSp>
          <p:nvGrpSpPr>
            <p:cNvPr id="19485" name="Group 18">
              <a:extLst>
                <a:ext uri="{FF2B5EF4-FFF2-40B4-BE49-F238E27FC236}">
                  <a16:creationId xmlns:a16="http://schemas.microsoft.com/office/drawing/2014/main" id="{C5094EA8-C20F-46A2-8FC4-0D31E20AF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0" y="1728"/>
              <a:ext cx="720" cy="365"/>
              <a:chOff x="3600" y="1728"/>
              <a:chExt cx="720" cy="365"/>
            </a:xfrm>
          </p:grpSpPr>
          <p:sp>
            <p:nvSpPr>
              <p:cNvPr id="19486" name="Text Box 19">
                <a:extLst>
                  <a:ext uri="{FF2B5EF4-FFF2-40B4-BE49-F238E27FC236}">
                    <a16:creationId xmlns:a16="http://schemas.microsoft.com/office/drawing/2014/main" id="{33D101F1-59B3-4A9B-9DF9-FD1AA22AFE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92" y="1728"/>
                <a:ext cx="62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b="1">
                    <a:latin typeface="Times New Roman" panose="02020603050405020304" pitchFamily="18" charset="0"/>
                  </a:rPr>
                  <a:t>1010</a:t>
                </a:r>
              </a:p>
            </p:txBody>
          </p:sp>
          <p:sp>
            <p:nvSpPr>
              <p:cNvPr id="19487" name="Line 20">
                <a:extLst>
                  <a:ext uri="{FF2B5EF4-FFF2-40B4-BE49-F238E27FC236}">
                    <a16:creationId xmlns:a16="http://schemas.microsoft.com/office/drawing/2014/main" id="{9FC3D412-291E-4A78-B11A-E4AA5520C2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0" y="1920"/>
                <a:ext cx="96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7" name="Group 21">
            <a:extLst>
              <a:ext uri="{FF2B5EF4-FFF2-40B4-BE49-F238E27FC236}">
                <a16:creationId xmlns:a16="http://schemas.microsoft.com/office/drawing/2014/main" id="{008F87DE-92E0-499C-958F-A01C1070829C}"/>
              </a:ext>
            </a:extLst>
          </p:cNvPr>
          <p:cNvGrpSpPr>
            <a:grpSpLocks/>
          </p:cNvGrpSpPr>
          <p:nvPr/>
        </p:nvGrpSpPr>
        <p:grpSpPr bwMode="auto">
          <a:xfrm>
            <a:off x="2987675" y="2743200"/>
            <a:ext cx="1143000" cy="579438"/>
            <a:chOff x="1882" y="1728"/>
            <a:chExt cx="720" cy="365"/>
          </a:xfrm>
        </p:grpSpPr>
        <p:sp>
          <p:nvSpPr>
            <p:cNvPr id="19482" name="Text Box 22">
              <a:extLst>
                <a:ext uri="{FF2B5EF4-FFF2-40B4-BE49-F238E27FC236}">
                  <a16:creationId xmlns:a16="http://schemas.microsoft.com/office/drawing/2014/main" id="{F91A3005-AA1A-49DD-821E-9DFF6BBFA4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4" y="1728"/>
              <a:ext cx="62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1010</a:t>
              </a:r>
            </a:p>
          </p:txBody>
        </p:sp>
        <p:sp>
          <p:nvSpPr>
            <p:cNvPr id="19483" name="Line 23">
              <a:extLst>
                <a:ext uri="{FF2B5EF4-FFF2-40B4-BE49-F238E27FC236}">
                  <a16:creationId xmlns:a16="http://schemas.microsoft.com/office/drawing/2014/main" id="{E5103297-ABB7-4978-BD41-A7FC592933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2" y="1920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8" name="Group 24">
            <a:extLst>
              <a:ext uri="{FF2B5EF4-FFF2-40B4-BE49-F238E27FC236}">
                <a16:creationId xmlns:a16="http://schemas.microsoft.com/office/drawing/2014/main" id="{C8781F06-CC27-45B9-8127-F9A58ECEAC51}"/>
              </a:ext>
            </a:extLst>
          </p:cNvPr>
          <p:cNvGrpSpPr>
            <a:grpSpLocks/>
          </p:cNvGrpSpPr>
          <p:nvPr/>
        </p:nvGrpSpPr>
        <p:grpSpPr bwMode="auto">
          <a:xfrm>
            <a:off x="2878138" y="3352800"/>
            <a:ext cx="3690937" cy="1458913"/>
            <a:chOff x="1813" y="2112"/>
            <a:chExt cx="2325" cy="919"/>
          </a:xfrm>
        </p:grpSpPr>
        <p:sp>
          <p:nvSpPr>
            <p:cNvPr id="19480" name="AutoShape 25">
              <a:extLst>
                <a:ext uri="{FF2B5EF4-FFF2-40B4-BE49-F238E27FC236}">
                  <a16:creationId xmlns:a16="http://schemas.microsoft.com/office/drawing/2014/main" id="{57F31602-5063-4577-A9E7-88C0D6D82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3" y="2743"/>
              <a:ext cx="816" cy="288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19481" name="AutoShape 26">
              <a:extLst>
                <a:ext uri="{FF2B5EF4-FFF2-40B4-BE49-F238E27FC236}">
                  <a16:creationId xmlns:a16="http://schemas.microsoft.com/office/drawing/2014/main" id="{6119AF8B-F9B4-4A8C-9726-F294A080F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8" y="2112"/>
              <a:ext cx="720" cy="288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grpSp>
        <p:nvGrpSpPr>
          <p:cNvPr id="9" name="Group 27">
            <a:extLst>
              <a:ext uri="{FF2B5EF4-FFF2-40B4-BE49-F238E27FC236}">
                <a16:creationId xmlns:a16="http://schemas.microsoft.com/office/drawing/2014/main" id="{F78336B3-F8DE-4E51-A5B0-7EC7CD8F691A}"/>
              </a:ext>
            </a:extLst>
          </p:cNvPr>
          <p:cNvGrpSpPr>
            <a:grpSpLocks/>
          </p:cNvGrpSpPr>
          <p:nvPr/>
        </p:nvGrpSpPr>
        <p:grpSpPr bwMode="auto">
          <a:xfrm>
            <a:off x="777875" y="5162550"/>
            <a:ext cx="7947025" cy="1314450"/>
            <a:chOff x="768" y="3252"/>
            <a:chExt cx="5006" cy="828"/>
          </a:xfrm>
        </p:grpSpPr>
        <p:sp>
          <p:nvSpPr>
            <p:cNvPr id="19478" name="Text Box 28">
              <a:extLst>
                <a:ext uri="{FF2B5EF4-FFF2-40B4-BE49-F238E27FC236}">
                  <a16:creationId xmlns:a16="http://schemas.microsoft.com/office/drawing/2014/main" id="{3EA52933-A2FE-4D5E-9E82-6F7FF9E73E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3252"/>
              <a:ext cx="500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当真值为 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负 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时，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补码 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可用 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原码除符号位外</a:t>
              </a:r>
            </a:p>
          </p:txBody>
        </p:sp>
        <p:sp>
          <p:nvSpPr>
            <p:cNvPr id="19479" name="Text Box 29">
              <a:extLst>
                <a:ext uri="{FF2B5EF4-FFF2-40B4-BE49-F238E27FC236}">
                  <a16:creationId xmlns:a16="http://schemas.microsoft.com/office/drawing/2014/main" id="{D93A2599-5AF1-4EB2-81D7-FA0BD28A72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3715"/>
              <a:ext cx="29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每位取反，末位加 </a:t>
              </a: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 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求得</a:t>
              </a:r>
            </a:p>
          </p:txBody>
        </p:sp>
      </p:grpSp>
      <p:sp>
        <p:nvSpPr>
          <p:cNvPr id="16415" name="Text Box 31">
            <a:extLst>
              <a:ext uri="{FF2B5EF4-FFF2-40B4-BE49-F238E27FC236}">
                <a16:creationId xmlns:a16="http://schemas.microsoft.com/office/drawing/2014/main" id="{ED3555E1-19F2-4C20-8A98-D7AC6DDA52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7638" y="2247900"/>
            <a:ext cx="1828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+ 1</a:t>
            </a:r>
            <a:endParaRPr kumimoji="1" lang="en-US" altLang="zh-CN" sz="1600">
              <a:latin typeface="Times New Roman" panose="02020603050405020304" pitchFamily="18" charset="0"/>
            </a:endParaRPr>
          </a:p>
        </p:txBody>
      </p:sp>
      <p:grpSp>
        <p:nvGrpSpPr>
          <p:cNvPr id="11" name="Group 32">
            <a:extLst>
              <a:ext uri="{FF2B5EF4-FFF2-40B4-BE49-F238E27FC236}">
                <a16:creationId xmlns:a16="http://schemas.microsoft.com/office/drawing/2014/main" id="{76D1E699-4457-4B69-BC35-C8249D76CD99}"/>
              </a:ext>
            </a:extLst>
          </p:cNvPr>
          <p:cNvGrpSpPr>
            <a:grpSpLocks/>
          </p:cNvGrpSpPr>
          <p:nvPr/>
        </p:nvGrpSpPr>
        <p:grpSpPr bwMode="auto">
          <a:xfrm>
            <a:off x="777875" y="1096963"/>
            <a:ext cx="3565525" cy="579437"/>
            <a:chOff x="490" y="691"/>
            <a:chExt cx="2246" cy="365"/>
          </a:xfrm>
        </p:grpSpPr>
        <p:sp>
          <p:nvSpPr>
            <p:cNvPr id="19476" name="Text Box 33">
              <a:extLst>
                <a:ext uri="{FF2B5EF4-FFF2-40B4-BE49-F238E27FC236}">
                  <a16:creationId xmlns:a16="http://schemas.microsoft.com/office/drawing/2014/main" id="{3C82C7E5-6610-469A-98E3-6F940B03FD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" y="691"/>
              <a:ext cx="224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设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=    1010 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时</a:t>
              </a:r>
            </a:p>
          </p:txBody>
        </p:sp>
        <p:sp>
          <p:nvSpPr>
            <p:cNvPr id="19477" name="Line 34">
              <a:extLst>
                <a:ext uri="{FF2B5EF4-FFF2-40B4-BE49-F238E27FC236}">
                  <a16:creationId xmlns:a16="http://schemas.microsoft.com/office/drawing/2014/main" id="{139AE938-C006-485C-91C4-E8087E7557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6" y="884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36" name="矩形 35">
            <a:extLst>
              <a:ext uri="{FF2B5EF4-FFF2-40B4-BE49-F238E27FC236}">
                <a16:creationId xmlns:a16="http://schemas.microsoft.com/office/drawing/2014/main" id="{7AFED946-A5D4-4147-B499-3FCC8FDA7B81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6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7" dur="500"/>
                                        <p:tgtEl>
                                          <p:spTgt spid="16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6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6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52" dur="500"/>
                                        <p:tgtEl>
                                          <p:spTgt spid="16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16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16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16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87" grpId="0" autoUpdateAnimBg="0"/>
      <p:bldP spid="16388" grpId="0" autoUpdateAnimBg="0"/>
      <p:bldP spid="16390" grpId="0" autoUpdateAnimBg="0"/>
      <p:bldP spid="16391" grpId="0" autoUpdateAnimBg="0"/>
      <p:bldP spid="16393" grpId="0" autoUpdateAnimBg="0"/>
      <p:bldP spid="16415" grpId="0" autoUpdateAnimBg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Text Box 2">
            <a:extLst>
              <a:ext uri="{FF2B5EF4-FFF2-40B4-BE49-F238E27FC236}">
                <a16:creationId xmlns:a16="http://schemas.microsoft.com/office/drawing/2014/main" id="{7A940D54-DB6F-44A6-994A-89731B5FFA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152400"/>
            <a:ext cx="28194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(5)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举例</a:t>
            </a:r>
          </a:p>
        </p:txBody>
      </p:sp>
      <p:sp>
        <p:nvSpPr>
          <p:cNvPr id="17411" name="Text Box 3">
            <a:extLst>
              <a:ext uri="{FF2B5EF4-FFF2-40B4-BE49-F238E27FC236}">
                <a16:creationId xmlns:a16="http://schemas.microsoft.com/office/drawing/2014/main" id="{586A0EFA-1F92-4D9E-87B9-7D1F25D500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5125" y="2163763"/>
            <a:ext cx="10001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解：</a:t>
            </a:r>
          </a:p>
        </p:txBody>
      </p:sp>
      <p:sp>
        <p:nvSpPr>
          <p:cNvPr id="17412" name="Text Box 4">
            <a:extLst>
              <a:ext uri="{FF2B5EF4-FFF2-40B4-BE49-F238E27FC236}">
                <a16:creationId xmlns:a16="http://schemas.microsoft.com/office/drawing/2014/main" id="{34D181BC-9494-4D32-97BD-CB56984B2F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2163763"/>
            <a:ext cx="2895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 = + 0.0001</a:t>
            </a:r>
          </a:p>
        </p:txBody>
      </p:sp>
      <p:sp>
        <p:nvSpPr>
          <p:cNvPr id="17413" name="Text Box 5">
            <a:extLst>
              <a:ext uri="{FF2B5EF4-FFF2-40B4-BE49-F238E27FC236}">
                <a16:creationId xmlns:a16="http://schemas.microsoft.com/office/drawing/2014/main" id="{5976F1BC-7131-461B-9F4D-39D79E1DF5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5125" y="4273550"/>
            <a:ext cx="33940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解：由定义得</a:t>
            </a:r>
          </a:p>
        </p:txBody>
      </p:sp>
      <p:sp>
        <p:nvSpPr>
          <p:cNvPr id="17414" name="Text Box 6">
            <a:extLst>
              <a:ext uri="{FF2B5EF4-FFF2-40B4-BE49-F238E27FC236}">
                <a16:creationId xmlns:a16="http://schemas.microsoft.com/office/drawing/2014/main" id="{6565FAA6-A152-4559-8CD0-C70FA66F32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4887913"/>
            <a:ext cx="3657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 = [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– 2 </a:t>
            </a:r>
          </a:p>
        </p:txBody>
      </p:sp>
      <p:sp>
        <p:nvSpPr>
          <p:cNvPr id="17415" name="Text Box 7">
            <a:extLst>
              <a:ext uri="{FF2B5EF4-FFF2-40B4-BE49-F238E27FC236}">
                <a16:creationId xmlns:a16="http://schemas.microsoft.com/office/drawing/2014/main" id="{CE07F116-4181-40D7-9D86-D18189FB11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6075" y="5500688"/>
            <a:ext cx="33623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= 1.0001 – 10.0000</a:t>
            </a:r>
          </a:p>
        </p:txBody>
      </p:sp>
      <p:sp>
        <p:nvSpPr>
          <p:cNvPr id="17416" name="Text Box 8">
            <a:extLst>
              <a:ext uri="{FF2B5EF4-FFF2-40B4-BE49-F238E27FC236}">
                <a16:creationId xmlns:a16="http://schemas.microsoft.com/office/drawing/2014/main" id="{EAD0D719-3E32-4F7D-88A5-B3D8BDE35D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9825" y="3660775"/>
            <a:ext cx="27574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[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原</a:t>
            </a:r>
            <a:r>
              <a:rPr kumimoji="1" lang="zh-CN" altLang="en-US" b="1">
                <a:latin typeface="Times New Roman" panose="02020603050405020304" pitchFamily="18" charset="0"/>
              </a:rPr>
              <a:t>  </a:t>
            </a:r>
            <a:r>
              <a:rPr kumimoji="1" lang="en-US" altLang="zh-CN" b="1">
                <a:latin typeface="Times New Roman" panose="02020603050405020304" pitchFamily="18" charset="0"/>
              </a:rPr>
              <a:t>=   1.1111</a:t>
            </a:r>
          </a:p>
        </p:txBody>
      </p:sp>
      <p:grpSp>
        <p:nvGrpSpPr>
          <p:cNvPr id="2" name="Group 9">
            <a:extLst>
              <a:ext uri="{FF2B5EF4-FFF2-40B4-BE49-F238E27FC236}">
                <a16:creationId xmlns:a16="http://schemas.microsoft.com/office/drawing/2014/main" id="{BE3B4BC7-37D9-4257-A6BF-A85EF5A70A74}"/>
              </a:ext>
            </a:extLst>
          </p:cNvPr>
          <p:cNvGrpSpPr>
            <a:grpSpLocks/>
          </p:cNvGrpSpPr>
          <p:nvPr/>
        </p:nvGrpSpPr>
        <p:grpSpPr bwMode="auto">
          <a:xfrm>
            <a:off x="396047" y="3063091"/>
            <a:ext cx="5073650" cy="1192213"/>
            <a:chOff x="662" y="1920"/>
            <a:chExt cx="3196" cy="751"/>
          </a:xfrm>
        </p:grpSpPr>
        <p:sp>
          <p:nvSpPr>
            <p:cNvPr id="20507" name="Text Box 10">
              <a:extLst>
                <a:ext uri="{FF2B5EF4-FFF2-40B4-BE49-F238E27FC236}">
                  <a16:creationId xmlns:a16="http://schemas.microsoft.com/office/drawing/2014/main" id="{A07B0E46-B27A-4C10-BACD-CF2B7C6A1E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2" y="1920"/>
              <a:ext cx="3196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 dirty="0">
                  <a:latin typeface="Times New Roman" panose="02020603050405020304" pitchFamily="18" charset="0"/>
                </a:rPr>
                <a:t>例</a:t>
              </a:r>
              <a:r>
                <a:rPr kumimoji="1" lang="en-US" altLang="zh-CN" b="1" dirty="0">
                  <a:latin typeface="Times New Roman" panose="02020603050405020304" pitchFamily="18" charset="0"/>
                </a:rPr>
                <a:t>2.1-6    </a:t>
              </a:r>
              <a:r>
                <a:rPr kumimoji="1" lang="zh-CN" altLang="en-US" b="1" dirty="0">
                  <a:latin typeface="Times New Roman" panose="02020603050405020304" pitchFamily="18" charset="0"/>
                </a:rPr>
                <a:t>已知 </a:t>
              </a:r>
              <a:r>
                <a:rPr kumimoji="1" lang="en-US" altLang="zh-CN" b="1" dirty="0">
                  <a:latin typeface="Times New Roman" panose="02020603050405020304" pitchFamily="18" charset="0"/>
                </a:rPr>
                <a:t>[</a:t>
              </a:r>
              <a:r>
                <a:rPr kumimoji="1" lang="en-US" altLang="zh-CN" b="1" i="1" dirty="0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 dirty="0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800" b="1" baseline="-25000" dirty="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b="1" dirty="0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 dirty="0">
                  <a:latin typeface="Times New Roman" panose="02020603050405020304" pitchFamily="18" charset="0"/>
                </a:rPr>
                <a:t>= 1.0001</a:t>
              </a:r>
            </a:p>
          </p:txBody>
        </p:sp>
        <p:sp>
          <p:nvSpPr>
            <p:cNvPr id="20508" name="Text Box 11">
              <a:extLst>
                <a:ext uri="{FF2B5EF4-FFF2-40B4-BE49-F238E27FC236}">
                  <a16:creationId xmlns:a16="http://schemas.microsoft.com/office/drawing/2014/main" id="{7A5D4F35-9118-4B86-89F1-E43E9118B1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4" y="2306"/>
              <a:ext cx="56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求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</a:p>
          </p:txBody>
        </p:sp>
      </p:grpSp>
      <p:grpSp>
        <p:nvGrpSpPr>
          <p:cNvPr id="3" name="Group 12">
            <a:extLst>
              <a:ext uri="{FF2B5EF4-FFF2-40B4-BE49-F238E27FC236}">
                <a16:creationId xmlns:a16="http://schemas.microsoft.com/office/drawing/2014/main" id="{C24A4447-F006-4399-8C68-1CB6AA72A137}"/>
              </a:ext>
            </a:extLst>
          </p:cNvPr>
          <p:cNvGrpSpPr>
            <a:grpSpLocks/>
          </p:cNvGrpSpPr>
          <p:nvPr/>
        </p:nvGrpSpPr>
        <p:grpSpPr bwMode="auto">
          <a:xfrm>
            <a:off x="6219825" y="2849563"/>
            <a:ext cx="2492375" cy="777875"/>
            <a:chOff x="3918" y="1795"/>
            <a:chExt cx="1570" cy="490"/>
          </a:xfrm>
        </p:grpSpPr>
        <p:grpSp>
          <p:nvGrpSpPr>
            <p:cNvPr id="20503" name="Group 13">
              <a:extLst>
                <a:ext uri="{FF2B5EF4-FFF2-40B4-BE49-F238E27FC236}">
                  <a16:creationId xmlns:a16="http://schemas.microsoft.com/office/drawing/2014/main" id="{877CA570-2AA7-4A47-9297-142934429F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" y="1920"/>
              <a:ext cx="1570" cy="365"/>
              <a:chOff x="3918" y="1920"/>
              <a:chExt cx="1570" cy="365"/>
            </a:xfrm>
          </p:grpSpPr>
          <p:sp>
            <p:nvSpPr>
              <p:cNvPr id="20505" name="Text Box 14">
                <a:extLst>
                  <a:ext uri="{FF2B5EF4-FFF2-40B4-BE49-F238E27FC236}">
                    <a16:creationId xmlns:a16="http://schemas.microsoft.com/office/drawing/2014/main" id="{5795DBC8-80DC-4377-8785-DF2FF5EC67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18" y="1920"/>
                <a:ext cx="157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800" b="1" baseline="-25000">
                    <a:latin typeface="Times New Roman" panose="02020603050405020304" pitchFamily="18" charset="0"/>
                  </a:rPr>
                  <a:t>补</a:t>
                </a:r>
                <a:r>
                  <a:rPr kumimoji="1" lang="zh-CN" altLang="en-US" b="1" baseline="-25000">
                    <a:latin typeface="Times New Roman" panose="02020603050405020304" pitchFamily="18" charset="0"/>
                  </a:rPr>
                  <a:t> </a:t>
                </a:r>
                <a:r>
                  <a:rPr kumimoji="1" lang="zh-CN" altLang="en-US" b="1">
                    <a:latin typeface="Times New Roman" panose="02020603050405020304" pitchFamily="18" charset="0"/>
                  </a:rPr>
                  <a:t>       </a:t>
                </a:r>
                <a:r>
                  <a:rPr kumimoji="1" lang="en-US" altLang="zh-CN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800" b="1" baseline="-25000">
                    <a:latin typeface="Times New Roman" panose="02020603050405020304" pitchFamily="18" charset="0"/>
                  </a:rPr>
                  <a:t>原</a:t>
                </a:r>
                <a:r>
                  <a:rPr kumimoji="1" lang="zh-CN" altLang="en-US" b="1">
                    <a:latin typeface="Times New Roman" panose="02020603050405020304" pitchFamily="18" charset="0"/>
                  </a:rPr>
                  <a:t> </a:t>
                </a:r>
              </a:p>
            </p:txBody>
          </p:sp>
          <p:sp>
            <p:nvSpPr>
              <p:cNvPr id="20506" name="Line 15">
                <a:extLst>
                  <a:ext uri="{FF2B5EF4-FFF2-40B4-BE49-F238E27FC236}">
                    <a16:creationId xmlns:a16="http://schemas.microsoft.com/office/drawing/2014/main" id="{E4259DBF-1557-440C-9B93-105F387D53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0" y="2136"/>
                <a:ext cx="28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0504" name="Text Box 16">
              <a:extLst>
                <a:ext uri="{FF2B5EF4-FFF2-40B4-BE49-F238E27FC236}">
                  <a16:creationId xmlns:a16="http://schemas.microsoft.com/office/drawing/2014/main" id="{DBEEF986-0B42-40D1-BAE5-B23C499034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3" y="1795"/>
              <a:ext cx="37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？</a:t>
              </a:r>
            </a:p>
          </p:txBody>
        </p:sp>
      </p:grpSp>
      <p:sp>
        <p:nvSpPr>
          <p:cNvPr id="17425" name="Text Box 17">
            <a:extLst>
              <a:ext uri="{FF2B5EF4-FFF2-40B4-BE49-F238E27FC236}">
                <a16:creationId xmlns:a16="http://schemas.microsoft.com/office/drawing/2014/main" id="{9F829C9C-03A9-4328-9DD9-612A555529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63800" y="2163763"/>
            <a:ext cx="2514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由定义得</a:t>
            </a:r>
          </a:p>
        </p:txBody>
      </p:sp>
      <p:grpSp>
        <p:nvGrpSpPr>
          <p:cNvPr id="6" name="Group 19">
            <a:extLst>
              <a:ext uri="{FF2B5EF4-FFF2-40B4-BE49-F238E27FC236}">
                <a16:creationId xmlns:a16="http://schemas.microsoft.com/office/drawing/2014/main" id="{4E10B6E7-1F75-486E-BA11-CEBD32BC1C67}"/>
              </a:ext>
            </a:extLst>
          </p:cNvPr>
          <p:cNvGrpSpPr>
            <a:grpSpLocks/>
          </p:cNvGrpSpPr>
          <p:nvPr/>
        </p:nvGrpSpPr>
        <p:grpSpPr bwMode="auto">
          <a:xfrm>
            <a:off x="360363" y="884238"/>
            <a:ext cx="6721475" cy="1219200"/>
            <a:chOff x="227" y="557"/>
            <a:chExt cx="4234" cy="768"/>
          </a:xfrm>
        </p:grpSpPr>
        <p:sp>
          <p:nvSpPr>
            <p:cNvPr id="20501" name="Text Box 20">
              <a:extLst>
                <a:ext uri="{FF2B5EF4-FFF2-40B4-BE49-F238E27FC236}">
                  <a16:creationId xmlns:a16="http://schemas.microsoft.com/office/drawing/2014/main" id="{197CCB10-6352-4FD3-B82B-AF9DCCD71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7" y="557"/>
              <a:ext cx="42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 dirty="0">
                  <a:latin typeface="Times New Roman" panose="02020603050405020304" pitchFamily="18" charset="0"/>
                </a:rPr>
                <a:t>例</a:t>
              </a:r>
              <a:r>
                <a:rPr kumimoji="1" lang="en-US" altLang="zh-CN" b="1" dirty="0">
                  <a:latin typeface="Times New Roman" panose="02020603050405020304" pitchFamily="18" charset="0"/>
                </a:rPr>
                <a:t>2.1-5    </a:t>
              </a:r>
              <a:r>
                <a:rPr kumimoji="1" lang="zh-CN" altLang="en-US" b="1" dirty="0">
                  <a:latin typeface="Times New Roman" panose="02020603050405020304" pitchFamily="18" charset="0"/>
                </a:rPr>
                <a:t>已知 </a:t>
              </a:r>
              <a:r>
                <a:rPr kumimoji="1" lang="en-US" altLang="zh-CN" b="1" dirty="0">
                  <a:latin typeface="Times New Roman" panose="02020603050405020304" pitchFamily="18" charset="0"/>
                </a:rPr>
                <a:t>[</a:t>
              </a:r>
              <a:r>
                <a:rPr kumimoji="1" lang="en-US" altLang="zh-CN" b="1" i="1" dirty="0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 dirty="0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800" b="1" baseline="-25000" dirty="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b="1" dirty="0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 dirty="0">
                  <a:latin typeface="Times New Roman" panose="02020603050405020304" pitchFamily="18" charset="0"/>
                </a:rPr>
                <a:t>= 0.0001</a:t>
              </a:r>
            </a:p>
          </p:txBody>
        </p:sp>
        <p:sp>
          <p:nvSpPr>
            <p:cNvPr id="20502" name="Text Box 21">
              <a:extLst>
                <a:ext uri="{FF2B5EF4-FFF2-40B4-BE49-F238E27FC236}">
                  <a16:creationId xmlns:a16="http://schemas.microsoft.com/office/drawing/2014/main" id="{6DD7B451-7DA5-4AD1-A84A-FE14CC6AA4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4" y="960"/>
              <a:ext cx="15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求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</a:p>
          </p:txBody>
        </p:sp>
      </p:grpSp>
      <p:grpSp>
        <p:nvGrpSpPr>
          <p:cNvPr id="7" name="Group 22">
            <a:extLst>
              <a:ext uri="{FF2B5EF4-FFF2-40B4-BE49-F238E27FC236}">
                <a16:creationId xmlns:a16="http://schemas.microsoft.com/office/drawing/2014/main" id="{D14EF95D-8F65-4176-A8B0-326BA002C152}"/>
              </a:ext>
            </a:extLst>
          </p:cNvPr>
          <p:cNvGrpSpPr>
            <a:grpSpLocks/>
          </p:cNvGrpSpPr>
          <p:nvPr/>
        </p:nvGrpSpPr>
        <p:grpSpPr bwMode="auto">
          <a:xfrm>
            <a:off x="6232525" y="4267200"/>
            <a:ext cx="2754313" cy="579438"/>
            <a:chOff x="3926" y="2688"/>
            <a:chExt cx="1735" cy="365"/>
          </a:xfrm>
        </p:grpSpPr>
        <p:sp>
          <p:nvSpPr>
            <p:cNvPr id="20499" name="Text Box 23">
              <a:extLst>
                <a:ext uri="{FF2B5EF4-FFF2-40B4-BE49-F238E27FC236}">
                  <a16:creationId xmlns:a16="http://schemas.microsoft.com/office/drawing/2014/main" id="{341A6F29-6FEC-4E19-86FE-ACB20ECEA8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6" y="2688"/>
              <a:ext cx="173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∴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 =   0.1111</a:t>
              </a:r>
            </a:p>
          </p:txBody>
        </p:sp>
        <p:sp>
          <p:nvSpPr>
            <p:cNvPr id="20500" name="Rectangle 24">
              <a:extLst>
                <a:ext uri="{FF2B5EF4-FFF2-40B4-BE49-F238E27FC236}">
                  <a16:creationId xmlns:a16="http://schemas.microsoft.com/office/drawing/2014/main" id="{D35C3427-67B7-4782-96DC-A12413376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6" y="2689"/>
              <a:ext cx="24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–</a:t>
              </a:r>
            </a:p>
          </p:txBody>
        </p:sp>
      </p:grpSp>
      <p:grpSp>
        <p:nvGrpSpPr>
          <p:cNvPr id="9" name="Group 25">
            <a:extLst>
              <a:ext uri="{FF2B5EF4-FFF2-40B4-BE49-F238E27FC236}">
                <a16:creationId xmlns:a16="http://schemas.microsoft.com/office/drawing/2014/main" id="{ABDA8B19-7646-4039-BAD6-E3CE8CB76C78}"/>
              </a:ext>
            </a:extLst>
          </p:cNvPr>
          <p:cNvGrpSpPr>
            <a:grpSpLocks/>
          </p:cNvGrpSpPr>
          <p:nvPr/>
        </p:nvGrpSpPr>
        <p:grpSpPr bwMode="auto">
          <a:xfrm>
            <a:off x="2895600" y="6115050"/>
            <a:ext cx="1838325" cy="579438"/>
            <a:chOff x="1824" y="3852"/>
            <a:chExt cx="1158" cy="365"/>
          </a:xfrm>
        </p:grpSpPr>
        <p:sp>
          <p:nvSpPr>
            <p:cNvPr id="20497" name="Text Box 26">
              <a:extLst>
                <a:ext uri="{FF2B5EF4-FFF2-40B4-BE49-F238E27FC236}">
                  <a16:creationId xmlns:a16="http://schemas.microsoft.com/office/drawing/2014/main" id="{5773105B-AEFE-45FD-9438-9071E31450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4" y="3852"/>
              <a:ext cx="11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=   0.1111</a:t>
              </a:r>
            </a:p>
          </p:txBody>
        </p:sp>
        <p:sp>
          <p:nvSpPr>
            <p:cNvPr id="20498" name="Rectangle 27">
              <a:extLst>
                <a:ext uri="{FF2B5EF4-FFF2-40B4-BE49-F238E27FC236}">
                  <a16:creationId xmlns:a16="http://schemas.microsoft.com/office/drawing/2014/main" id="{1EBA7568-A236-4335-AD1A-DA2876976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3858"/>
              <a:ext cx="24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–</a:t>
              </a:r>
            </a:p>
          </p:txBody>
        </p:sp>
      </p:grpSp>
      <p:sp>
        <p:nvSpPr>
          <p:cNvPr id="29" name="矩形 28">
            <a:extLst>
              <a:ext uri="{FF2B5EF4-FFF2-40B4-BE49-F238E27FC236}">
                <a16:creationId xmlns:a16="http://schemas.microsoft.com/office/drawing/2014/main" id="{9543B713-8FFA-4786-8FAF-D9DE790AC531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7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7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7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7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7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7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17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11" grpId="0" autoUpdateAnimBg="0"/>
      <p:bldP spid="17412" grpId="0" autoUpdateAnimBg="0"/>
      <p:bldP spid="17413" grpId="0" autoUpdateAnimBg="0"/>
      <p:bldP spid="17414" grpId="0" autoUpdateAnimBg="0"/>
      <p:bldP spid="17415" grpId="0" autoUpdateAnimBg="0"/>
      <p:bldP spid="17416" grpId="0" autoUpdateAnimBg="0"/>
      <p:bldP spid="17425" grpId="0" autoUpdateAnimBg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Text Box 2">
            <a:extLst>
              <a:ext uri="{FF2B5EF4-FFF2-40B4-BE49-F238E27FC236}">
                <a16:creationId xmlns:a16="http://schemas.microsoft.com/office/drawing/2014/main" id="{399B17FF-9FF0-47FD-A263-D8FD9D3BC2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273050"/>
            <a:ext cx="1609736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 dirty="0">
                <a:latin typeface="Times New Roman" panose="02020603050405020304" pitchFamily="18" charset="0"/>
              </a:rPr>
              <a:t>例</a:t>
            </a:r>
            <a:r>
              <a:rPr kumimoji="1" lang="en-US" altLang="zh-CN" sz="3600" b="1" dirty="0">
                <a:latin typeface="Times New Roman" panose="02020603050405020304" pitchFamily="18" charset="0"/>
              </a:rPr>
              <a:t>2.1-7</a:t>
            </a:r>
          </a:p>
        </p:txBody>
      </p:sp>
      <p:sp>
        <p:nvSpPr>
          <p:cNvPr id="18435" name="Text Box 3">
            <a:extLst>
              <a:ext uri="{FF2B5EF4-FFF2-40B4-BE49-F238E27FC236}">
                <a16:creationId xmlns:a16="http://schemas.microsoft.com/office/drawing/2014/main" id="{2997F96E-979C-4EFA-BFF1-261C95A2C0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1949450"/>
            <a:ext cx="10001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解：</a:t>
            </a:r>
          </a:p>
        </p:txBody>
      </p:sp>
      <p:sp>
        <p:nvSpPr>
          <p:cNvPr id="18436" name="Text Box 4">
            <a:extLst>
              <a:ext uri="{FF2B5EF4-FFF2-40B4-BE49-F238E27FC236}">
                <a16:creationId xmlns:a16="http://schemas.microsoft.com/office/drawing/2014/main" id="{B459E15B-7292-4758-B387-0C33032869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7075" y="2681288"/>
            <a:ext cx="33369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 = [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– 2</a:t>
            </a:r>
            <a:r>
              <a:rPr kumimoji="1" lang="en-US" altLang="zh-CN" b="1" baseline="40000">
                <a:latin typeface="Times New Roman" panose="02020603050405020304" pitchFamily="18" charset="0"/>
              </a:rPr>
              <a:t>4+1</a:t>
            </a:r>
            <a:r>
              <a:rPr kumimoji="1" lang="en-US" altLang="zh-CN" b="1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18437" name="Text Box 5">
            <a:extLst>
              <a:ext uri="{FF2B5EF4-FFF2-40B4-BE49-F238E27FC236}">
                <a16:creationId xmlns:a16="http://schemas.microsoft.com/office/drawing/2014/main" id="{D8CD3047-8EE1-4631-926E-5466FB6BD7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01875" y="3413125"/>
            <a:ext cx="32607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= 1,1110 – 100000</a:t>
            </a:r>
          </a:p>
        </p:txBody>
      </p:sp>
      <p:sp>
        <p:nvSpPr>
          <p:cNvPr id="18438" name="Text Box 6">
            <a:extLst>
              <a:ext uri="{FF2B5EF4-FFF2-40B4-BE49-F238E27FC236}">
                <a16:creationId xmlns:a16="http://schemas.microsoft.com/office/drawing/2014/main" id="{C67B638A-0A9D-4FB3-ABE0-586208B420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2825" y="2681288"/>
            <a:ext cx="25542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[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原</a:t>
            </a:r>
            <a:r>
              <a:rPr kumimoji="1" lang="zh-CN" altLang="en-US" b="1">
                <a:latin typeface="Times New Roman" panose="02020603050405020304" pitchFamily="18" charset="0"/>
              </a:rPr>
              <a:t>  </a:t>
            </a:r>
            <a:r>
              <a:rPr kumimoji="1" lang="en-US" altLang="zh-CN" b="1">
                <a:latin typeface="Times New Roman" panose="02020603050405020304" pitchFamily="18" charset="0"/>
              </a:rPr>
              <a:t>= 1,0010</a:t>
            </a:r>
          </a:p>
        </p:txBody>
      </p:sp>
      <p:grpSp>
        <p:nvGrpSpPr>
          <p:cNvPr id="2" name="Group 7">
            <a:extLst>
              <a:ext uri="{FF2B5EF4-FFF2-40B4-BE49-F238E27FC236}">
                <a16:creationId xmlns:a16="http://schemas.microsoft.com/office/drawing/2014/main" id="{FAFE349B-1116-40AD-B62B-F3897504DAB2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5056188"/>
            <a:ext cx="7934325" cy="1420812"/>
            <a:chOff x="768" y="3185"/>
            <a:chExt cx="4774" cy="895"/>
          </a:xfrm>
        </p:grpSpPr>
        <p:sp>
          <p:nvSpPr>
            <p:cNvPr id="21528" name="Text Box 8">
              <a:extLst>
                <a:ext uri="{FF2B5EF4-FFF2-40B4-BE49-F238E27FC236}">
                  <a16:creationId xmlns:a16="http://schemas.microsoft.com/office/drawing/2014/main" id="{91777103-3ED0-4CD2-B200-3C1484900C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3185"/>
              <a:ext cx="477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当真值为 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负 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时，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原码 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可用 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补码除符号位外</a:t>
              </a:r>
            </a:p>
          </p:txBody>
        </p:sp>
        <p:sp>
          <p:nvSpPr>
            <p:cNvPr id="21529" name="Text Box 9">
              <a:extLst>
                <a:ext uri="{FF2B5EF4-FFF2-40B4-BE49-F238E27FC236}">
                  <a16:creationId xmlns:a16="http://schemas.microsoft.com/office/drawing/2014/main" id="{6C45C3BA-1704-4A52-9ACC-5A692A7FCB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3715"/>
              <a:ext cx="281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每位取反，末位加 </a:t>
              </a: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 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求得</a:t>
              </a:r>
            </a:p>
          </p:txBody>
        </p:sp>
      </p:grpSp>
      <p:grpSp>
        <p:nvGrpSpPr>
          <p:cNvPr id="3" name="Group 10">
            <a:extLst>
              <a:ext uri="{FF2B5EF4-FFF2-40B4-BE49-F238E27FC236}">
                <a16:creationId xmlns:a16="http://schemas.microsoft.com/office/drawing/2014/main" id="{4D9D8068-B3CC-45B4-A874-8271B961CCEB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1782763"/>
            <a:ext cx="2517775" cy="746125"/>
            <a:chOff x="3840" y="1123"/>
            <a:chExt cx="1586" cy="470"/>
          </a:xfrm>
        </p:grpSpPr>
        <p:sp>
          <p:nvSpPr>
            <p:cNvPr id="21525" name="Text Box 11">
              <a:extLst>
                <a:ext uri="{FF2B5EF4-FFF2-40B4-BE49-F238E27FC236}">
                  <a16:creationId xmlns:a16="http://schemas.microsoft.com/office/drawing/2014/main" id="{38F47363-7BE7-427C-823D-9ACA03304A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0" y="1228"/>
              <a:ext cx="158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8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b="1" baseline="-25000">
                  <a:latin typeface="Times New Roman" panose="02020603050405020304" pitchFamily="18" charset="0"/>
                </a:rPr>
                <a:t> 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     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b="1" baseline="-25000">
                  <a:latin typeface="Times New Roman" panose="02020603050405020304" pitchFamily="18" charset="0"/>
                </a:rPr>
                <a:t>原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21526" name="Line 12">
              <a:extLst>
                <a:ext uri="{FF2B5EF4-FFF2-40B4-BE49-F238E27FC236}">
                  <a16:creationId xmlns:a16="http://schemas.microsoft.com/office/drawing/2014/main" id="{42724E30-CE26-4251-8923-EC01105A0F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1" y="1464"/>
              <a:ext cx="28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527" name="Text Box 13">
              <a:extLst>
                <a:ext uri="{FF2B5EF4-FFF2-40B4-BE49-F238E27FC236}">
                  <a16:creationId xmlns:a16="http://schemas.microsoft.com/office/drawing/2014/main" id="{DB1B1E9B-9E08-495F-9D92-B25442A3D8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4" y="1123"/>
              <a:ext cx="37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？</a:t>
              </a:r>
            </a:p>
          </p:txBody>
        </p:sp>
      </p:grpSp>
      <p:grpSp>
        <p:nvGrpSpPr>
          <p:cNvPr id="4" name="Group 14">
            <a:extLst>
              <a:ext uri="{FF2B5EF4-FFF2-40B4-BE49-F238E27FC236}">
                <a16:creationId xmlns:a16="http://schemas.microsoft.com/office/drawing/2014/main" id="{69F5F8E5-B9BD-4664-9268-7F99D7634C88}"/>
              </a:ext>
            </a:extLst>
          </p:cNvPr>
          <p:cNvGrpSpPr>
            <a:grpSpLocks/>
          </p:cNvGrpSpPr>
          <p:nvPr/>
        </p:nvGrpSpPr>
        <p:grpSpPr bwMode="auto">
          <a:xfrm>
            <a:off x="6207125" y="3413125"/>
            <a:ext cx="2347913" cy="579438"/>
            <a:chOff x="3936" y="2150"/>
            <a:chExt cx="1479" cy="365"/>
          </a:xfrm>
        </p:grpSpPr>
        <p:sp>
          <p:nvSpPr>
            <p:cNvPr id="21523" name="Text Box 15">
              <a:extLst>
                <a:ext uri="{FF2B5EF4-FFF2-40B4-BE49-F238E27FC236}">
                  <a16:creationId xmlns:a16="http://schemas.microsoft.com/office/drawing/2014/main" id="{1734D8B2-44B4-4C9E-873D-2A5B026FAB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6" y="2150"/>
              <a:ext cx="147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∴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=   0010</a:t>
              </a:r>
            </a:p>
          </p:txBody>
        </p:sp>
        <p:sp>
          <p:nvSpPr>
            <p:cNvPr id="21524" name="Line 16">
              <a:extLst>
                <a:ext uri="{FF2B5EF4-FFF2-40B4-BE49-F238E27FC236}">
                  <a16:creationId xmlns:a16="http://schemas.microsoft.com/office/drawing/2014/main" id="{F8AC9BF4-8F08-4430-BB0E-5F85B3EBB3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4" y="2352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5" name="Group 17">
            <a:extLst>
              <a:ext uri="{FF2B5EF4-FFF2-40B4-BE49-F238E27FC236}">
                <a16:creationId xmlns:a16="http://schemas.microsoft.com/office/drawing/2014/main" id="{E2080EB7-AA02-4D9F-AB9F-961C769857FE}"/>
              </a:ext>
            </a:extLst>
          </p:cNvPr>
          <p:cNvGrpSpPr>
            <a:grpSpLocks/>
          </p:cNvGrpSpPr>
          <p:nvPr/>
        </p:nvGrpSpPr>
        <p:grpSpPr bwMode="auto">
          <a:xfrm>
            <a:off x="2301875" y="4144963"/>
            <a:ext cx="1533525" cy="579437"/>
            <a:chOff x="1392" y="2611"/>
            <a:chExt cx="966" cy="365"/>
          </a:xfrm>
        </p:grpSpPr>
        <p:sp>
          <p:nvSpPr>
            <p:cNvPr id="21521" name="Text Box 18">
              <a:extLst>
                <a:ext uri="{FF2B5EF4-FFF2-40B4-BE49-F238E27FC236}">
                  <a16:creationId xmlns:a16="http://schemas.microsoft.com/office/drawing/2014/main" id="{C70B5D89-5151-4A4A-8966-E50B101222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611"/>
              <a:ext cx="96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=   0010</a:t>
              </a:r>
            </a:p>
          </p:txBody>
        </p:sp>
        <p:sp>
          <p:nvSpPr>
            <p:cNvPr id="21522" name="Line 19">
              <a:extLst>
                <a:ext uri="{FF2B5EF4-FFF2-40B4-BE49-F238E27FC236}">
                  <a16:creationId xmlns:a16="http://schemas.microsoft.com/office/drawing/2014/main" id="{592BFA60-07A2-4FBC-AC69-67E0CE109A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2" y="2784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6" name="Group 20">
            <a:extLst>
              <a:ext uri="{FF2B5EF4-FFF2-40B4-BE49-F238E27FC236}">
                <a16:creationId xmlns:a16="http://schemas.microsoft.com/office/drawing/2014/main" id="{94B5DE84-9C69-4898-B295-03DF8C7BA215}"/>
              </a:ext>
            </a:extLst>
          </p:cNvPr>
          <p:cNvGrpSpPr>
            <a:grpSpLocks/>
          </p:cNvGrpSpPr>
          <p:nvPr/>
        </p:nvGrpSpPr>
        <p:grpSpPr bwMode="auto">
          <a:xfrm>
            <a:off x="1989138" y="323850"/>
            <a:ext cx="3390900" cy="1320800"/>
            <a:chOff x="1253" y="204"/>
            <a:chExt cx="2136" cy="832"/>
          </a:xfrm>
        </p:grpSpPr>
        <p:sp>
          <p:nvSpPr>
            <p:cNvPr id="21519" name="Text Box 21">
              <a:extLst>
                <a:ext uri="{FF2B5EF4-FFF2-40B4-BE49-F238E27FC236}">
                  <a16:creationId xmlns:a16="http://schemas.microsoft.com/office/drawing/2014/main" id="{6F618130-15D7-4217-BD8A-E016F0110F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6" y="671"/>
              <a:ext cx="56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求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</a:p>
          </p:txBody>
        </p:sp>
        <p:sp>
          <p:nvSpPr>
            <p:cNvPr id="21520" name="Text Box 22">
              <a:extLst>
                <a:ext uri="{FF2B5EF4-FFF2-40B4-BE49-F238E27FC236}">
                  <a16:creationId xmlns:a16="http://schemas.microsoft.com/office/drawing/2014/main" id="{D1BCE541-9040-4B7C-B531-EA2144A30E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3" y="204"/>
              <a:ext cx="21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已知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= 1,1110</a:t>
              </a:r>
            </a:p>
          </p:txBody>
        </p:sp>
      </p:grpSp>
      <p:sp>
        <p:nvSpPr>
          <p:cNvPr id="18455" name="Text Box 23">
            <a:extLst>
              <a:ext uri="{FF2B5EF4-FFF2-40B4-BE49-F238E27FC236}">
                <a16:creationId xmlns:a16="http://schemas.microsoft.com/office/drawing/2014/main" id="{1B80E5ED-A9DD-4A15-AF91-41921827F5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9138" y="1949450"/>
            <a:ext cx="1816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由定义得</a:t>
            </a:r>
          </a:p>
        </p:txBody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76A024B5-5506-4D6A-B518-67975EB926E3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8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8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8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8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8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35" grpId="0" autoUpdateAnimBg="0"/>
      <p:bldP spid="18436" grpId="0" autoUpdateAnimBg="0"/>
      <p:bldP spid="18437" grpId="0" autoUpdateAnimBg="0"/>
      <p:bldP spid="18438" grpId="0" autoUpdateAnimBg="0"/>
      <p:bldP spid="18455" grpId="0" autoUpdateAnimBg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ext Box 2">
            <a:extLst>
              <a:ext uri="{FF2B5EF4-FFF2-40B4-BE49-F238E27FC236}">
                <a16:creationId xmlns:a16="http://schemas.microsoft.com/office/drawing/2014/main" id="{348D78E5-12DF-433F-A202-FD3F9D3F7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941388"/>
            <a:ext cx="1600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真值</a:t>
            </a:r>
            <a:endParaRPr kumimoji="1" lang="zh-CN" altLang="en-US" b="1" baseline="-25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19459" name="Text Box 3">
            <a:extLst>
              <a:ext uri="{FF2B5EF4-FFF2-40B4-BE49-F238E27FC236}">
                <a16:creationId xmlns:a16="http://schemas.microsoft.com/office/drawing/2014/main" id="{3F70B8C4-420C-4EC3-A13D-25DAF67179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9925" y="1603375"/>
            <a:ext cx="20732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0, 1000110</a:t>
            </a:r>
          </a:p>
        </p:txBody>
      </p:sp>
      <p:sp>
        <p:nvSpPr>
          <p:cNvPr id="19460" name="Text Box 4">
            <a:extLst>
              <a:ext uri="{FF2B5EF4-FFF2-40B4-BE49-F238E27FC236}">
                <a16:creationId xmlns:a16="http://schemas.microsoft.com/office/drawing/2014/main" id="{64E078BA-A169-407F-816B-17E160EA1C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9925" y="2076450"/>
            <a:ext cx="20732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1, 0111010</a:t>
            </a:r>
          </a:p>
        </p:txBody>
      </p:sp>
      <p:sp>
        <p:nvSpPr>
          <p:cNvPr id="19461" name="Text Box 5">
            <a:extLst>
              <a:ext uri="{FF2B5EF4-FFF2-40B4-BE49-F238E27FC236}">
                <a16:creationId xmlns:a16="http://schemas.microsoft.com/office/drawing/2014/main" id="{46DA62F9-F98B-48B6-9951-71D5FAF944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2225" y="2547938"/>
            <a:ext cx="14144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0.1110</a:t>
            </a:r>
          </a:p>
        </p:txBody>
      </p:sp>
      <p:sp>
        <p:nvSpPr>
          <p:cNvPr id="19462" name="Text Box 6">
            <a:extLst>
              <a:ext uri="{FF2B5EF4-FFF2-40B4-BE49-F238E27FC236}">
                <a16:creationId xmlns:a16="http://schemas.microsoft.com/office/drawing/2014/main" id="{CCAC0CA0-9023-47A6-A50F-A0E3141248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2225" y="3019425"/>
            <a:ext cx="16303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1.0010</a:t>
            </a:r>
          </a:p>
        </p:txBody>
      </p:sp>
      <p:sp>
        <p:nvSpPr>
          <p:cNvPr id="19463" name="Text Box 7">
            <a:extLst>
              <a:ext uri="{FF2B5EF4-FFF2-40B4-BE49-F238E27FC236}">
                <a16:creationId xmlns:a16="http://schemas.microsoft.com/office/drawing/2014/main" id="{42A8E5BA-4652-4EA6-86FB-FC5F257B50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2225" y="3490913"/>
            <a:ext cx="11620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0.0000</a:t>
            </a:r>
          </a:p>
        </p:txBody>
      </p:sp>
      <p:sp>
        <p:nvSpPr>
          <p:cNvPr id="19464" name="Text Box 8">
            <a:extLst>
              <a:ext uri="{FF2B5EF4-FFF2-40B4-BE49-F238E27FC236}">
                <a16:creationId xmlns:a16="http://schemas.microsoft.com/office/drawing/2014/main" id="{3C64502D-CD68-4609-ACD5-4684673BB0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2225" y="3962400"/>
            <a:ext cx="11620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0.0000</a:t>
            </a:r>
          </a:p>
        </p:txBody>
      </p:sp>
      <p:sp>
        <p:nvSpPr>
          <p:cNvPr id="19465" name="Text Box 9">
            <a:extLst>
              <a:ext uri="{FF2B5EF4-FFF2-40B4-BE49-F238E27FC236}">
                <a16:creationId xmlns:a16="http://schemas.microsoft.com/office/drawing/2014/main" id="{867702A2-6FFE-4A90-BF2C-174278A392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2225" y="4433888"/>
            <a:ext cx="11620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1.0000</a:t>
            </a:r>
          </a:p>
        </p:txBody>
      </p:sp>
      <p:sp>
        <p:nvSpPr>
          <p:cNvPr id="19466" name="Text Box 10">
            <a:extLst>
              <a:ext uri="{FF2B5EF4-FFF2-40B4-BE49-F238E27FC236}">
                <a16:creationId xmlns:a16="http://schemas.microsoft.com/office/drawing/2014/main" id="{2A268BD0-5DD5-451F-825F-A384A3BC98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2450" y="1603375"/>
            <a:ext cx="2241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0,1000110</a:t>
            </a:r>
          </a:p>
        </p:txBody>
      </p:sp>
      <p:sp>
        <p:nvSpPr>
          <p:cNvPr id="19467" name="Text Box 11">
            <a:extLst>
              <a:ext uri="{FF2B5EF4-FFF2-40B4-BE49-F238E27FC236}">
                <a16:creationId xmlns:a16="http://schemas.microsoft.com/office/drawing/2014/main" id="{8ABDC9EA-BEF0-48EF-A0D1-8B3F8E05A9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2450" y="2076450"/>
            <a:ext cx="19907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1,1000110</a:t>
            </a:r>
          </a:p>
        </p:txBody>
      </p:sp>
      <p:sp>
        <p:nvSpPr>
          <p:cNvPr id="19468" name="Text Box 12">
            <a:extLst>
              <a:ext uri="{FF2B5EF4-FFF2-40B4-BE49-F238E27FC236}">
                <a16:creationId xmlns:a16="http://schemas.microsoft.com/office/drawing/2014/main" id="{C4AA264F-2C39-4768-98FE-AA0F566DE0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5850" y="2547938"/>
            <a:ext cx="14573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0.1110</a:t>
            </a:r>
          </a:p>
        </p:txBody>
      </p:sp>
      <p:sp>
        <p:nvSpPr>
          <p:cNvPr id="19469" name="Text Box 13">
            <a:extLst>
              <a:ext uri="{FF2B5EF4-FFF2-40B4-BE49-F238E27FC236}">
                <a16:creationId xmlns:a16="http://schemas.microsoft.com/office/drawing/2014/main" id="{33E5E716-DF5A-4878-BDBC-93C41B7796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5850" y="3019425"/>
            <a:ext cx="17081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1.1110</a:t>
            </a:r>
          </a:p>
        </p:txBody>
      </p:sp>
      <p:sp>
        <p:nvSpPr>
          <p:cNvPr id="19470" name="Text Box 14">
            <a:extLst>
              <a:ext uri="{FF2B5EF4-FFF2-40B4-BE49-F238E27FC236}">
                <a16:creationId xmlns:a16="http://schemas.microsoft.com/office/drawing/2014/main" id="{F6E01314-6FC4-4538-B278-07634936C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5850" y="3490913"/>
            <a:ext cx="14573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0.0000</a:t>
            </a:r>
          </a:p>
        </p:txBody>
      </p:sp>
      <p:sp>
        <p:nvSpPr>
          <p:cNvPr id="19471" name="Text Box 15">
            <a:extLst>
              <a:ext uri="{FF2B5EF4-FFF2-40B4-BE49-F238E27FC236}">
                <a16:creationId xmlns:a16="http://schemas.microsoft.com/office/drawing/2014/main" id="{D8AC96EE-3EE7-4467-B2B5-211A60661B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5850" y="3962400"/>
            <a:ext cx="14573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1.0000</a:t>
            </a:r>
          </a:p>
        </p:txBody>
      </p:sp>
      <p:sp>
        <p:nvSpPr>
          <p:cNvPr id="19472" name="Text Box 16">
            <a:extLst>
              <a:ext uri="{FF2B5EF4-FFF2-40B4-BE49-F238E27FC236}">
                <a16:creationId xmlns:a16="http://schemas.microsoft.com/office/drawing/2014/main" id="{F8C9D8B4-DAF5-469A-B064-2C8CFC9E36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00900" y="4464050"/>
            <a:ext cx="17145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不能表示</a:t>
            </a:r>
          </a:p>
        </p:txBody>
      </p:sp>
      <p:sp>
        <p:nvSpPr>
          <p:cNvPr id="22545" name="Text Box 17">
            <a:extLst>
              <a:ext uri="{FF2B5EF4-FFF2-40B4-BE49-F238E27FC236}">
                <a16:creationId xmlns:a16="http://schemas.microsoft.com/office/drawing/2014/main" id="{B32091F5-F161-4AA0-9DC3-4CC193B175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75" y="196850"/>
            <a:ext cx="17113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>
                <a:latin typeface="Times New Roman" panose="02020603050405020304" pitchFamily="18" charset="0"/>
              </a:rPr>
              <a:t>练习</a:t>
            </a:r>
            <a:endParaRPr kumimoji="1" lang="zh-CN" altLang="en-US" b="1">
              <a:latin typeface="Times New Roman" panose="02020603050405020304" pitchFamily="18" charset="0"/>
            </a:endParaRPr>
          </a:p>
        </p:txBody>
      </p:sp>
      <p:sp>
        <p:nvSpPr>
          <p:cNvPr id="19474" name="Text Box 18">
            <a:extLst>
              <a:ext uri="{FF2B5EF4-FFF2-40B4-BE49-F238E27FC236}">
                <a16:creationId xmlns:a16="http://schemas.microsoft.com/office/drawing/2014/main" id="{DF94A9A3-7989-4F3B-A9A2-4FFC1518E9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307975"/>
            <a:ext cx="4114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求下列真值的补码</a:t>
            </a:r>
          </a:p>
        </p:txBody>
      </p:sp>
      <p:grpSp>
        <p:nvGrpSpPr>
          <p:cNvPr id="2" name="Group 19">
            <a:extLst>
              <a:ext uri="{FF2B5EF4-FFF2-40B4-BE49-F238E27FC236}">
                <a16:creationId xmlns:a16="http://schemas.microsoft.com/office/drawing/2014/main" id="{1AFAF90F-41EE-4876-A82C-6343E65C4CCE}"/>
              </a:ext>
            </a:extLst>
          </p:cNvPr>
          <p:cNvGrpSpPr>
            <a:grpSpLocks/>
          </p:cNvGrpSpPr>
          <p:nvPr/>
        </p:nvGrpSpPr>
        <p:grpSpPr bwMode="auto">
          <a:xfrm>
            <a:off x="1219200" y="6186488"/>
            <a:ext cx="7467600" cy="519112"/>
            <a:chOff x="768" y="3897"/>
            <a:chExt cx="4704" cy="327"/>
          </a:xfrm>
        </p:grpSpPr>
        <p:sp>
          <p:nvSpPr>
            <p:cNvPr id="22588" name="Text Box 20">
              <a:extLst>
                <a:ext uri="{FF2B5EF4-FFF2-40B4-BE49-F238E27FC236}">
                  <a16:creationId xmlns:a16="http://schemas.microsoft.com/office/drawing/2014/main" id="{63C4D3D2-3D1A-4776-A819-A0BC5B416C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3897"/>
              <a:ext cx="470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[  1]</a:t>
              </a:r>
              <a:r>
                <a:rPr kumimoji="1" lang="zh-CN" altLang="en-US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2 +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= 10.0000    1.0000 = 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1.0000</a:t>
              </a:r>
            </a:p>
          </p:txBody>
        </p:sp>
        <p:sp>
          <p:nvSpPr>
            <p:cNvPr id="22589" name="Line 21">
              <a:extLst>
                <a:ext uri="{FF2B5EF4-FFF2-40B4-BE49-F238E27FC236}">
                  <a16:creationId xmlns:a16="http://schemas.microsoft.com/office/drawing/2014/main" id="{E727B3CB-AB2E-4D13-B99E-0916000198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2" y="4080"/>
              <a:ext cx="96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2590" name="Line 22">
              <a:extLst>
                <a:ext uri="{FF2B5EF4-FFF2-40B4-BE49-F238E27FC236}">
                  <a16:creationId xmlns:a16="http://schemas.microsoft.com/office/drawing/2014/main" id="{485F96F7-A4E4-40DB-9112-7C86ABB79B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4080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" name="Group 23">
            <a:extLst>
              <a:ext uri="{FF2B5EF4-FFF2-40B4-BE49-F238E27FC236}">
                <a16:creationId xmlns:a16="http://schemas.microsoft.com/office/drawing/2014/main" id="{C16D6CF8-67D8-45D9-B085-34A41243E70C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3578225"/>
            <a:ext cx="1295400" cy="842963"/>
            <a:chOff x="3168" y="2254"/>
            <a:chExt cx="816" cy="531"/>
          </a:xfrm>
        </p:grpSpPr>
        <p:sp>
          <p:nvSpPr>
            <p:cNvPr id="22586" name="AutoShape 24">
              <a:extLst>
                <a:ext uri="{FF2B5EF4-FFF2-40B4-BE49-F238E27FC236}">
                  <a16:creationId xmlns:a16="http://schemas.microsoft.com/office/drawing/2014/main" id="{ED7C0E70-B3CA-47EC-B425-0BCD71E28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254"/>
              <a:ext cx="816" cy="243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2587" name="AutoShape 25">
              <a:extLst>
                <a:ext uri="{FF2B5EF4-FFF2-40B4-BE49-F238E27FC236}">
                  <a16:creationId xmlns:a16="http://schemas.microsoft.com/office/drawing/2014/main" id="{F30D5987-FD06-4E1F-9339-D8A06C3F8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542"/>
              <a:ext cx="816" cy="243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grpSp>
        <p:nvGrpSpPr>
          <p:cNvPr id="4" name="Group 26">
            <a:extLst>
              <a:ext uri="{FF2B5EF4-FFF2-40B4-BE49-F238E27FC236}">
                <a16:creationId xmlns:a16="http://schemas.microsoft.com/office/drawing/2014/main" id="{C67BAD59-294E-4B8C-B531-C69F8A6A9F90}"/>
              </a:ext>
            </a:extLst>
          </p:cNvPr>
          <p:cNvGrpSpPr>
            <a:grpSpLocks/>
          </p:cNvGrpSpPr>
          <p:nvPr/>
        </p:nvGrpSpPr>
        <p:grpSpPr bwMode="auto">
          <a:xfrm>
            <a:off x="1295400" y="3582988"/>
            <a:ext cx="1295400" cy="838200"/>
            <a:chOff x="816" y="2257"/>
            <a:chExt cx="816" cy="528"/>
          </a:xfrm>
        </p:grpSpPr>
        <p:sp>
          <p:nvSpPr>
            <p:cNvPr id="22584" name="AutoShape 27">
              <a:extLst>
                <a:ext uri="{FF2B5EF4-FFF2-40B4-BE49-F238E27FC236}">
                  <a16:creationId xmlns:a16="http://schemas.microsoft.com/office/drawing/2014/main" id="{41E28830-69BE-473A-B303-24C0D732C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2257"/>
              <a:ext cx="816" cy="243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2585" name="AutoShape 28">
              <a:extLst>
                <a:ext uri="{FF2B5EF4-FFF2-40B4-BE49-F238E27FC236}">
                  <a16:creationId xmlns:a16="http://schemas.microsoft.com/office/drawing/2014/main" id="{451D457F-CB7E-476B-BAD1-EF38A2C24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2542"/>
              <a:ext cx="816" cy="243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grpSp>
        <p:nvGrpSpPr>
          <p:cNvPr id="5" name="Group 29">
            <a:extLst>
              <a:ext uri="{FF2B5EF4-FFF2-40B4-BE49-F238E27FC236}">
                <a16:creationId xmlns:a16="http://schemas.microsoft.com/office/drawing/2014/main" id="{91BB3850-4711-4110-9C2F-5BEA7DBE3A11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3497263"/>
            <a:ext cx="2365375" cy="519112"/>
            <a:chOff x="1632" y="2442"/>
            <a:chExt cx="1490" cy="327"/>
          </a:xfrm>
        </p:grpSpPr>
        <p:sp>
          <p:nvSpPr>
            <p:cNvPr id="22582" name="Text Box 30">
              <a:extLst>
                <a:ext uri="{FF2B5EF4-FFF2-40B4-BE49-F238E27FC236}">
                  <a16:creationId xmlns:a16="http://schemas.microsoft.com/office/drawing/2014/main" id="{CCCDBEBD-EF98-415B-A05F-A0AC7DA59D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2" y="2442"/>
              <a:ext cx="149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[+ 0]</a:t>
              </a:r>
              <a:r>
                <a:rPr kumimoji="1" lang="zh-CN" altLang="en-US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= [   0]</a:t>
              </a:r>
              <a:r>
                <a:rPr kumimoji="1" lang="zh-CN" altLang="en-US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补</a:t>
              </a:r>
            </a:p>
          </p:txBody>
        </p:sp>
        <p:sp>
          <p:nvSpPr>
            <p:cNvPr id="22583" name="Line 31">
              <a:extLst>
                <a:ext uri="{FF2B5EF4-FFF2-40B4-BE49-F238E27FC236}">
                  <a16:creationId xmlns:a16="http://schemas.microsoft.com/office/drawing/2014/main" id="{BCF766F4-B54C-4F77-BBDA-269B6C0E9D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2" y="2618"/>
              <a:ext cx="96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9488" name="Text Box 32">
            <a:extLst>
              <a:ext uri="{FF2B5EF4-FFF2-40B4-BE49-F238E27FC236}">
                <a16:creationId xmlns:a16="http://schemas.microsoft.com/office/drawing/2014/main" id="{D71376A7-E0A4-4E7F-B826-88B494A8B0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5272088"/>
            <a:ext cx="2971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由小数补码定义</a:t>
            </a:r>
          </a:p>
        </p:txBody>
      </p:sp>
      <p:sp>
        <p:nvSpPr>
          <p:cNvPr id="19489" name="Text Box 33">
            <a:extLst>
              <a:ext uri="{FF2B5EF4-FFF2-40B4-BE49-F238E27FC236}">
                <a16:creationId xmlns:a16="http://schemas.microsoft.com/office/drawing/2014/main" id="{16563914-1D6B-48AE-BDAF-BDF54D1845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1603375"/>
            <a:ext cx="2667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   1000110</a:t>
            </a:r>
          </a:p>
        </p:txBody>
      </p:sp>
      <p:sp>
        <p:nvSpPr>
          <p:cNvPr id="19490" name="Text Box 34">
            <a:extLst>
              <a:ext uri="{FF2B5EF4-FFF2-40B4-BE49-F238E27FC236}">
                <a16:creationId xmlns:a16="http://schemas.microsoft.com/office/drawing/2014/main" id="{29945DEB-E697-4373-B925-ECB65C0C1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4725" y="941388"/>
            <a:ext cx="37496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[</a:t>
            </a:r>
            <a:r>
              <a:rPr kumimoji="1" lang="en-US" altLang="zh-CN" b="1" i="1">
                <a:solidFill>
                  <a:schemeClr val="folHlink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补</a:t>
            </a: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                 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[</a:t>
            </a:r>
            <a:r>
              <a:rPr kumimoji="1" lang="en-US" altLang="zh-CN" b="1" i="1">
                <a:solidFill>
                  <a:schemeClr val="folHlink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原</a:t>
            </a:r>
            <a:endParaRPr kumimoji="1" lang="zh-CN" altLang="en-US" sz="2800" b="1">
              <a:latin typeface="Times New Roman" panose="02020603050405020304" pitchFamily="18" charset="0"/>
            </a:endParaRPr>
          </a:p>
        </p:txBody>
      </p:sp>
      <p:grpSp>
        <p:nvGrpSpPr>
          <p:cNvPr id="6" name="Group 36">
            <a:extLst>
              <a:ext uri="{FF2B5EF4-FFF2-40B4-BE49-F238E27FC236}">
                <a16:creationId xmlns:a16="http://schemas.microsoft.com/office/drawing/2014/main" id="{028B80FB-E339-438B-8A2D-D2B66129E789}"/>
              </a:ext>
            </a:extLst>
          </p:cNvPr>
          <p:cNvGrpSpPr>
            <a:grpSpLocks/>
          </p:cNvGrpSpPr>
          <p:nvPr/>
        </p:nvGrpSpPr>
        <p:grpSpPr bwMode="auto">
          <a:xfrm>
            <a:off x="685800" y="1603375"/>
            <a:ext cx="1898650" cy="3349625"/>
            <a:chOff x="432" y="1010"/>
            <a:chExt cx="1196" cy="2110"/>
          </a:xfrm>
        </p:grpSpPr>
        <p:grpSp>
          <p:nvGrpSpPr>
            <p:cNvPr id="22567" name="Group 37">
              <a:extLst>
                <a:ext uri="{FF2B5EF4-FFF2-40B4-BE49-F238E27FC236}">
                  <a16:creationId xmlns:a16="http://schemas.microsoft.com/office/drawing/2014/main" id="{913E6ED9-566D-4A7C-92D8-8BC87B0627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" y="1010"/>
              <a:ext cx="1196" cy="2110"/>
              <a:chOff x="432" y="1010"/>
              <a:chExt cx="1196" cy="2110"/>
            </a:xfrm>
          </p:grpSpPr>
          <p:sp>
            <p:nvSpPr>
              <p:cNvPr id="22569" name="Text Box 38">
                <a:extLst>
                  <a:ext uri="{FF2B5EF4-FFF2-40B4-BE49-F238E27FC236}">
                    <a16:creationId xmlns:a16="http://schemas.microsoft.com/office/drawing/2014/main" id="{A153E0CD-C8D2-4FC2-A619-0C0C5E277F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2" y="1010"/>
                <a:ext cx="820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= +70</a:t>
                </a:r>
              </a:p>
            </p:txBody>
          </p:sp>
          <p:sp>
            <p:nvSpPr>
              <p:cNvPr id="22570" name="Text Box 39">
                <a:extLst>
                  <a:ext uri="{FF2B5EF4-FFF2-40B4-BE49-F238E27FC236}">
                    <a16:creationId xmlns:a16="http://schemas.microsoft.com/office/drawing/2014/main" id="{4E7994D6-EE50-4E54-9DA7-07646C2F37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2" y="1605"/>
                <a:ext cx="119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=   0.1110</a:t>
                </a:r>
              </a:p>
            </p:txBody>
          </p:sp>
          <p:sp>
            <p:nvSpPr>
              <p:cNvPr id="22571" name="Text Box 40">
                <a:extLst>
                  <a:ext uri="{FF2B5EF4-FFF2-40B4-BE49-F238E27FC236}">
                    <a16:creationId xmlns:a16="http://schemas.microsoft.com/office/drawing/2014/main" id="{DD029B3E-F3FC-4CE2-BCBA-09577CFDE9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2" y="2199"/>
                <a:ext cx="119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=   0.0000</a:t>
                </a:r>
              </a:p>
            </p:txBody>
          </p:sp>
          <p:sp>
            <p:nvSpPr>
              <p:cNvPr id="22572" name="Text Box 41">
                <a:extLst>
                  <a:ext uri="{FF2B5EF4-FFF2-40B4-BE49-F238E27FC236}">
                    <a16:creationId xmlns:a16="http://schemas.microsoft.com/office/drawing/2014/main" id="{A2473C0C-630F-42FD-8562-364F261E1A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2" y="1308"/>
                <a:ext cx="80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=   70</a:t>
                </a:r>
              </a:p>
            </p:txBody>
          </p:sp>
          <p:grpSp>
            <p:nvGrpSpPr>
              <p:cNvPr id="22573" name="Group 42">
                <a:extLst>
                  <a:ext uri="{FF2B5EF4-FFF2-40B4-BE49-F238E27FC236}">
                    <a16:creationId xmlns:a16="http://schemas.microsoft.com/office/drawing/2014/main" id="{8F52F3E9-0ACD-4066-8613-1C4694741C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2" y="1902"/>
                <a:ext cx="1196" cy="327"/>
                <a:chOff x="432" y="1902"/>
                <a:chExt cx="1196" cy="327"/>
              </a:xfrm>
            </p:grpSpPr>
            <p:sp>
              <p:nvSpPr>
                <p:cNvPr id="22580" name="Text Box 43">
                  <a:extLst>
                    <a:ext uri="{FF2B5EF4-FFF2-40B4-BE49-F238E27FC236}">
                      <a16:creationId xmlns:a16="http://schemas.microsoft.com/office/drawing/2014/main" id="{AAE1B13B-BD7D-42B0-8F23-691E73485A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2" y="1902"/>
                  <a:ext cx="1196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800" b="1" i="1">
                      <a:latin typeface="Times New Roman" panose="02020603050405020304" pitchFamily="18" charset="0"/>
                    </a:rPr>
                    <a:t>x</a:t>
                  </a:r>
                  <a:r>
                    <a:rPr kumimoji="1" lang="en-US" altLang="zh-CN" sz="2800" b="1">
                      <a:latin typeface="Times New Roman" panose="02020603050405020304" pitchFamily="18" charset="0"/>
                    </a:rPr>
                    <a:t> =   0.1110</a:t>
                  </a:r>
                </a:p>
              </p:txBody>
            </p:sp>
            <p:sp>
              <p:nvSpPr>
                <p:cNvPr id="22581" name="Line 44">
                  <a:extLst>
                    <a:ext uri="{FF2B5EF4-FFF2-40B4-BE49-F238E27FC236}">
                      <a16:creationId xmlns:a16="http://schemas.microsoft.com/office/drawing/2014/main" id="{50A0711E-2C48-4A09-A34B-EC7508F8B6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16" y="2076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2574" name="Group 45">
                <a:extLst>
                  <a:ext uri="{FF2B5EF4-FFF2-40B4-BE49-F238E27FC236}">
                    <a16:creationId xmlns:a16="http://schemas.microsoft.com/office/drawing/2014/main" id="{F60B1E4B-2868-4D17-B012-4C3D38463C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2" y="2496"/>
                <a:ext cx="1196" cy="327"/>
                <a:chOff x="432" y="2496"/>
                <a:chExt cx="1196" cy="327"/>
              </a:xfrm>
            </p:grpSpPr>
            <p:sp>
              <p:nvSpPr>
                <p:cNvPr id="22578" name="Text Box 46">
                  <a:extLst>
                    <a:ext uri="{FF2B5EF4-FFF2-40B4-BE49-F238E27FC236}">
                      <a16:creationId xmlns:a16="http://schemas.microsoft.com/office/drawing/2014/main" id="{ED124EAE-C414-4423-9873-78E2DE21C5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2" y="2496"/>
                  <a:ext cx="1196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800" b="1" i="1">
                      <a:latin typeface="Times New Roman" panose="02020603050405020304" pitchFamily="18" charset="0"/>
                    </a:rPr>
                    <a:t>x</a:t>
                  </a:r>
                  <a:r>
                    <a:rPr kumimoji="1" lang="en-US" altLang="zh-CN" sz="2800" b="1">
                      <a:latin typeface="Times New Roman" panose="02020603050405020304" pitchFamily="18" charset="0"/>
                    </a:rPr>
                    <a:t> =   0.0000</a:t>
                  </a:r>
                </a:p>
              </p:txBody>
            </p:sp>
            <p:sp>
              <p:nvSpPr>
                <p:cNvPr id="22579" name="Line 47">
                  <a:extLst>
                    <a:ext uri="{FF2B5EF4-FFF2-40B4-BE49-F238E27FC236}">
                      <a16:creationId xmlns:a16="http://schemas.microsoft.com/office/drawing/2014/main" id="{50013ABD-8E1F-4DC5-9BE2-93C63D8DDC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16" y="2676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2575" name="Group 48">
                <a:extLst>
                  <a:ext uri="{FF2B5EF4-FFF2-40B4-BE49-F238E27FC236}">
                    <a16:creationId xmlns:a16="http://schemas.microsoft.com/office/drawing/2014/main" id="{9CB8E6D1-DCD6-41D8-B204-BA0C51DA95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2" y="2793"/>
                <a:ext cx="1196" cy="327"/>
                <a:chOff x="432" y="2793"/>
                <a:chExt cx="1196" cy="327"/>
              </a:xfrm>
            </p:grpSpPr>
            <p:sp>
              <p:nvSpPr>
                <p:cNvPr id="22576" name="Text Box 49">
                  <a:extLst>
                    <a:ext uri="{FF2B5EF4-FFF2-40B4-BE49-F238E27FC236}">
                      <a16:creationId xmlns:a16="http://schemas.microsoft.com/office/drawing/2014/main" id="{84A6A3E4-A06D-4D1C-B762-009E40C1E4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2" y="2793"/>
                  <a:ext cx="1196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800" b="1" i="1">
                      <a:latin typeface="Times New Roman" panose="02020603050405020304" pitchFamily="18" charset="0"/>
                    </a:rPr>
                    <a:t>x</a:t>
                  </a:r>
                  <a:r>
                    <a:rPr kumimoji="1" lang="en-US" altLang="zh-CN" sz="2800" b="1">
                      <a:latin typeface="Times New Roman" panose="02020603050405020304" pitchFamily="18" charset="0"/>
                    </a:rPr>
                    <a:t> =   1.0000</a:t>
                  </a:r>
                </a:p>
              </p:txBody>
            </p:sp>
            <p:sp>
              <p:nvSpPr>
                <p:cNvPr id="22577" name="Line 50">
                  <a:extLst>
                    <a:ext uri="{FF2B5EF4-FFF2-40B4-BE49-F238E27FC236}">
                      <a16:creationId xmlns:a16="http://schemas.microsoft.com/office/drawing/2014/main" id="{696969AD-59CC-44AB-AE02-7E9C0AA317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16" y="2976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2568" name="Line 51">
              <a:extLst>
                <a:ext uri="{FF2B5EF4-FFF2-40B4-BE49-F238E27FC236}">
                  <a16:creationId xmlns:a16="http://schemas.microsoft.com/office/drawing/2014/main" id="{CF2771FA-D1A9-421F-B811-D6E427C6CD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" y="1480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5" name="Group 52">
            <a:extLst>
              <a:ext uri="{FF2B5EF4-FFF2-40B4-BE49-F238E27FC236}">
                <a16:creationId xmlns:a16="http://schemas.microsoft.com/office/drawing/2014/main" id="{1DCF6858-1E81-4C53-9266-7C79E90DAA24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2057400"/>
            <a:ext cx="2438400" cy="519113"/>
            <a:chOff x="1296" y="1296"/>
            <a:chExt cx="1536" cy="327"/>
          </a:xfrm>
        </p:grpSpPr>
        <p:sp>
          <p:nvSpPr>
            <p:cNvPr id="22565" name="Text Box 53">
              <a:extLst>
                <a:ext uri="{FF2B5EF4-FFF2-40B4-BE49-F238E27FC236}">
                  <a16:creationId xmlns:a16="http://schemas.microsoft.com/office/drawing/2014/main" id="{2FA3E727-15FD-43FD-B6B1-698C3145AC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6" y="1296"/>
              <a:ext cx="153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=    1000110</a:t>
              </a:r>
            </a:p>
          </p:txBody>
        </p:sp>
        <p:sp>
          <p:nvSpPr>
            <p:cNvPr id="22566" name="Line 54">
              <a:extLst>
                <a:ext uri="{FF2B5EF4-FFF2-40B4-BE49-F238E27FC236}">
                  <a16:creationId xmlns:a16="http://schemas.microsoft.com/office/drawing/2014/main" id="{AE8FC18C-CF77-4465-A8E4-F9D4E7BCB0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5" y="1480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6" name="Group 55">
            <a:extLst>
              <a:ext uri="{FF2B5EF4-FFF2-40B4-BE49-F238E27FC236}">
                <a16:creationId xmlns:a16="http://schemas.microsoft.com/office/drawing/2014/main" id="{03DDD536-8564-40A7-82C4-DC86008C346A}"/>
              </a:ext>
            </a:extLst>
          </p:cNvPr>
          <p:cNvGrpSpPr>
            <a:grpSpLocks/>
          </p:cNvGrpSpPr>
          <p:nvPr/>
        </p:nvGrpSpPr>
        <p:grpSpPr bwMode="auto">
          <a:xfrm>
            <a:off x="3590925" y="5029200"/>
            <a:ext cx="6315075" cy="1020763"/>
            <a:chOff x="2262" y="3168"/>
            <a:chExt cx="3978" cy="643"/>
          </a:xfrm>
        </p:grpSpPr>
        <p:grpSp>
          <p:nvGrpSpPr>
            <p:cNvPr id="22559" name="Group 56">
              <a:extLst>
                <a:ext uri="{FF2B5EF4-FFF2-40B4-BE49-F238E27FC236}">
                  <a16:creationId xmlns:a16="http://schemas.microsoft.com/office/drawing/2014/main" id="{5BA0887B-086C-473C-BBB0-58614C239A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62" y="3168"/>
              <a:ext cx="3978" cy="643"/>
              <a:chOff x="2118" y="3168"/>
              <a:chExt cx="3978" cy="643"/>
            </a:xfrm>
          </p:grpSpPr>
          <p:sp>
            <p:nvSpPr>
              <p:cNvPr id="22561" name="Text Box 57">
                <a:extLst>
                  <a:ext uri="{FF2B5EF4-FFF2-40B4-BE49-F238E27FC236}">
                    <a16:creationId xmlns:a16="http://schemas.microsoft.com/office/drawing/2014/main" id="{41A162AF-2FA7-4421-910E-7D288D58D0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18" y="3360"/>
                <a:ext cx="67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400" b="1" baseline="-25000">
                    <a:latin typeface="Times New Roman" panose="02020603050405020304" pitchFamily="18" charset="0"/>
                  </a:rPr>
                  <a:t>补</a:t>
                </a:r>
                <a:r>
                  <a:rPr kumimoji="1" lang="zh-CN" altLang="en-US" sz="2400" b="1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= </a:t>
                </a:r>
              </a:p>
            </p:txBody>
          </p:sp>
          <p:sp>
            <p:nvSpPr>
              <p:cNvPr id="22562" name="Text Box 58">
                <a:extLst>
                  <a:ext uri="{FF2B5EF4-FFF2-40B4-BE49-F238E27FC236}">
                    <a16:creationId xmlns:a16="http://schemas.microsoft.com/office/drawing/2014/main" id="{412084C3-1017-49B8-9799-D6AFF78449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26" y="3168"/>
                <a:ext cx="235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             </a:t>
                </a:r>
                <a:r>
                  <a:rPr kumimoji="1" lang="en-US" altLang="zh-CN" sz="800" b="1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1 </a:t>
                </a:r>
                <a:r>
                  <a:rPr kumimoji="1" lang="zh-CN" altLang="en-US" sz="2000" b="1">
                    <a:latin typeface="Times New Roman" panose="02020603050405020304" pitchFamily="18" charset="0"/>
                  </a:rPr>
                  <a:t>＞</a:t>
                </a:r>
                <a:r>
                  <a:rPr kumimoji="1" lang="zh-CN" altLang="en-US" sz="2400" b="1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0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≥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   0</a:t>
                </a:r>
              </a:p>
            </p:txBody>
          </p:sp>
          <p:sp>
            <p:nvSpPr>
              <p:cNvPr id="22563" name="Text Box 59">
                <a:extLst>
                  <a:ext uri="{FF2B5EF4-FFF2-40B4-BE49-F238E27FC236}">
                    <a16:creationId xmlns:a16="http://schemas.microsoft.com/office/drawing/2014/main" id="{E7EE8E8D-BC29-4462-8434-CBDA534F4A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32" y="3523"/>
                <a:ext cx="326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2+ </a:t>
                </a: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        0 </a:t>
                </a:r>
                <a:r>
                  <a:rPr kumimoji="1" lang="zh-CN" altLang="en-US" sz="20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＞</a:t>
                </a:r>
                <a:r>
                  <a:rPr kumimoji="1" lang="zh-CN" altLang="en-US" sz="2400" b="1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0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≥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   1</a:t>
                </a:r>
                <a:r>
                  <a:rPr kumimoji="1" lang="zh-CN" altLang="en-US" sz="2400" b="1">
                    <a:latin typeface="Times New Roman" panose="02020603050405020304" pitchFamily="18" charset="0"/>
                  </a:rPr>
                  <a:t>（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mod 2</a:t>
                </a:r>
                <a:r>
                  <a:rPr kumimoji="1" lang="zh-CN" altLang="en-US" sz="2400" b="1">
                    <a:latin typeface="Times New Roman" panose="02020603050405020304" pitchFamily="18" charset="0"/>
                  </a:rPr>
                  <a:t>）</a:t>
                </a:r>
              </a:p>
            </p:txBody>
          </p:sp>
          <p:sp>
            <p:nvSpPr>
              <p:cNvPr id="22564" name="AutoShape 60">
                <a:extLst>
                  <a:ext uri="{FF2B5EF4-FFF2-40B4-BE49-F238E27FC236}">
                    <a16:creationId xmlns:a16="http://schemas.microsoft.com/office/drawing/2014/main" id="{CB7F6DB5-A25D-42C8-95F7-288CE72E3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3264"/>
                <a:ext cx="99" cy="514"/>
              </a:xfrm>
              <a:prstGeom prst="leftBrace">
                <a:avLst>
                  <a:gd name="adj1" fmla="val 43266"/>
                  <a:gd name="adj2" fmla="val 50000"/>
                </a:avLst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</p:grpSp>
        <p:sp>
          <p:nvSpPr>
            <p:cNvPr id="22560" name="Line 61">
              <a:extLst>
                <a:ext uri="{FF2B5EF4-FFF2-40B4-BE49-F238E27FC236}">
                  <a16:creationId xmlns:a16="http://schemas.microsoft.com/office/drawing/2014/main" id="{216752E8-5A71-4876-B3E7-4CDF63BE74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1" y="3678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63" name="矩形 62">
            <a:extLst>
              <a:ext uri="{FF2B5EF4-FFF2-40B4-BE49-F238E27FC236}">
                <a16:creationId xmlns:a16="http://schemas.microsoft.com/office/drawing/2014/main" id="{82465878-C82B-45E6-850E-70AC1EB15F7C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9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9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9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9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9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9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9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19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19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19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19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19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19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19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19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19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2" dur="500"/>
                                        <p:tgtEl>
                                          <p:spTgt spid="19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7" dur="500"/>
                                        <p:tgtEl>
                                          <p:spTgt spid="19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 nodeType="clickPar">
                      <p:stCondLst>
                        <p:cond delay="indefinite"/>
                      </p:stCondLst>
                      <p:childTnLst>
                        <p:par>
                          <p:cTn id="1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2" dur="500"/>
                                        <p:tgtEl>
                                          <p:spTgt spid="19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58" grpId="0" autoUpdateAnimBg="0"/>
      <p:bldP spid="19459" grpId="0" autoUpdateAnimBg="0"/>
      <p:bldP spid="19460" grpId="0" autoUpdateAnimBg="0"/>
      <p:bldP spid="19461" grpId="0" autoUpdateAnimBg="0"/>
      <p:bldP spid="19462" grpId="0" autoUpdateAnimBg="0"/>
      <p:bldP spid="19463" grpId="0" autoUpdateAnimBg="0"/>
      <p:bldP spid="19464" grpId="0" autoUpdateAnimBg="0"/>
      <p:bldP spid="19465" grpId="0" autoUpdateAnimBg="0"/>
      <p:bldP spid="19466" grpId="0" autoUpdateAnimBg="0"/>
      <p:bldP spid="19467" grpId="0" autoUpdateAnimBg="0"/>
      <p:bldP spid="19468" grpId="0" autoUpdateAnimBg="0"/>
      <p:bldP spid="19469" grpId="0" autoUpdateAnimBg="0"/>
      <p:bldP spid="19470" grpId="0" autoUpdateAnimBg="0"/>
      <p:bldP spid="19471" grpId="0" autoUpdateAnimBg="0"/>
      <p:bldP spid="19472" grpId="0" autoUpdateAnimBg="0"/>
      <p:bldP spid="19474" grpId="0" autoUpdateAnimBg="0"/>
      <p:bldP spid="19488" grpId="0" autoUpdateAnimBg="0"/>
      <p:bldP spid="19489" grpId="0" autoUpdateAnimBg="0"/>
      <p:bldP spid="19490" grpId="0" autoUpdateAnimBg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Text Box 2">
            <a:extLst>
              <a:ext uri="{FF2B5EF4-FFF2-40B4-BE49-F238E27FC236}">
                <a16:creationId xmlns:a16="http://schemas.microsoft.com/office/drawing/2014/main" id="{64DD8F25-7250-43D9-8CD4-6362AFA07D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196850"/>
            <a:ext cx="2927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4.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反码表示法</a:t>
            </a:r>
          </a:p>
        </p:txBody>
      </p:sp>
      <p:sp>
        <p:nvSpPr>
          <p:cNvPr id="20483" name="Text Box 3">
            <a:extLst>
              <a:ext uri="{FF2B5EF4-FFF2-40B4-BE49-F238E27FC236}">
                <a16:creationId xmlns:a16="http://schemas.microsoft.com/office/drawing/2014/main" id="{B73A722E-BD44-4257-B701-904E522000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050" y="933450"/>
            <a:ext cx="25304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(1) </a:t>
            </a:r>
            <a:r>
              <a:rPr kumimoji="1" lang="zh-CN" altLang="en-US" b="1">
                <a:latin typeface="Times New Roman" panose="02020603050405020304" pitchFamily="18" charset="0"/>
              </a:rPr>
              <a:t>定义</a:t>
            </a:r>
          </a:p>
        </p:txBody>
      </p:sp>
      <p:sp>
        <p:nvSpPr>
          <p:cNvPr id="20484" name="Text Box 4">
            <a:extLst>
              <a:ext uri="{FF2B5EF4-FFF2-40B4-BE49-F238E27FC236}">
                <a16:creationId xmlns:a16="http://schemas.microsoft.com/office/drawing/2014/main" id="{0197B93F-33C6-40D4-8514-7D0EA7EAD9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0000" y="1524000"/>
            <a:ext cx="895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整数</a:t>
            </a: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94F000B6-5F0C-4F57-99E6-5A5705D3F5F6}"/>
              </a:ext>
            </a:extLst>
          </p:cNvPr>
          <p:cNvGrpSpPr>
            <a:grpSpLocks/>
          </p:cNvGrpSpPr>
          <p:nvPr/>
        </p:nvGrpSpPr>
        <p:grpSpPr bwMode="auto">
          <a:xfrm>
            <a:off x="468313" y="2060575"/>
            <a:ext cx="9215437" cy="1235075"/>
            <a:chOff x="295" y="1298"/>
            <a:chExt cx="5805" cy="778"/>
          </a:xfrm>
        </p:grpSpPr>
        <p:sp>
          <p:nvSpPr>
            <p:cNvPr id="23581" name="Text Box 6">
              <a:extLst>
                <a:ext uri="{FF2B5EF4-FFF2-40B4-BE49-F238E27FC236}">
                  <a16:creationId xmlns:a16="http://schemas.microsoft.com/office/drawing/2014/main" id="{E5F33975-641A-438C-87AB-68E75066B2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" y="1538"/>
              <a:ext cx="173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反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3582" name="Text Box 7">
              <a:extLst>
                <a:ext uri="{FF2B5EF4-FFF2-40B4-BE49-F238E27FC236}">
                  <a16:creationId xmlns:a16="http://schemas.microsoft.com/office/drawing/2014/main" id="{01FE7004-95DF-420B-894B-09D01AC5A1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42" y="1298"/>
              <a:ext cx="337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，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            2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＞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≥ 0</a:t>
              </a:r>
            </a:p>
          </p:txBody>
        </p:sp>
        <p:sp>
          <p:nvSpPr>
            <p:cNvPr id="23583" name="Text Box 8">
              <a:extLst>
                <a:ext uri="{FF2B5EF4-FFF2-40B4-BE49-F238E27FC236}">
                  <a16:creationId xmlns:a16="http://schemas.microsoft.com/office/drawing/2014/main" id="{66CDE503-184C-44BB-A476-40211AD281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2" y="1749"/>
              <a:ext cx="494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( 2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+1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– 1) +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0  ≥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＞  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（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mod 2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+1</a:t>
              </a:r>
              <a:r>
                <a:rPr kumimoji="1" lang="en-US" altLang="zh-CN" sz="2800" b="1" baseline="30000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1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）</a:t>
              </a:r>
              <a:endParaRPr kumimoji="1" lang="zh-CN" altLang="en-US" sz="2800" b="1" baseline="30000">
                <a:latin typeface="Times New Roman" panose="02020603050405020304" pitchFamily="18" charset="0"/>
              </a:endParaRPr>
            </a:p>
          </p:txBody>
        </p:sp>
        <p:sp>
          <p:nvSpPr>
            <p:cNvPr id="23584" name="AutoShape 9">
              <a:extLst>
                <a:ext uri="{FF2B5EF4-FFF2-40B4-BE49-F238E27FC236}">
                  <a16:creationId xmlns:a16="http://schemas.microsoft.com/office/drawing/2014/main" id="{F9F83374-A821-4262-965D-BEF163ACF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404"/>
              <a:ext cx="103" cy="632"/>
            </a:xfrm>
            <a:prstGeom prst="leftBrace">
              <a:avLst>
                <a:gd name="adj1" fmla="val 51133"/>
                <a:gd name="adj2" fmla="val 50000"/>
              </a:avLst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3585" name="Line 10">
              <a:extLst>
                <a:ext uri="{FF2B5EF4-FFF2-40B4-BE49-F238E27FC236}">
                  <a16:creationId xmlns:a16="http://schemas.microsoft.com/office/drawing/2014/main" id="{65580093-F8B8-40BA-B65C-A1C724AFD0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1" y="1922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586" name="Line 11">
              <a:extLst>
                <a:ext uri="{FF2B5EF4-FFF2-40B4-BE49-F238E27FC236}">
                  <a16:creationId xmlns:a16="http://schemas.microsoft.com/office/drawing/2014/main" id="{B21D5A0B-A02A-42EA-A9B3-6AF9CCCDA4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5" y="1922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0492" name="Text Box 12">
            <a:extLst>
              <a:ext uri="{FF2B5EF4-FFF2-40B4-BE49-F238E27FC236}">
                <a16:creationId xmlns:a16="http://schemas.microsoft.com/office/drawing/2014/main" id="{D190A3CC-4049-4E23-8858-FE7F48B240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125" y="3914775"/>
            <a:ext cx="5413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如</a:t>
            </a:r>
          </a:p>
        </p:txBody>
      </p:sp>
      <p:sp>
        <p:nvSpPr>
          <p:cNvPr id="20493" name="Text Box 13">
            <a:extLst>
              <a:ext uri="{FF2B5EF4-FFF2-40B4-BE49-F238E27FC236}">
                <a16:creationId xmlns:a16="http://schemas.microsoft.com/office/drawing/2014/main" id="{1C433697-15F3-40AF-A7BE-2B7CC674B4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525" y="3886200"/>
            <a:ext cx="243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1400" b="1">
                <a:latin typeface="Times New Roman" panose="02020603050405020304" pitchFamily="18" charset="0"/>
              </a:rPr>
              <a:t> </a:t>
            </a:r>
            <a:r>
              <a:rPr kumimoji="1" lang="en-US" altLang="zh-CN" sz="900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= +1101</a:t>
            </a:r>
          </a:p>
        </p:txBody>
      </p:sp>
      <p:sp>
        <p:nvSpPr>
          <p:cNvPr id="20494" name="Text Box 14">
            <a:extLst>
              <a:ext uri="{FF2B5EF4-FFF2-40B4-BE49-F238E27FC236}">
                <a16:creationId xmlns:a16="http://schemas.microsoft.com/office/drawing/2014/main" id="{B279A666-BDA8-4030-9B7D-228B538896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8250" y="4495800"/>
            <a:ext cx="2554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[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反</a:t>
            </a:r>
            <a:r>
              <a:rPr kumimoji="1" lang="zh-CN" altLang="en-US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= 0,1101 </a:t>
            </a:r>
          </a:p>
        </p:txBody>
      </p:sp>
      <p:sp>
        <p:nvSpPr>
          <p:cNvPr id="20495" name="Text Box 15">
            <a:extLst>
              <a:ext uri="{FF2B5EF4-FFF2-40B4-BE49-F238E27FC236}">
                <a16:creationId xmlns:a16="http://schemas.microsoft.com/office/drawing/2014/main" id="{80F35313-E1E5-4BBF-B219-110E178D7E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0025" y="5573713"/>
            <a:ext cx="16351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= 1,0010</a:t>
            </a:r>
          </a:p>
        </p:txBody>
      </p:sp>
      <p:grpSp>
        <p:nvGrpSpPr>
          <p:cNvPr id="3" name="Group 16">
            <a:extLst>
              <a:ext uri="{FF2B5EF4-FFF2-40B4-BE49-F238E27FC236}">
                <a16:creationId xmlns:a16="http://schemas.microsoft.com/office/drawing/2014/main" id="{0C7021E3-2750-4C6D-8ADF-20040A16A035}"/>
              </a:ext>
            </a:extLst>
          </p:cNvPr>
          <p:cNvGrpSpPr>
            <a:grpSpLocks/>
          </p:cNvGrpSpPr>
          <p:nvPr/>
        </p:nvGrpSpPr>
        <p:grpSpPr bwMode="auto">
          <a:xfrm>
            <a:off x="4978400" y="3886200"/>
            <a:ext cx="1838325" cy="579438"/>
            <a:chOff x="3258" y="2448"/>
            <a:chExt cx="1158" cy="365"/>
          </a:xfrm>
        </p:grpSpPr>
        <p:sp>
          <p:nvSpPr>
            <p:cNvPr id="23579" name="Text Box 17">
              <a:extLst>
                <a:ext uri="{FF2B5EF4-FFF2-40B4-BE49-F238E27FC236}">
                  <a16:creationId xmlns:a16="http://schemas.microsoft.com/office/drawing/2014/main" id="{49010CA0-A8E6-4269-AC89-85C14D873D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58" y="2448"/>
              <a:ext cx="11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=   1101</a:t>
              </a:r>
            </a:p>
          </p:txBody>
        </p:sp>
        <p:sp>
          <p:nvSpPr>
            <p:cNvPr id="23580" name="Line 18">
              <a:extLst>
                <a:ext uri="{FF2B5EF4-FFF2-40B4-BE49-F238E27FC236}">
                  <a16:creationId xmlns:a16="http://schemas.microsoft.com/office/drawing/2014/main" id="{BE21AC85-E9EB-46D4-AA1F-496FF33C58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6" y="2640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" name="Group 19">
            <a:extLst>
              <a:ext uri="{FF2B5EF4-FFF2-40B4-BE49-F238E27FC236}">
                <a16:creationId xmlns:a16="http://schemas.microsoft.com/office/drawing/2014/main" id="{BAB8D682-E4D3-418F-BB05-1757B48780BB}"/>
              </a:ext>
            </a:extLst>
          </p:cNvPr>
          <p:cNvGrpSpPr>
            <a:grpSpLocks/>
          </p:cNvGrpSpPr>
          <p:nvPr/>
        </p:nvGrpSpPr>
        <p:grpSpPr bwMode="auto">
          <a:xfrm>
            <a:off x="4448175" y="4495800"/>
            <a:ext cx="3954463" cy="579438"/>
            <a:chOff x="2901" y="2928"/>
            <a:chExt cx="2491" cy="365"/>
          </a:xfrm>
        </p:grpSpPr>
        <p:sp>
          <p:nvSpPr>
            <p:cNvPr id="23576" name="Text Box 20">
              <a:extLst>
                <a:ext uri="{FF2B5EF4-FFF2-40B4-BE49-F238E27FC236}">
                  <a16:creationId xmlns:a16="http://schemas.microsoft.com/office/drawing/2014/main" id="{7F538315-FA98-4BE2-A409-0815DBA0E4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01" y="2928"/>
              <a:ext cx="24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800" b="1" baseline="-25000">
                  <a:latin typeface="Times New Roman" panose="02020603050405020304" pitchFamily="18" charset="0"/>
                </a:rPr>
                <a:t>反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= (2</a:t>
              </a:r>
              <a:r>
                <a:rPr kumimoji="1" lang="en-US" altLang="zh-CN" b="1" baseline="45000">
                  <a:latin typeface="Times New Roman" panose="02020603050405020304" pitchFamily="18" charset="0"/>
                </a:rPr>
                <a:t>4+1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  1)   1101 </a:t>
              </a:r>
            </a:p>
          </p:txBody>
        </p:sp>
        <p:sp>
          <p:nvSpPr>
            <p:cNvPr id="23577" name="Line 21">
              <a:extLst>
                <a:ext uri="{FF2B5EF4-FFF2-40B4-BE49-F238E27FC236}">
                  <a16:creationId xmlns:a16="http://schemas.microsoft.com/office/drawing/2014/main" id="{6EA82DA7-F99B-4677-9AEE-24AFC21880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120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3578" name="Line 22">
              <a:extLst>
                <a:ext uri="{FF2B5EF4-FFF2-40B4-BE49-F238E27FC236}">
                  <a16:creationId xmlns:a16="http://schemas.microsoft.com/office/drawing/2014/main" id="{38FCA1A8-6A83-45BB-875A-0BFA1451EE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8" y="3120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5" name="Group 23">
            <a:extLst>
              <a:ext uri="{FF2B5EF4-FFF2-40B4-BE49-F238E27FC236}">
                <a16:creationId xmlns:a16="http://schemas.microsoft.com/office/drawing/2014/main" id="{5C8194F6-7992-4085-96F2-722C927963F1}"/>
              </a:ext>
            </a:extLst>
          </p:cNvPr>
          <p:cNvGrpSpPr>
            <a:grpSpLocks/>
          </p:cNvGrpSpPr>
          <p:nvPr/>
        </p:nvGrpSpPr>
        <p:grpSpPr bwMode="auto">
          <a:xfrm>
            <a:off x="5280025" y="5029200"/>
            <a:ext cx="2651125" cy="579438"/>
            <a:chOff x="3466" y="3401"/>
            <a:chExt cx="1670" cy="365"/>
          </a:xfrm>
        </p:grpSpPr>
        <p:sp>
          <p:nvSpPr>
            <p:cNvPr id="23574" name="Text Box 24">
              <a:extLst>
                <a:ext uri="{FF2B5EF4-FFF2-40B4-BE49-F238E27FC236}">
                  <a16:creationId xmlns:a16="http://schemas.microsoft.com/office/drawing/2014/main" id="{C0B17FD8-672E-4AC8-9235-84A321CB23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6" y="3401"/>
              <a:ext cx="16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= 11111   1101</a:t>
              </a:r>
            </a:p>
          </p:txBody>
        </p:sp>
        <p:sp>
          <p:nvSpPr>
            <p:cNvPr id="23575" name="Line 25">
              <a:extLst>
                <a:ext uri="{FF2B5EF4-FFF2-40B4-BE49-F238E27FC236}">
                  <a16:creationId xmlns:a16="http://schemas.microsoft.com/office/drawing/2014/main" id="{ECF3D6F0-CA33-4451-8FA2-2FA4D1C19B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5" y="3600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6" name="Group 26">
            <a:extLst>
              <a:ext uri="{FF2B5EF4-FFF2-40B4-BE49-F238E27FC236}">
                <a16:creationId xmlns:a16="http://schemas.microsoft.com/office/drawing/2014/main" id="{7949554B-DB34-4E07-8D8C-E6443A650157}"/>
              </a:ext>
            </a:extLst>
          </p:cNvPr>
          <p:cNvGrpSpPr>
            <a:grpSpLocks/>
          </p:cNvGrpSpPr>
          <p:nvPr/>
        </p:nvGrpSpPr>
        <p:grpSpPr bwMode="auto">
          <a:xfrm>
            <a:off x="1254125" y="5583238"/>
            <a:ext cx="2481263" cy="969962"/>
            <a:chOff x="790" y="3517"/>
            <a:chExt cx="1563" cy="611"/>
          </a:xfrm>
        </p:grpSpPr>
        <p:sp>
          <p:nvSpPr>
            <p:cNvPr id="23572" name="Text Box 27">
              <a:extLst>
                <a:ext uri="{FF2B5EF4-FFF2-40B4-BE49-F238E27FC236}">
                  <a16:creationId xmlns:a16="http://schemas.microsoft.com/office/drawing/2014/main" id="{CAB81C91-82C4-491F-8981-66E214B673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" y="3517"/>
              <a:ext cx="1563" cy="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用 </a:t>
              </a:r>
              <a:r>
                <a:rPr kumimoji="1" lang="zh-CN" altLang="en-US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逗号 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将符号位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en-US" altLang="zh-CN" sz="2400" b="1">
                <a:latin typeface="Times New Roman" panose="02020603050405020304" pitchFamily="18" charset="0"/>
              </a:endParaRPr>
            </a:p>
          </p:txBody>
        </p:sp>
        <p:sp>
          <p:nvSpPr>
            <p:cNvPr id="23573" name="Text Box 28">
              <a:extLst>
                <a:ext uri="{FF2B5EF4-FFF2-40B4-BE49-F238E27FC236}">
                  <a16:creationId xmlns:a16="http://schemas.microsoft.com/office/drawing/2014/main" id="{A56AB464-0E51-4D4B-B867-9EC13B98BA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" y="3840"/>
              <a:ext cx="146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和数值部分隔开</a:t>
              </a:r>
            </a:p>
          </p:txBody>
        </p:sp>
      </p:grpSp>
      <p:sp>
        <p:nvSpPr>
          <p:cNvPr id="20509" name="Line 29">
            <a:extLst>
              <a:ext uri="{FF2B5EF4-FFF2-40B4-BE49-F238E27FC236}">
                <a16:creationId xmlns:a16="http://schemas.microsoft.com/office/drawing/2014/main" id="{3831FA32-267E-487E-AD84-76288605B2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44788" y="5029200"/>
            <a:ext cx="0" cy="53340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510" name="Freeform 30">
            <a:extLst>
              <a:ext uri="{FF2B5EF4-FFF2-40B4-BE49-F238E27FC236}">
                <a16:creationId xmlns:a16="http://schemas.microsoft.com/office/drawing/2014/main" id="{BA9E10E1-F036-4DE6-9E51-AE83EBA30571}"/>
              </a:ext>
            </a:extLst>
          </p:cNvPr>
          <p:cNvSpPr>
            <a:spLocks/>
          </p:cNvSpPr>
          <p:nvPr/>
        </p:nvSpPr>
        <p:spPr bwMode="auto">
          <a:xfrm>
            <a:off x="3779838" y="6116638"/>
            <a:ext cx="2171700" cy="265112"/>
          </a:xfrm>
          <a:custGeom>
            <a:avLst/>
            <a:gdLst>
              <a:gd name="T0" fmla="*/ 0 w 1536"/>
              <a:gd name="T1" fmla="*/ 488085920 h 144"/>
              <a:gd name="T2" fmla="*/ 2147483646 w 1536"/>
              <a:gd name="T3" fmla="*/ 488085920 h 144"/>
              <a:gd name="T4" fmla="*/ 2147483646 w 1536"/>
              <a:gd name="T5" fmla="*/ 0 h 144"/>
              <a:gd name="T6" fmla="*/ 0 60000 65536"/>
              <a:gd name="T7" fmla="*/ 0 60000 65536"/>
              <a:gd name="T8" fmla="*/ 0 60000 65536"/>
              <a:gd name="T9" fmla="*/ 0 w 1536"/>
              <a:gd name="T10" fmla="*/ 0 h 144"/>
              <a:gd name="T11" fmla="*/ 1536 w 1536"/>
              <a:gd name="T12" fmla="*/ 144 h 14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36" h="144">
                <a:moveTo>
                  <a:pt x="0" y="144"/>
                </a:moveTo>
                <a:lnTo>
                  <a:pt x="1536" y="144"/>
                </a:lnTo>
                <a:lnTo>
                  <a:pt x="1536" y="0"/>
                </a:lnTo>
              </a:path>
            </a:pathLst>
          </a:cu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511" name="Text Box 31">
            <a:extLst>
              <a:ext uri="{FF2B5EF4-FFF2-40B4-BE49-F238E27FC236}">
                <a16:creationId xmlns:a16="http://schemas.microsoft.com/office/drawing/2014/main" id="{ACCEE583-E4E4-446D-8095-2C8649735D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125" y="3341688"/>
            <a:ext cx="2286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为真值</a:t>
            </a:r>
          </a:p>
        </p:txBody>
      </p:sp>
      <p:sp>
        <p:nvSpPr>
          <p:cNvPr id="20512" name="Text Box 32">
            <a:extLst>
              <a:ext uri="{FF2B5EF4-FFF2-40B4-BE49-F238E27FC236}">
                <a16:creationId xmlns:a16="http://schemas.microsoft.com/office/drawing/2014/main" id="{553B6BAE-237F-42AB-94A3-63A7B584B9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1525" y="3341688"/>
            <a:ext cx="3429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n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为整数的位数</a:t>
            </a:r>
          </a:p>
        </p:txBody>
      </p:sp>
      <p:sp>
        <p:nvSpPr>
          <p:cNvPr id="35" name="矩形 34">
            <a:extLst>
              <a:ext uri="{FF2B5EF4-FFF2-40B4-BE49-F238E27FC236}">
                <a16:creationId xmlns:a16="http://schemas.microsoft.com/office/drawing/2014/main" id="{B06B395B-3CED-4EDA-AA11-627C93B3317E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0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0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0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0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0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0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51" dur="500"/>
                                        <p:tgtEl>
                                          <p:spTgt spid="20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1" dur="500"/>
                                        <p:tgtEl>
                                          <p:spTgt spid="20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6" dur="500"/>
                                        <p:tgtEl>
                                          <p:spTgt spid="20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83" grpId="0" autoUpdateAnimBg="0"/>
      <p:bldP spid="20484" grpId="0" autoUpdateAnimBg="0"/>
      <p:bldP spid="20492" grpId="0" autoUpdateAnimBg="0"/>
      <p:bldP spid="20493" grpId="0" autoUpdateAnimBg="0"/>
      <p:bldP spid="20494" grpId="0" autoUpdateAnimBg="0"/>
      <p:bldP spid="20495" grpId="0" autoUpdateAnimBg="0"/>
      <p:bldP spid="20511" grpId="0" autoUpdateAnimBg="0"/>
      <p:bldP spid="20512" grpId="0" autoUpdateAnimBg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Text Box 2">
            <a:extLst>
              <a:ext uri="{FF2B5EF4-FFF2-40B4-BE49-F238E27FC236}">
                <a16:creationId xmlns:a16="http://schemas.microsoft.com/office/drawing/2014/main" id="{7C7D6F0D-B30B-48A2-95AA-46424A3E86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304800"/>
            <a:ext cx="194151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>
                <a:solidFill>
                  <a:schemeClr val="folHlink"/>
                </a:solidFill>
                <a:latin typeface="Times New Roman" panose="02020603050405020304" pitchFamily="18" charset="0"/>
              </a:rPr>
              <a:t>小数</a:t>
            </a:r>
          </a:p>
        </p:txBody>
      </p:sp>
      <p:sp>
        <p:nvSpPr>
          <p:cNvPr id="21507" name="Text Box 3">
            <a:extLst>
              <a:ext uri="{FF2B5EF4-FFF2-40B4-BE49-F238E27FC236}">
                <a16:creationId xmlns:a16="http://schemas.microsoft.com/office/drawing/2014/main" id="{CBA0D0AC-A4E0-464B-881B-903E73169F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5275" y="3576638"/>
            <a:ext cx="30781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 </a:t>
            </a:r>
            <a:r>
              <a:rPr kumimoji="1" lang="en-US" altLang="zh-CN" sz="1000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= + 0.1101</a:t>
            </a:r>
          </a:p>
        </p:txBody>
      </p:sp>
      <p:sp>
        <p:nvSpPr>
          <p:cNvPr id="21508" name="Text Box 4">
            <a:extLst>
              <a:ext uri="{FF2B5EF4-FFF2-40B4-BE49-F238E27FC236}">
                <a16:creationId xmlns:a16="http://schemas.microsoft.com/office/drawing/2014/main" id="{67093102-C1B5-4836-AD64-BBE7568C06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4262438"/>
            <a:ext cx="3144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[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反</a:t>
            </a:r>
            <a:r>
              <a:rPr kumimoji="1" lang="zh-CN" altLang="en-US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=    </a:t>
            </a:r>
            <a:r>
              <a:rPr kumimoji="1" lang="en-US" altLang="zh-CN" sz="1000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0.1101</a:t>
            </a: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74AEDB8F-EEDF-4F5B-A3BB-B54D46FF5696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3546475"/>
            <a:ext cx="2143125" cy="579438"/>
            <a:chOff x="3216" y="2234"/>
            <a:chExt cx="1350" cy="365"/>
          </a:xfrm>
        </p:grpSpPr>
        <p:sp>
          <p:nvSpPr>
            <p:cNvPr id="24607" name="Text Box 6">
              <a:extLst>
                <a:ext uri="{FF2B5EF4-FFF2-40B4-BE49-F238E27FC236}">
                  <a16:creationId xmlns:a16="http://schemas.microsoft.com/office/drawing/2014/main" id="{5C46DF78-A9F7-4E10-9067-A14F1DA8E1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6" y="2234"/>
              <a:ext cx="135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=   0.1010</a:t>
              </a:r>
            </a:p>
          </p:txBody>
        </p:sp>
        <p:sp>
          <p:nvSpPr>
            <p:cNvPr id="24608" name="Line 7">
              <a:extLst>
                <a:ext uri="{FF2B5EF4-FFF2-40B4-BE49-F238E27FC236}">
                  <a16:creationId xmlns:a16="http://schemas.microsoft.com/office/drawing/2014/main" id="{70338CE6-4A31-4933-B3F3-557AE8241D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2448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" name="Group 8">
            <a:extLst>
              <a:ext uri="{FF2B5EF4-FFF2-40B4-BE49-F238E27FC236}">
                <a16:creationId xmlns:a16="http://schemas.microsoft.com/office/drawing/2014/main" id="{A8184BC9-B899-4F7E-A656-971F015D7FDD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4262438"/>
            <a:ext cx="4572000" cy="579437"/>
            <a:chOff x="2880" y="2685"/>
            <a:chExt cx="2880" cy="365"/>
          </a:xfrm>
        </p:grpSpPr>
        <p:sp>
          <p:nvSpPr>
            <p:cNvPr id="24604" name="Text Box 9">
              <a:extLst>
                <a:ext uri="{FF2B5EF4-FFF2-40B4-BE49-F238E27FC236}">
                  <a16:creationId xmlns:a16="http://schemas.microsoft.com/office/drawing/2014/main" id="{1E1C3B49-8F03-4FBC-A5EF-EE59860E71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2685"/>
              <a:ext cx="288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800" b="1" baseline="-25000">
                  <a:latin typeface="Times New Roman" panose="02020603050405020304" pitchFamily="18" charset="0"/>
                </a:rPr>
                <a:t>反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= (2  2</a:t>
              </a:r>
              <a:r>
                <a:rPr kumimoji="1" lang="en-US" altLang="zh-CN" sz="2800" b="1" baseline="40000">
                  <a:latin typeface="Times New Roman" panose="02020603050405020304" pitchFamily="18" charset="0"/>
                </a:rPr>
                <a:t>-4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)   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  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0.1010</a:t>
              </a:r>
            </a:p>
          </p:txBody>
        </p:sp>
        <p:sp>
          <p:nvSpPr>
            <p:cNvPr id="24605" name="Line 10">
              <a:extLst>
                <a:ext uri="{FF2B5EF4-FFF2-40B4-BE49-F238E27FC236}">
                  <a16:creationId xmlns:a16="http://schemas.microsoft.com/office/drawing/2014/main" id="{FDEF4357-125A-4C1C-BC96-D748CAC654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5" y="2877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06" name="Line 11">
              <a:extLst>
                <a:ext uri="{FF2B5EF4-FFF2-40B4-BE49-F238E27FC236}">
                  <a16:creationId xmlns:a16="http://schemas.microsoft.com/office/drawing/2014/main" id="{B9649D41-49DB-4273-B9CB-B4E6199155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5" y="2877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" name="Group 12">
            <a:extLst>
              <a:ext uri="{FF2B5EF4-FFF2-40B4-BE49-F238E27FC236}">
                <a16:creationId xmlns:a16="http://schemas.microsoft.com/office/drawing/2014/main" id="{0160CC93-E80C-47B8-AE02-882E34E99B0C}"/>
              </a:ext>
            </a:extLst>
          </p:cNvPr>
          <p:cNvGrpSpPr>
            <a:grpSpLocks/>
          </p:cNvGrpSpPr>
          <p:nvPr/>
        </p:nvGrpSpPr>
        <p:grpSpPr bwMode="auto">
          <a:xfrm>
            <a:off x="5410200" y="4953000"/>
            <a:ext cx="3733800" cy="579438"/>
            <a:chOff x="3408" y="3120"/>
            <a:chExt cx="2352" cy="365"/>
          </a:xfrm>
        </p:grpSpPr>
        <p:sp>
          <p:nvSpPr>
            <p:cNvPr id="24602" name="Text Box 13">
              <a:extLst>
                <a:ext uri="{FF2B5EF4-FFF2-40B4-BE49-F238E27FC236}">
                  <a16:creationId xmlns:a16="http://schemas.microsoft.com/office/drawing/2014/main" id="{06EF03BD-DD75-4401-B51F-1342477DDB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8" y="3120"/>
              <a:ext cx="23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= 1.1111   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0.1010</a:t>
              </a:r>
            </a:p>
          </p:txBody>
        </p:sp>
        <p:sp>
          <p:nvSpPr>
            <p:cNvPr id="24603" name="Line 14">
              <a:extLst>
                <a:ext uri="{FF2B5EF4-FFF2-40B4-BE49-F238E27FC236}">
                  <a16:creationId xmlns:a16="http://schemas.microsoft.com/office/drawing/2014/main" id="{370EF8AC-49B7-41F7-AD5D-4B15FB317E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5" y="3300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519" name="Text Box 15">
            <a:extLst>
              <a:ext uri="{FF2B5EF4-FFF2-40B4-BE49-F238E27FC236}">
                <a16:creationId xmlns:a16="http://schemas.microsoft.com/office/drawing/2014/main" id="{35A7926C-6D01-4E56-A668-7C002D80D0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5562600"/>
            <a:ext cx="2286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= 1.0101</a:t>
            </a:r>
          </a:p>
        </p:txBody>
      </p:sp>
      <p:sp>
        <p:nvSpPr>
          <p:cNvPr id="21520" name="Text Box 16">
            <a:extLst>
              <a:ext uri="{FF2B5EF4-FFF2-40B4-BE49-F238E27FC236}">
                <a16:creationId xmlns:a16="http://schemas.microsoft.com/office/drawing/2014/main" id="{F5751179-8B65-4889-8612-6D02C98EF3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3152775"/>
            <a:ext cx="1143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如</a:t>
            </a:r>
          </a:p>
        </p:txBody>
      </p:sp>
      <p:grpSp>
        <p:nvGrpSpPr>
          <p:cNvPr id="5" name="Group 17">
            <a:extLst>
              <a:ext uri="{FF2B5EF4-FFF2-40B4-BE49-F238E27FC236}">
                <a16:creationId xmlns:a16="http://schemas.microsoft.com/office/drawing/2014/main" id="{3091A77C-8E67-4C56-A88E-B7EDD72E4EE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1066800"/>
            <a:ext cx="8382000" cy="1235075"/>
            <a:chOff x="480" y="854"/>
            <a:chExt cx="5280" cy="778"/>
          </a:xfrm>
        </p:grpSpPr>
        <p:sp>
          <p:nvSpPr>
            <p:cNvPr id="24596" name="Text Box 18">
              <a:extLst>
                <a:ext uri="{FF2B5EF4-FFF2-40B4-BE49-F238E27FC236}">
                  <a16:creationId xmlns:a16="http://schemas.microsoft.com/office/drawing/2014/main" id="{E60D31BE-1AA0-4DF6-8063-9D8D0A91E5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" y="1094"/>
              <a:ext cx="74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反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4597" name="Text Box 19">
              <a:extLst>
                <a:ext uri="{FF2B5EF4-FFF2-40B4-BE49-F238E27FC236}">
                  <a16:creationId xmlns:a16="http://schemas.microsoft.com/office/drawing/2014/main" id="{CCA1EFE3-8F76-4B4D-8DC6-9E7C41CE2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4" y="854"/>
              <a:ext cx="32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                  1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＞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≥  0</a:t>
              </a:r>
            </a:p>
          </p:txBody>
        </p:sp>
        <p:sp>
          <p:nvSpPr>
            <p:cNvPr id="24598" name="Text Box 20">
              <a:extLst>
                <a:ext uri="{FF2B5EF4-FFF2-40B4-BE49-F238E27FC236}">
                  <a16:creationId xmlns:a16="http://schemas.microsoft.com/office/drawing/2014/main" id="{6E89F64D-FCBB-4F21-BC4A-88E2CF99F9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54" y="1305"/>
              <a:ext cx="440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( 2 – 2</a:t>
              </a:r>
              <a:r>
                <a:rPr kumimoji="1" lang="en-US" altLang="zh-CN" sz="2800" b="1" baseline="40000">
                  <a:latin typeface="Times New Roman" panose="02020603050405020304" pitchFamily="18" charset="0"/>
                </a:rPr>
                <a:t>-</a:t>
              </a:r>
              <a:r>
                <a:rPr kumimoji="1" lang="en-US" altLang="zh-CN" sz="2800" b="1" i="1" baseline="40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) +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 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0 ≥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＞ 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1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（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mod 2   2</a:t>
              </a:r>
              <a:r>
                <a:rPr kumimoji="1" lang="en-US" altLang="zh-CN" sz="2800" b="1" baseline="40000">
                  <a:latin typeface="Times New Roman" panose="02020603050405020304" pitchFamily="18" charset="0"/>
                </a:rPr>
                <a:t>-</a:t>
              </a:r>
              <a:r>
                <a:rPr kumimoji="1" lang="en-US" altLang="zh-CN" sz="2800" b="1" i="1" baseline="40000">
                  <a:latin typeface="Times New Roman" panose="02020603050405020304" pitchFamily="18" charset="0"/>
                </a:rPr>
                <a:t>n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）</a:t>
              </a:r>
              <a:endParaRPr kumimoji="1" lang="zh-CN" altLang="en-US" sz="2800" b="1" baseline="30000">
                <a:latin typeface="Times New Roman" panose="02020603050405020304" pitchFamily="18" charset="0"/>
              </a:endParaRPr>
            </a:p>
          </p:txBody>
        </p:sp>
        <p:sp>
          <p:nvSpPr>
            <p:cNvPr id="24599" name="AutoShape 21">
              <a:extLst>
                <a:ext uri="{FF2B5EF4-FFF2-40B4-BE49-F238E27FC236}">
                  <a16:creationId xmlns:a16="http://schemas.microsoft.com/office/drawing/2014/main" id="{198835C8-7853-4D71-9FFF-56F753BF4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960"/>
              <a:ext cx="151" cy="632"/>
            </a:xfrm>
            <a:prstGeom prst="leftBrace">
              <a:avLst>
                <a:gd name="adj1" fmla="val 34879"/>
                <a:gd name="adj2" fmla="val 50000"/>
              </a:avLst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4600" name="Line 22">
              <a:extLst>
                <a:ext uri="{FF2B5EF4-FFF2-40B4-BE49-F238E27FC236}">
                  <a16:creationId xmlns:a16="http://schemas.microsoft.com/office/drawing/2014/main" id="{C34BA08F-D444-4AF1-85FD-C683F22108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0" y="1488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01" name="Line 23">
              <a:extLst>
                <a:ext uri="{FF2B5EF4-FFF2-40B4-BE49-F238E27FC236}">
                  <a16:creationId xmlns:a16="http://schemas.microsoft.com/office/drawing/2014/main" id="{DF2E1025-EC72-4768-AC30-B9CB14922F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4" y="1488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6" name="Group 24">
            <a:extLst>
              <a:ext uri="{FF2B5EF4-FFF2-40B4-BE49-F238E27FC236}">
                <a16:creationId xmlns:a16="http://schemas.microsoft.com/office/drawing/2014/main" id="{5CA742DE-BF86-47BF-AF73-0CD1BE3A5589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5583238"/>
            <a:ext cx="2787650" cy="969962"/>
            <a:chOff x="912" y="3517"/>
            <a:chExt cx="1756" cy="611"/>
          </a:xfrm>
        </p:grpSpPr>
        <p:sp>
          <p:nvSpPr>
            <p:cNvPr id="24594" name="Text Box 25">
              <a:extLst>
                <a:ext uri="{FF2B5EF4-FFF2-40B4-BE49-F238E27FC236}">
                  <a16:creationId xmlns:a16="http://schemas.microsoft.com/office/drawing/2014/main" id="{378CE025-3659-4C10-AA54-660D0DDC02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2" y="3517"/>
              <a:ext cx="175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用 </a:t>
              </a:r>
              <a:r>
                <a:rPr kumimoji="1" lang="zh-CN" altLang="en-US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小数点 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将符号位</a:t>
              </a:r>
            </a:p>
          </p:txBody>
        </p:sp>
        <p:sp>
          <p:nvSpPr>
            <p:cNvPr id="24595" name="Text Box 26">
              <a:extLst>
                <a:ext uri="{FF2B5EF4-FFF2-40B4-BE49-F238E27FC236}">
                  <a16:creationId xmlns:a16="http://schemas.microsoft.com/office/drawing/2014/main" id="{262FE1D4-3A2F-4F0A-8705-B3921F7FE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2" y="3840"/>
              <a:ext cx="1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和数值部分隔开</a:t>
              </a:r>
            </a:p>
          </p:txBody>
        </p:sp>
      </p:grpSp>
      <p:sp>
        <p:nvSpPr>
          <p:cNvPr id="21531" name="Line 27">
            <a:extLst>
              <a:ext uri="{FF2B5EF4-FFF2-40B4-BE49-F238E27FC236}">
                <a16:creationId xmlns:a16="http://schemas.microsoft.com/office/drawing/2014/main" id="{12D2F230-C6E4-46A6-B0FD-07A1038173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5600" y="4751388"/>
            <a:ext cx="0" cy="83820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1532" name="Freeform 28">
            <a:extLst>
              <a:ext uri="{FF2B5EF4-FFF2-40B4-BE49-F238E27FC236}">
                <a16:creationId xmlns:a16="http://schemas.microsoft.com/office/drawing/2014/main" id="{25744FD5-5612-4A40-A4D0-2A0273ABF702}"/>
              </a:ext>
            </a:extLst>
          </p:cNvPr>
          <p:cNvSpPr>
            <a:spLocks/>
          </p:cNvSpPr>
          <p:nvPr/>
        </p:nvSpPr>
        <p:spPr bwMode="auto">
          <a:xfrm>
            <a:off x="3851275" y="6096000"/>
            <a:ext cx="2244725" cy="212725"/>
          </a:xfrm>
          <a:custGeom>
            <a:avLst/>
            <a:gdLst>
              <a:gd name="T0" fmla="*/ 0 w 1536"/>
              <a:gd name="T1" fmla="*/ 314249484 h 144"/>
              <a:gd name="T2" fmla="*/ 2147483646 w 1536"/>
              <a:gd name="T3" fmla="*/ 314249484 h 144"/>
              <a:gd name="T4" fmla="*/ 2147483646 w 1536"/>
              <a:gd name="T5" fmla="*/ 0 h 144"/>
              <a:gd name="T6" fmla="*/ 0 60000 65536"/>
              <a:gd name="T7" fmla="*/ 0 60000 65536"/>
              <a:gd name="T8" fmla="*/ 0 60000 65536"/>
              <a:gd name="T9" fmla="*/ 0 w 1536"/>
              <a:gd name="T10" fmla="*/ 0 h 144"/>
              <a:gd name="T11" fmla="*/ 1536 w 1536"/>
              <a:gd name="T12" fmla="*/ 144 h 14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36" h="144">
                <a:moveTo>
                  <a:pt x="0" y="144"/>
                </a:moveTo>
                <a:lnTo>
                  <a:pt x="1536" y="144"/>
                </a:lnTo>
                <a:lnTo>
                  <a:pt x="1536" y="0"/>
                </a:lnTo>
              </a:path>
            </a:pathLst>
          </a:cu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1533" name="Text Box 29">
            <a:extLst>
              <a:ext uri="{FF2B5EF4-FFF2-40B4-BE49-F238E27FC236}">
                <a16:creationId xmlns:a16="http://schemas.microsoft.com/office/drawing/2014/main" id="{8793BBE3-1EA4-4BE3-9AB3-7429FD4BA1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2514600"/>
            <a:ext cx="69786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为真值</a:t>
            </a:r>
          </a:p>
        </p:txBody>
      </p:sp>
      <p:sp>
        <p:nvSpPr>
          <p:cNvPr id="21535" name="Text Box 31">
            <a:extLst>
              <a:ext uri="{FF2B5EF4-FFF2-40B4-BE49-F238E27FC236}">
                <a16:creationId xmlns:a16="http://schemas.microsoft.com/office/drawing/2014/main" id="{BB851841-5425-4B96-A91C-C735BA5BB4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0338" y="2492375"/>
            <a:ext cx="69786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n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为小数的位数</a:t>
            </a:r>
          </a:p>
        </p:txBody>
      </p:sp>
      <p:sp>
        <p:nvSpPr>
          <p:cNvPr id="33" name="矩形 32">
            <a:extLst>
              <a:ext uri="{FF2B5EF4-FFF2-40B4-BE49-F238E27FC236}">
                <a16:creationId xmlns:a16="http://schemas.microsoft.com/office/drawing/2014/main" id="{AF841307-59BC-4BCD-819A-C9AC40A3CCA3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1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1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1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1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1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9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1" dur="500"/>
                                        <p:tgtEl>
                                          <p:spTgt spid="21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21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6" dur="500"/>
                                        <p:tgtEl>
                                          <p:spTgt spid="21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07" grpId="0" autoUpdateAnimBg="0"/>
      <p:bldP spid="21508" grpId="0" autoUpdateAnimBg="0"/>
      <p:bldP spid="21520" grpId="0" autoUpdateAnimBg="0"/>
      <p:bldP spid="21533" grpId="0" autoUpdateAnimBg="0"/>
      <p:bldP spid="21535" grpId="0" autoUpdateAnimBg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Text Box 2">
            <a:extLst>
              <a:ext uri="{FF2B5EF4-FFF2-40B4-BE49-F238E27FC236}">
                <a16:creationId xmlns:a16="http://schemas.microsoft.com/office/drawing/2014/main" id="{E2F7DA31-67D8-4EBC-8690-55E4ABD298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207963"/>
            <a:ext cx="25908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(2)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举例</a:t>
            </a:r>
          </a:p>
        </p:txBody>
      </p:sp>
      <p:sp>
        <p:nvSpPr>
          <p:cNvPr id="22531" name="Text Box 3">
            <a:extLst>
              <a:ext uri="{FF2B5EF4-FFF2-40B4-BE49-F238E27FC236}">
                <a16:creationId xmlns:a16="http://schemas.microsoft.com/office/drawing/2014/main" id="{14EA27CB-F0B8-4FBE-8B7E-26506A2DCB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" y="4076700"/>
            <a:ext cx="47180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 dirty="0">
                <a:latin typeface="Times New Roman" panose="02020603050405020304" pitchFamily="18" charset="0"/>
              </a:rPr>
              <a:t>例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2.1-10    </a:t>
            </a:r>
            <a:r>
              <a:rPr kumimoji="1" lang="en-US" altLang="zh-CN" sz="1000" b="1" dirty="0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求 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0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的反码</a:t>
            </a:r>
          </a:p>
        </p:txBody>
      </p:sp>
      <p:sp>
        <p:nvSpPr>
          <p:cNvPr id="22532" name="Text Box 4">
            <a:extLst>
              <a:ext uri="{FF2B5EF4-FFF2-40B4-BE49-F238E27FC236}">
                <a16:creationId xmlns:a16="http://schemas.microsoft.com/office/drawing/2014/main" id="{8BF901C4-D0D1-4E69-82FB-1BAECD67D8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4573588"/>
            <a:ext cx="31670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设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+</a:t>
            </a:r>
            <a:r>
              <a:rPr kumimoji="1" lang="en-US" altLang="zh-CN" sz="1000" b="1">
                <a:latin typeface="Times New Roman" panose="02020603050405020304" pitchFamily="18" charset="0"/>
              </a:rPr>
              <a:t> 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0.0000</a:t>
            </a:r>
          </a:p>
        </p:txBody>
      </p:sp>
      <p:sp>
        <p:nvSpPr>
          <p:cNvPr id="22533" name="Text Box 5">
            <a:extLst>
              <a:ext uri="{FF2B5EF4-FFF2-40B4-BE49-F238E27FC236}">
                <a16:creationId xmlns:a16="http://schemas.microsoft.com/office/drawing/2014/main" id="{09403382-7596-42B8-95D9-F490E1A792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5375" y="4573588"/>
            <a:ext cx="42386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[+0.0000]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反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0.0000</a:t>
            </a:r>
          </a:p>
        </p:txBody>
      </p:sp>
      <p:sp>
        <p:nvSpPr>
          <p:cNvPr id="22534" name="Text Box 6">
            <a:extLst>
              <a:ext uri="{FF2B5EF4-FFF2-40B4-BE49-F238E27FC236}">
                <a16:creationId xmlns:a16="http://schemas.microsoft.com/office/drawing/2014/main" id="{15007398-B41B-4BC9-98D2-6DAEA76EF0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0275" y="4573588"/>
            <a:ext cx="898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解：</a:t>
            </a:r>
          </a:p>
        </p:txBody>
      </p:sp>
      <p:sp>
        <p:nvSpPr>
          <p:cNvPr id="22535" name="Text Box 7">
            <a:extLst>
              <a:ext uri="{FF2B5EF4-FFF2-40B4-BE49-F238E27FC236}">
                <a16:creationId xmlns:a16="http://schemas.microsoft.com/office/drawing/2014/main" id="{E57E40B3-0F21-446B-912F-6807ED4785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5581650"/>
            <a:ext cx="26844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同理，对于整数</a:t>
            </a:r>
          </a:p>
        </p:txBody>
      </p:sp>
      <p:sp>
        <p:nvSpPr>
          <p:cNvPr id="22536" name="Text Box 8">
            <a:extLst>
              <a:ext uri="{FF2B5EF4-FFF2-40B4-BE49-F238E27FC236}">
                <a16:creationId xmlns:a16="http://schemas.microsoft.com/office/drawing/2014/main" id="{1340FE09-8299-4D9D-BCCA-EB82F29EAE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9813" y="5581650"/>
            <a:ext cx="29368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[+0]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反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0,0000</a:t>
            </a:r>
          </a:p>
        </p:txBody>
      </p:sp>
      <p:sp>
        <p:nvSpPr>
          <p:cNvPr id="22537" name="Text Box 9">
            <a:extLst>
              <a:ext uri="{FF2B5EF4-FFF2-40B4-BE49-F238E27FC236}">
                <a16:creationId xmlns:a16="http://schemas.microsoft.com/office/drawing/2014/main" id="{873E33C6-6A22-44E1-9CBF-9936FB2AD0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2133600"/>
            <a:ext cx="74945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 dirty="0">
                <a:latin typeface="Times New Roman" panose="02020603050405020304" pitchFamily="18" charset="0"/>
              </a:rPr>
              <a:t>例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2.1-9      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已知 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 dirty="0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 dirty="0">
                <a:latin typeface="Times New Roman" panose="02020603050405020304" pitchFamily="18" charset="0"/>
              </a:rPr>
              <a:t>反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= 1,1110    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求 </a:t>
            </a:r>
            <a:r>
              <a:rPr kumimoji="1" lang="en-US" altLang="zh-CN" sz="2800" b="1" i="1" dirty="0">
                <a:latin typeface="Times New Roman" panose="02020603050405020304" pitchFamily="18" charset="0"/>
              </a:rPr>
              <a:t>x</a:t>
            </a:r>
          </a:p>
        </p:txBody>
      </p:sp>
      <p:sp>
        <p:nvSpPr>
          <p:cNvPr id="22538" name="Text Box 10">
            <a:extLst>
              <a:ext uri="{FF2B5EF4-FFF2-40B4-BE49-F238E27FC236}">
                <a16:creationId xmlns:a16="http://schemas.microsoft.com/office/drawing/2014/main" id="{AF091E9F-3C8D-4F8E-8251-1AAE2630B1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904875"/>
            <a:ext cx="70627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 dirty="0">
                <a:latin typeface="Times New Roman" panose="02020603050405020304" pitchFamily="18" charset="0"/>
              </a:rPr>
              <a:t>例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2.1-8      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已知 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 dirty="0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 dirty="0">
                <a:latin typeface="Times New Roman" panose="02020603050405020304" pitchFamily="18" charset="0"/>
              </a:rPr>
              <a:t>反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= 0,1110    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求 </a:t>
            </a:r>
            <a:r>
              <a:rPr kumimoji="1" lang="en-US" altLang="zh-CN" sz="2800" b="1" i="1" dirty="0">
                <a:latin typeface="Times New Roman" panose="02020603050405020304" pitchFamily="18" charset="0"/>
              </a:rPr>
              <a:t>x</a:t>
            </a:r>
          </a:p>
        </p:txBody>
      </p:sp>
      <p:sp>
        <p:nvSpPr>
          <p:cNvPr id="22539" name="Text Box 11">
            <a:extLst>
              <a:ext uri="{FF2B5EF4-FFF2-40B4-BE49-F238E27FC236}">
                <a16:creationId xmlns:a16="http://schemas.microsoft.com/office/drawing/2014/main" id="{3EF09405-8852-4248-A579-D006EECABF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0275" y="2638425"/>
            <a:ext cx="898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解：</a:t>
            </a:r>
          </a:p>
        </p:txBody>
      </p:sp>
      <p:sp>
        <p:nvSpPr>
          <p:cNvPr id="22540" name="Text Box 12">
            <a:extLst>
              <a:ext uri="{FF2B5EF4-FFF2-40B4-BE49-F238E27FC236}">
                <a16:creationId xmlns:a16="http://schemas.microsoft.com/office/drawing/2014/main" id="{EF122363-51AD-428D-988B-24B2448A1C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1409700"/>
            <a:ext cx="48958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由定义得     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+ 1110</a:t>
            </a:r>
          </a:p>
        </p:txBody>
      </p:sp>
      <p:sp>
        <p:nvSpPr>
          <p:cNvPr id="22541" name="Text Box 13">
            <a:extLst>
              <a:ext uri="{FF2B5EF4-FFF2-40B4-BE49-F238E27FC236}">
                <a16:creationId xmlns:a16="http://schemas.microsoft.com/office/drawing/2014/main" id="{06BD039D-30C6-4813-83B3-A6DA6D372B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0275" y="1409700"/>
            <a:ext cx="898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解：</a:t>
            </a:r>
          </a:p>
        </p:txBody>
      </p:sp>
      <p:grpSp>
        <p:nvGrpSpPr>
          <p:cNvPr id="2" name="Group 15">
            <a:extLst>
              <a:ext uri="{FF2B5EF4-FFF2-40B4-BE49-F238E27FC236}">
                <a16:creationId xmlns:a16="http://schemas.microsoft.com/office/drawing/2014/main" id="{5D3E9E43-2873-4DF3-A443-601E13982293}"/>
              </a:ext>
            </a:extLst>
          </p:cNvPr>
          <p:cNvGrpSpPr>
            <a:grpSpLocks/>
          </p:cNvGrpSpPr>
          <p:nvPr/>
        </p:nvGrpSpPr>
        <p:grpSpPr bwMode="auto">
          <a:xfrm>
            <a:off x="4210050" y="3141663"/>
            <a:ext cx="3241675" cy="519112"/>
            <a:chOff x="2652" y="1979"/>
            <a:chExt cx="2042" cy="327"/>
          </a:xfrm>
        </p:grpSpPr>
        <p:sp>
          <p:nvSpPr>
            <p:cNvPr id="25638" name="Text Box 16">
              <a:extLst>
                <a:ext uri="{FF2B5EF4-FFF2-40B4-BE49-F238E27FC236}">
                  <a16:creationId xmlns:a16="http://schemas.microsoft.com/office/drawing/2014/main" id="{F7A48283-54AE-4844-BE07-1FDFBAD53C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" y="1979"/>
              <a:ext cx="204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= 1,1110   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11111</a:t>
              </a:r>
            </a:p>
          </p:txBody>
        </p:sp>
        <p:sp>
          <p:nvSpPr>
            <p:cNvPr id="25639" name="Line 17">
              <a:extLst>
                <a:ext uri="{FF2B5EF4-FFF2-40B4-BE49-F238E27FC236}">
                  <a16:creationId xmlns:a16="http://schemas.microsoft.com/office/drawing/2014/main" id="{BC6336A1-53F4-49FD-A481-1DEF8D8B88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7" y="2160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" name="Group 18">
            <a:extLst>
              <a:ext uri="{FF2B5EF4-FFF2-40B4-BE49-F238E27FC236}">
                <a16:creationId xmlns:a16="http://schemas.microsoft.com/office/drawing/2014/main" id="{2F91D955-521D-44BF-A2DF-64219966A7A7}"/>
              </a:ext>
            </a:extLst>
          </p:cNvPr>
          <p:cNvGrpSpPr>
            <a:grpSpLocks/>
          </p:cNvGrpSpPr>
          <p:nvPr/>
        </p:nvGrpSpPr>
        <p:grpSpPr bwMode="auto">
          <a:xfrm>
            <a:off x="4210050" y="3646488"/>
            <a:ext cx="1454150" cy="519112"/>
            <a:chOff x="2652" y="2297"/>
            <a:chExt cx="916" cy="327"/>
          </a:xfrm>
        </p:grpSpPr>
        <p:sp>
          <p:nvSpPr>
            <p:cNvPr id="25636" name="Text Box 19">
              <a:extLst>
                <a:ext uri="{FF2B5EF4-FFF2-40B4-BE49-F238E27FC236}">
                  <a16:creationId xmlns:a16="http://schemas.microsoft.com/office/drawing/2014/main" id="{565004EC-5902-44DE-8897-C7582D5B0F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" y="2297"/>
              <a:ext cx="9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= 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   0001</a:t>
              </a:r>
            </a:p>
          </p:txBody>
        </p:sp>
        <p:sp>
          <p:nvSpPr>
            <p:cNvPr id="25637" name="Line 20">
              <a:extLst>
                <a:ext uri="{FF2B5EF4-FFF2-40B4-BE49-F238E27FC236}">
                  <a16:creationId xmlns:a16="http://schemas.microsoft.com/office/drawing/2014/main" id="{8A6C8722-31ED-4E70-8BD9-C971FCE172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0" y="2466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" name="Group 21">
            <a:extLst>
              <a:ext uri="{FF2B5EF4-FFF2-40B4-BE49-F238E27FC236}">
                <a16:creationId xmlns:a16="http://schemas.microsoft.com/office/drawing/2014/main" id="{FB77C7CC-25DF-48F8-9E1A-3EA285A2BDCE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2638425"/>
            <a:ext cx="6781800" cy="519113"/>
            <a:chOff x="1248" y="1662"/>
            <a:chExt cx="4272" cy="327"/>
          </a:xfrm>
        </p:grpSpPr>
        <p:grpSp>
          <p:nvGrpSpPr>
            <p:cNvPr id="25631" name="Group 22">
              <a:extLst>
                <a:ext uri="{FF2B5EF4-FFF2-40B4-BE49-F238E27FC236}">
                  <a16:creationId xmlns:a16="http://schemas.microsoft.com/office/drawing/2014/main" id="{06D74D95-5B1F-4CDC-880A-F51528043F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48" y="1662"/>
              <a:ext cx="4272" cy="327"/>
              <a:chOff x="1248" y="1662"/>
              <a:chExt cx="4272" cy="327"/>
            </a:xfrm>
          </p:grpSpPr>
          <p:sp>
            <p:nvSpPr>
              <p:cNvPr id="25634" name="Text Box 23">
                <a:extLst>
                  <a:ext uri="{FF2B5EF4-FFF2-40B4-BE49-F238E27FC236}">
                    <a16:creationId xmlns:a16="http://schemas.microsoft.com/office/drawing/2014/main" id="{C64F6B85-A7AE-450B-B412-0A3B022F69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48" y="1662"/>
                <a:ext cx="175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800" b="1">
                    <a:latin typeface="Times New Roman" panose="02020603050405020304" pitchFamily="18" charset="0"/>
                  </a:rPr>
                  <a:t>由定义得</a:t>
                </a:r>
              </a:p>
            </p:txBody>
          </p:sp>
          <p:sp>
            <p:nvSpPr>
              <p:cNvPr id="25635" name="Text Box 24">
                <a:extLst>
                  <a:ext uri="{FF2B5EF4-FFF2-40B4-BE49-F238E27FC236}">
                    <a16:creationId xmlns:a16="http://schemas.microsoft.com/office/drawing/2014/main" id="{15C5D8CC-5446-4693-BF43-C015E543B4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96" y="1662"/>
                <a:ext cx="302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= [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400" b="1" baseline="-25000">
                    <a:latin typeface="Times New Roman" panose="02020603050405020304" pitchFamily="18" charset="0"/>
                  </a:rPr>
                  <a:t>反 </a:t>
                </a:r>
                <a:r>
                  <a:rPr kumimoji="1" lang="zh-CN" altLang="en-US" sz="28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</a:t>
                </a:r>
                <a:r>
                  <a:rPr kumimoji="1" lang="en-US" altLang="zh-CN" sz="28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(2</a:t>
                </a:r>
                <a:r>
                  <a:rPr kumimoji="1" lang="en-US" altLang="zh-CN" sz="2800" b="1" baseline="400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4+1</a:t>
                </a:r>
                <a:r>
                  <a:rPr kumimoji="1" lang="en-US" altLang="zh-CN" sz="28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 1)</a:t>
                </a:r>
              </a:p>
            </p:txBody>
          </p:sp>
        </p:grpSp>
        <p:sp>
          <p:nvSpPr>
            <p:cNvPr id="25632" name="Line 25">
              <a:extLst>
                <a:ext uri="{FF2B5EF4-FFF2-40B4-BE49-F238E27FC236}">
                  <a16:creationId xmlns:a16="http://schemas.microsoft.com/office/drawing/2014/main" id="{C89D4AAD-0B27-40CC-BF8A-122729EB03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2" y="1842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5633" name="Line 26">
              <a:extLst>
                <a:ext uri="{FF2B5EF4-FFF2-40B4-BE49-F238E27FC236}">
                  <a16:creationId xmlns:a16="http://schemas.microsoft.com/office/drawing/2014/main" id="{1C882CF1-79AE-47B8-A65D-8ACA76D53C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7" y="1842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6" name="Group 27">
            <a:extLst>
              <a:ext uri="{FF2B5EF4-FFF2-40B4-BE49-F238E27FC236}">
                <a16:creationId xmlns:a16="http://schemas.microsoft.com/office/drawing/2014/main" id="{B0D4C19B-2C25-4AA2-A7F5-1EC957E42905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5076825"/>
            <a:ext cx="2205038" cy="519113"/>
            <a:chOff x="1536" y="3198"/>
            <a:chExt cx="1389" cy="327"/>
          </a:xfrm>
        </p:grpSpPr>
        <p:sp>
          <p:nvSpPr>
            <p:cNvPr id="25629" name="Text Box 28">
              <a:extLst>
                <a:ext uri="{FF2B5EF4-FFF2-40B4-BE49-F238E27FC236}">
                  <a16:creationId xmlns:a16="http://schemas.microsoft.com/office/drawing/2014/main" id="{A76DF73C-91F7-4229-A402-617406A0A3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6" y="3198"/>
              <a:ext cx="1389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= 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0.0000</a:t>
              </a:r>
            </a:p>
          </p:txBody>
        </p:sp>
        <p:sp>
          <p:nvSpPr>
            <p:cNvPr id="25630" name="Line 29">
              <a:extLst>
                <a:ext uri="{FF2B5EF4-FFF2-40B4-BE49-F238E27FC236}">
                  <a16:creationId xmlns:a16="http://schemas.microsoft.com/office/drawing/2014/main" id="{1D498531-E4D9-43BE-BECB-9FAEB6E362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9" y="3378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7" name="Group 30">
            <a:extLst>
              <a:ext uri="{FF2B5EF4-FFF2-40B4-BE49-F238E27FC236}">
                <a16:creationId xmlns:a16="http://schemas.microsoft.com/office/drawing/2014/main" id="{17DAACE6-9AB6-4DE7-A537-74880115E84B}"/>
              </a:ext>
            </a:extLst>
          </p:cNvPr>
          <p:cNvGrpSpPr>
            <a:grpSpLocks/>
          </p:cNvGrpSpPr>
          <p:nvPr/>
        </p:nvGrpSpPr>
        <p:grpSpPr bwMode="auto">
          <a:xfrm>
            <a:off x="4897438" y="5076825"/>
            <a:ext cx="3865562" cy="519113"/>
            <a:chOff x="3085" y="3198"/>
            <a:chExt cx="2435" cy="327"/>
          </a:xfrm>
        </p:grpSpPr>
        <p:sp>
          <p:nvSpPr>
            <p:cNvPr id="25627" name="Text Box 31">
              <a:extLst>
                <a:ext uri="{FF2B5EF4-FFF2-40B4-BE49-F238E27FC236}">
                  <a16:creationId xmlns:a16="http://schemas.microsoft.com/office/drawing/2014/main" id="{9B8F9637-6094-4182-8188-9FAEB6CF49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5" y="3198"/>
              <a:ext cx="243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9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0.0000]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反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1.1111</a:t>
              </a:r>
            </a:p>
          </p:txBody>
        </p:sp>
        <p:sp>
          <p:nvSpPr>
            <p:cNvPr id="25628" name="Line 32">
              <a:extLst>
                <a:ext uri="{FF2B5EF4-FFF2-40B4-BE49-F238E27FC236}">
                  <a16:creationId xmlns:a16="http://schemas.microsoft.com/office/drawing/2014/main" id="{FCA6A366-9AA0-4649-AA1B-65D6F9DE1F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1" y="3375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8" name="Group 33">
            <a:extLst>
              <a:ext uri="{FF2B5EF4-FFF2-40B4-BE49-F238E27FC236}">
                <a16:creationId xmlns:a16="http://schemas.microsoft.com/office/drawing/2014/main" id="{E21DD3FE-2DD5-41A4-B2F4-E4C365B27846}"/>
              </a:ext>
            </a:extLst>
          </p:cNvPr>
          <p:cNvGrpSpPr>
            <a:grpSpLocks/>
          </p:cNvGrpSpPr>
          <p:nvPr/>
        </p:nvGrpSpPr>
        <p:grpSpPr bwMode="auto">
          <a:xfrm>
            <a:off x="6015038" y="5581650"/>
            <a:ext cx="2824162" cy="519113"/>
            <a:chOff x="3789" y="3516"/>
            <a:chExt cx="1779" cy="327"/>
          </a:xfrm>
        </p:grpSpPr>
        <p:sp>
          <p:nvSpPr>
            <p:cNvPr id="25625" name="Text Box 34">
              <a:extLst>
                <a:ext uri="{FF2B5EF4-FFF2-40B4-BE49-F238E27FC236}">
                  <a16:creationId xmlns:a16="http://schemas.microsoft.com/office/drawing/2014/main" id="{5A6F6E3C-540B-42F1-9DA5-51879735C7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9" y="3516"/>
              <a:ext cx="1779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[   0]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反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1,1111</a:t>
              </a:r>
            </a:p>
          </p:txBody>
        </p:sp>
        <p:sp>
          <p:nvSpPr>
            <p:cNvPr id="25626" name="Line 35">
              <a:extLst>
                <a:ext uri="{FF2B5EF4-FFF2-40B4-BE49-F238E27FC236}">
                  <a16:creationId xmlns:a16="http://schemas.microsoft.com/office/drawing/2014/main" id="{D0F37DF3-C54C-454A-8912-AC61CF839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47" y="3690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9" name="Group 36">
            <a:extLst>
              <a:ext uri="{FF2B5EF4-FFF2-40B4-BE49-F238E27FC236}">
                <a16:creationId xmlns:a16="http://schemas.microsoft.com/office/drawing/2014/main" id="{799307E6-48D6-404C-BBB2-5175693CBA62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6161088"/>
            <a:ext cx="3929063" cy="519112"/>
            <a:chOff x="1584" y="3881"/>
            <a:chExt cx="2475" cy="327"/>
          </a:xfrm>
        </p:grpSpPr>
        <p:sp>
          <p:nvSpPr>
            <p:cNvPr id="25623" name="Text Box 37">
              <a:extLst>
                <a:ext uri="{FF2B5EF4-FFF2-40B4-BE49-F238E27FC236}">
                  <a16:creationId xmlns:a16="http://schemas.microsoft.com/office/drawing/2014/main" id="{0775E8C1-2616-4CE7-BC53-31D651E518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4" y="3881"/>
              <a:ext cx="247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∴   [+ 0]</a:t>
              </a:r>
              <a:r>
                <a:rPr kumimoji="1" lang="zh-CN" altLang="en-US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反</a:t>
              </a: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≠ 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[   0]</a:t>
              </a:r>
              <a:r>
                <a:rPr kumimoji="1" lang="zh-CN" altLang="en-US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反</a:t>
              </a: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25624" name="Line 38">
              <a:extLst>
                <a:ext uri="{FF2B5EF4-FFF2-40B4-BE49-F238E27FC236}">
                  <a16:creationId xmlns:a16="http://schemas.microsoft.com/office/drawing/2014/main" id="{E7DB6617-EDA7-4D2D-9CF6-D03DF1545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" y="4050"/>
              <a:ext cx="96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40" name="矩形 39">
            <a:extLst>
              <a:ext uri="{FF2B5EF4-FFF2-40B4-BE49-F238E27FC236}">
                <a16:creationId xmlns:a16="http://schemas.microsoft.com/office/drawing/2014/main" id="{314B9CF0-6590-4D16-86EA-23D2B1461609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2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2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2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2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2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2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2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22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22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22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22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31" grpId="0" autoUpdateAnimBg="0"/>
      <p:bldP spid="22532" grpId="0" autoUpdateAnimBg="0"/>
      <p:bldP spid="22533" grpId="0" autoUpdateAnimBg="0"/>
      <p:bldP spid="22534" grpId="0" autoUpdateAnimBg="0"/>
      <p:bldP spid="22535" grpId="0" autoUpdateAnimBg="0"/>
      <p:bldP spid="22536" grpId="0" autoUpdateAnimBg="0"/>
      <p:bldP spid="22537" grpId="0" autoUpdateAnimBg="0"/>
      <p:bldP spid="22538" grpId="0" autoUpdateAnimBg="0"/>
      <p:bldP spid="22539" grpId="0" autoUpdateAnimBg="0"/>
      <p:bldP spid="22540" grpId="0" autoUpdateAnimBg="0"/>
      <p:bldP spid="22541" grpId="0" autoUpdateAnimBg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Text Box 2">
            <a:extLst>
              <a:ext uri="{FF2B5EF4-FFF2-40B4-BE49-F238E27FC236}">
                <a16:creationId xmlns:a16="http://schemas.microsoft.com/office/drawing/2014/main" id="{883021E6-0DB0-4FF7-9817-4F140652CC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404813"/>
            <a:ext cx="3854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>
                <a:latin typeface="Times New Roman" panose="02020603050405020304" pitchFamily="18" charset="0"/>
              </a:rPr>
              <a:t>三种机器数的小结</a:t>
            </a:r>
          </a:p>
        </p:txBody>
      </p:sp>
      <p:sp>
        <p:nvSpPr>
          <p:cNvPr id="23555" name="Text Box 3">
            <a:extLst>
              <a:ext uri="{FF2B5EF4-FFF2-40B4-BE49-F238E27FC236}">
                <a16:creationId xmlns:a16="http://schemas.microsoft.com/office/drawing/2014/main" id="{43BD49DD-69C6-4C1E-A7DD-ABE50BED0E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3059113"/>
            <a:ext cx="59658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Ø"/>
            </a:pP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b="1">
                <a:latin typeface="Times New Roman" panose="02020603050405020304" pitchFamily="18" charset="0"/>
              </a:rPr>
              <a:t>对于</a:t>
            </a: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正数</a:t>
            </a:r>
            <a:r>
              <a:rPr kumimoji="1" lang="zh-CN" altLang="en-US" b="1">
                <a:latin typeface="Times New Roman" panose="02020603050405020304" pitchFamily="18" charset="0"/>
              </a:rPr>
              <a:t>，</a:t>
            </a: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原码 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= </a:t>
            </a: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补码 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= </a:t>
            </a: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反码</a:t>
            </a:r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0D6E631B-6099-4780-AF21-DEB38C52776F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3979863"/>
            <a:ext cx="8305800" cy="1963737"/>
            <a:chOff x="528" y="2507"/>
            <a:chExt cx="5232" cy="1237"/>
          </a:xfrm>
        </p:grpSpPr>
        <p:sp>
          <p:nvSpPr>
            <p:cNvPr id="26634" name="Text Box 5">
              <a:extLst>
                <a:ext uri="{FF2B5EF4-FFF2-40B4-BE49-F238E27FC236}">
                  <a16:creationId xmlns:a16="http://schemas.microsoft.com/office/drawing/2014/main" id="{1E7A81DF-C7FD-47E4-8147-68CBEF5492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507"/>
              <a:ext cx="499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 typeface="Wingdings" panose="05000000000000000000" pitchFamily="2" charset="2"/>
                <a:buChar char="Ø"/>
              </a:pP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对于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负数 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，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符号位为 </a:t>
              </a: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，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其 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数值部分</a:t>
              </a:r>
            </a:p>
          </p:txBody>
        </p:sp>
        <p:sp>
          <p:nvSpPr>
            <p:cNvPr id="26635" name="Text Box 6">
              <a:extLst>
                <a:ext uri="{FF2B5EF4-FFF2-40B4-BE49-F238E27FC236}">
                  <a16:creationId xmlns:a16="http://schemas.microsoft.com/office/drawing/2014/main" id="{970E052A-0855-4390-B6E0-90231191F6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" y="2943"/>
              <a:ext cx="498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原码除符号位外每位取反末位加 </a:t>
              </a: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     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补码</a:t>
              </a:r>
            </a:p>
          </p:txBody>
        </p:sp>
        <p:sp>
          <p:nvSpPr>
            <p:cNvPr id="26636" name="Text Box 7">
              <a:extLst>
                <a:ext uri="{FF2B5EF4-FFF2-40B4-BE49-F238E27FC236}">
                  <a16:creationId xmlns:a16="http://schemas.microsoft.com/office/drawing/2014/main" id="{52D8E74E-5E2C-4888-9536-51818C2BE9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" y="3379"/>
              <a:ext cx="431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原码除符号位外每位取反      反码</a:t>
              </a:r>
            </a:p>
          </p:txBody>
        </p:sp>
        <p:sp>
          <p:nvSpPr>
            <p:cNvPr id="26637" name="Line 8">
              <a:extLst>
                <a:ext uri="{FF2B5EF4-FFF2-40B4-BE49-F238E27FC236}">
                  <a16:creationId xmlns:a16="http://schemas.microsoft.com/office/drawing/2014/main" id="{A0B43FC4-795D-4C68-B57C-42DF44CD4D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6" y="3552"/>
              <a:ext cx="288" cy="0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6638" name="Line 9">
              <a:extLst>
                <a:ext uri="{FF2B5EF4-FFF2-40B4-BE49-F238E27FC236}">
                  <a16:creationId xmlns:a16="http://schemas.microsoft.com/office/drawing/2014/main" id="{0CAD0AAE-C258-4D9C-A38E-C0CE1A186F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6" y="3120"/>
              <a:ext cx="288" cy="0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" name="Group 10">
            <a:extLst>
              <a:ext uri="{FF2B5EF4-FFF2-40B4-BE49-F238E27FC236}">
                <a16:creationId xmlns:a16="http://schemas.microsoft.com/office/drawing/2014/main" id="{52F19A5A-37DE-4A77-8D08-D97C0B52EEC9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1447800"/>
            <a:ext cx="7643813" cy="1270000"/>
            <a:chOff x="528" y="912"/>
            <a:chExt cx="4815" cy="800"/>
          </a:xfrm>
        </p:grpSpPr>
        <p:sp>
          <p:nvSpPr>
            <p:cNvPr id="26632" name="Text Box 11">
              <a:extLst>
                <a:ext uri="{FF2B5EF4-FFF2-40B4-BE49-F238E27FC236}">
                  <a16:creationId xmlns:a16="http://schemas.microsoft.com/office/drawing/2014/main" id="{A12FDB9E-C434-4B92-B9FD-FCC69E0234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912"/>
              <a:ext cx="481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 typeface="Wingdings" panose="05000000000000000000" pitchFamily="2" charset="2"/>
                <a:buChar char="Ø"/>
              </a:pP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最高位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为</a:t>
              </a:r>
              <a:r>
                <a:rPr kumimoji="1" lang="zh-CN" altLang="en-US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符号位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，书写上用“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,”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（整数）</a:t>
              </a:r>
            </a:p>
          </p:txBody>
        </p:sp>
        <p:sp>
          <p:nvSpPr>
            <p:cNvPr id="26633" name="Text Box 12">
              <a:extLst>
                <a:ext uri="{FF2B5EF4-FFF2-40B4-BE49-F238E27FC236}">
                  <a16:creationId xmlns:a16="http://schemas.microsoft.com/office/drawing/2014/main" id="{0B865180-2001-4510-A911-B925099943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" y="1347"/>
              <a:ext cx="45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或“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.”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（小数）将数值部分和符号位隔开</a:t>
              </a:r>
            </a:p>
          </p:txBody>
        </p:sp>
      </p:grpSp>
      <p:sp>
        <p:nvSpPr>
          <p:cNvPr id="15" name="矩形 14">
            <a:extLst>
              <a:ext uri="{FF2B5EF4-FFF2-40B4-BE49-F238E27FC236}">
                <a16:creationId xmlns:a16="http://schemas.microsoft.com/office/drawing/2014/main" id="{06610E18-71F5-4E2F-8ED2-162ADCCA78B4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3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55" grpId="0" autoUpdateAnimBg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Text Box 2">
            <a:extLst>
              <a:ext uri="{FF2B5EF4-FFF2-40B4-BE49-F238E27FC236}">
                <a16:creationId xmlns:a16="http://schemas.microsoft.com/office/drawing/2014/main" id="{05E82F74-BFD7-441A-B7AA-83391CE8B9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182563"/>
            <a:ext cx="1736181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 dirty="0">
                <a:latin typeface="Times New Roman" panose="02020603050405020304" pitchFamily="18" charset="0"/>
              </a:rPr>
              <a:t>例</a:t>
            </a:r>
            <a:r>
              <a:rPr kumimoji="1" lang="en-US" altLang="zh-CN" b="1" dirty="0">
                <a:latin typeface="Times New Roman" panose="02020603050405020304" pitchFamily="18" charset="0"/>
              </a:rPr>
              <a:t>2.1-11 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7A939119-5418-4C0C-B03E-08A42C722D27}"/>
              </a:ext>
            </a:extLst>
          </p:cNvPr>
          <p:cNvGrpSpPr>
            <a:grpSpLocks/>
          </p:cNvGrpSpPr>
          <p:nvPr/>
        </p:nvGrpSpPr>
        <p:grpSpPr bwMode="auto">
          <a:xfrm>
            <a:off x="533400" y="2381250"/>
            <a:ext cx="1420813" cy="4038600"/>
            <a:chOff x="517" y="1212"/>
            <a:chExt cx="895" cy="2544"/>
          </a:xfrm>
        </p:grpSpPr>
        <p:sp>
          <p:nvSpPr>
            <p:cNvPr id="27731" name="Text Box 4">
              <a:extLst>
                <a:ext uri="{FF2B5EF4-FFF2-40B4-BE49-F238E27FC236}">
                  <a16:creationId xmlns:a16="http://schemas.microsoft.com/office/drawing/2014/main" id="{38FA5EBA-89C8-4DC9-AC80-72D097857B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" y="1212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00000000</a:t>
              </a:r>
            </a:p>
          </p:txBody>
        </p:sp>
        <p:sp>
          <p:nvSpPr>
            <p:cNvPr id="27732" name="Text Box 5">
              <a:extLst>
                <a:ext uri="{FF2B5EF4-FFF2-40B4-BE49-F238E27FC236}">
                  <a16:creationId xmlns:a16="http://schemas.microsoft.com/office/drawing/2014/main" id="{09707FD8-5B72-4ED6-9FCD-B5056A9E3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406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00000001</a:t>
              </a:r>
            </a:p>
          </p:txBody>
        </p:sp>
        <p:sp>
          <p:nvSpPr>
            <p:cNvPr id="27733" name="Text Box 6">
              <a:extLst>
                <a:ext uri="{FF2B5EF4-FFF2-40B4-BE49-F238E27FC236}">
                  <a16:creationId xmlns:a16="http://schemas.microsoft.com/office/drawing/2014/main" id="{2ADCCEDF-77B2-41B7-BEF5-686B3087E3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" y="1600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00000010</a:t>
              </a:r>
            </a:p>
          </p:txBody>
        </p:sp>
        <p:sp>
          <p:nvSpPr>
            <p:cNvPr id="27734" name="Text Box 7">
              <a:extLst>
                <a:ext uri="{FF2B5EF4-FFF2-40B4-BE49-F238E27FC236}">
                  <a16:creationId xmlns:a16="http://schemas.microsoft.com/office/drawing/2014/main" id="{279755C6-E960-4FC0-A11C-F5DEBB8CB6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3" y="1874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27735" name="Text Box 8">
              <a:extLst>
                <a:ext uri="{FF2B5EF4-FFF2-40B4-BE49-F238E27FC236}">
                  <a16:creationId xmlns:a16="http://schemas.microsoft.com/office/drawing/2014/main" id="{E42E48F4-500D-474E-B639-D6EA7C55F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" y="2124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01111111</a:t>
              </a:r>
            </a:p>
          </p:txBody>
        </p:sp>
        <p:sp>
          <p:nvSpPr>
            <p:cNvPr id="27736" name="Text Box 9">
              <a:extLst>
                <a:ext uri="{FF2B5EF4-FFF2-40B4-BE49-F238E27FC236}">
                  <a16:creationId xmlns:a16="http://schemas.microsoft.com/office/drawing/2014/main" id="{8BF0B0C7-05F0-43B2-9E06-0A48FCDA98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" y="2316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10000000</a:t>
              </a:r>
            </a:p>
          </p:txBody>
        </p:sp>
        <p:sp>
          <p:nvSpPr>
            <p:cNvPr id="27737" name="Text Box 10">
              <a:extLst>
                <a:ext uri="{FF2B5EF4-FFF2-40B4-BE49-F238E27FC236}">
                  <a16:creationId xmlns:a16="http://schemas.microsoft.com/office/drawing/2014/main" id="{03D2D724-3B76-49C9-8825-8BBCC19A9A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" y="2508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10000001</a:t>
              </a:r>
            </a:p>
          </p:txBody>
        </p:sp>
        <p:sp>
          <p:nvSpPr>
            <p:cNvPr id="27738" name="Text Box 11">
              <a:extLst>
                <a:ext uri="{FF2B5EF4-FFF2-40B4-BE49-F238E27FC236}">
                  <a16:creationId xmlns:a16="http://schemas.microsoft.com/office/drawing/2014/main" id="{39D055D0-CDD6-4930-8AAE-F2201782C7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" y="3084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11111101</a:t>
              </a:r>
            </a:p>
          </p:txBody>
        </p:sp>
        <p:sp>
          <p:nvSpPr>
            <p:cNvPr id="27739" name="Text Box 12">
              <a:extLst>
                <a:ext uri="{FF2B5EF4-FFF2-40B4-BE49-F238E27FC236}">
                  <a16:creationId xmlns:a16="http://schemas.microsoft.com/office/drawing/2014/main" id="{9FC3B93D-D30C-4667-8D96-ED4F8100AA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" y="3276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11111110</a:t>
              </a:r>
            </a:p>
          </p:txBody>
        </p:sp>
        <p:sp>
          <p:nvSpPr>
            <p:cNvPr id="27740" name="Text Box 13">
              <a:extLst>
                <a:ext uri="{FF2B5EF4-FFF2-40B4-BE49-F238E27FC236}">
                  <a16:creationId xmlns:a16="http://schemas.microsoft.com/office/drawing/2014/main" id="{36B516C0-6374-4A23-97D8-A9495CBEF9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" y="3468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11111111</a:t>
              </a:r>
            </a:p>
          </p:txBody>
        </p:sp>
        <p:sp>
          <p:nvSpPr>
            <p:cNvPr id="27741" name="Text Box 14">
              <a:extLst>
                <a:ext uri="{FF2B5EF4-FFF2-40B4-BE49-F238E27FC236}">
                  <a16:creationId xmlns:a16="http://schemas.microsoft.com/office/drawing/2014/main" id="{31B22093-7484-4D22-97C6-C95F243760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4" y="2844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3" name="Group 15">
            <a:extLst>
              <a:ext uri="{FF2B5EF4-FFF2-40B4-BE49-F238E27FC236}">
                <a16:creationId xmlns:a16="http://schemas.microsoft.com/office/drawing/2014/main" id="{86B700D9-BD2E-45FF-8568-FCEFAD645886}"/>
              </a:ext>
            </a:extLst>
          </p:cNvPr>
          <p:cNvGrpSpPr>
            <a:grpSpLocks/>
          </p:cNvGrpSpPr>
          <p:nvPr/>
        </p:nvGrpSpPr>
        <p:grpSpPr bwMode="auto">
          <a:xfrm>
            <a:off x="2574925" y="4133850"/>
            <a:ext cx="641350" cy="762000"/>
            <a:chOff x="1862" y="2316"/>
            <a:chExt cx="404" cy="480"/>
          </a:xfrm>
        </p:grpSpPr>
        <p:sp>
          <p:nvSpPr>
            <p:cNvPr id="27729" name="Text Box 16">
              <a:extLst>
                <a:ext uri="{FF2B5EF4-FFF2-40B4-BE49-F238E27FC236}">
                  <a16:creationId xmlns:a16="http://schemas.microsoft.com/office/drawing/2014/main" id="{C6971B63-D40D-4046-AB3C-82DA63FBC7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2" y="2316"/>
              <a:ext cx="40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128</a:t>
              </a:r>
            </a:p>
          </p:txBody>
        </p:sp>
        <p:sp>
          <p:nvSpPr>
            <p:cNvPr id="27730" name="Text Box 17">
              <a:extLst>
                <a:ext uri="{FF2B5EF4-FFF2-40B4-BE49-F238E27FC236}">
                  <a16:creationId xmlns:a16="http://schemas.microsoft.com/office/drawing/2014/main" id="{3062DC36-EBAA-476E-B52C-CDC5BC2461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2" y="2508"/>
              <a:ext cx="40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129</a:t>
              </a:r>
            </a:p>
          </p:txBody>
        </p:sp>
      </p:grpSp>
      <p:sp>
        <p:nvSpPr>
          <p:cNvPr id="24594" name="Text Box 18">
            <a:extLst>
              <a:ext uri="{FF2B5EF4-FFF2-40B4-BE49-F238E27FC236}">
                <a16:creationId xmlns:a16="http://schemas.microsoft.com/office/drawing/2014/main" id="{B92B196B-023B-430E-837E-EB2E9C8395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9600" y="4133850"/>
            <a:ext cx="438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-0</a:t>
            </a:r>
            <a:endParaRPr kumimoji="1" lang="en-US" altLang="zh-CN" sz="2400" b="1">
              <a:latin typeface="Times New Roman" panose="02020603050405020304" pitchFamily="18" charset="0"/>
            </a:endParaRPr>
          </a:p>
        </p:txBody>
      </p:sp>
      <p:sp>
        <p:nvSpPr>
          <p:cNvPr id="24595" name="Text Box 19">
            <a:extLst>
              <a:ext uri="{FF2B5EF4-FFF2-40B4-BE49-F238E27FC236}">
                <a16:creationId xmlns:a16="http://schemas.microsoft.com/office/drawing/2014/main" id="{0669EADF-9A97-478D-92E8-7ADD5649DF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35475" y="4438650"/>
            <a:ext cx="438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-1</a:t>
            </a:r>
          </a:p>
        </p:txBody>
      </p:sp>
      <p:sp>
        <p:nvSpPr>
          <p:cNvPr id="24596" name="Text Box 20">
            <a:extLst>
              <a:ext uri="{FF2B5EF4-FFF2-40B4-BE49-F238E27FC236}">
                <a16:creationId xmlns:a16="http://schemas.microsoft.com/office/drawing/2014/main" id="{68B67FBC-88EC-434A-BAC9-1065130482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2488" y="4133850"/>
            <a:ext cx="742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-128</a:t>
            </a:r>
            <a:endParaRPr kumimoji="1" lang="en-US" altLang="zh-CN" sz="2400" b="1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4597" name="Text Box 21">
            <a:extLst>
              <a:ext uri="{FF2B5EF4-FFF2-40B4-BE49-F238E27FC236}">
                <a16:creationId xmlns:a16="http://schemas.microsoft.com/office/drawing/2014/main" id="{7A211922-E92A-46B1-A4D1-6EED99D02E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2488" y="4438650"/>
            <a:ext cx="742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-127</a:t>
            </a:r>
          </a:p>
        </p:txBody>
      </p:sp>
      <p:sp>
        <p:nvSpPr>
          <p:cNvPr id="24598" name="Text Box 22">
            <a:extLst>
              <a:ext uri="{FF2B5EF4-FFF2-40B4-BE49-F238E27FC236}">
                <a16:creationId xmlns:a16="http://schemas.microsoft.com/office/drawing/2014/main" id="{5152E15F-31DF-47E3-901F-31F107AE9C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2838" y="4133850"/>
            <a:ext cx="742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-127</a:t>
            </a:r>
            <a:endParaRPr kumimoji="1" lang="en-US" altLang="zh-CN" sz="2400" b="1">
              <a:latin typeface="Times New Roman" panose="02020603050405020304" pitchFamily="18" charset="0"/>
            </a:endParaRPr>
          </a:p>
        </p:txBody>
      </p:sp>
      <p:sp>
        <p:nvSpPr>
          <p:cNvPr id="24599" name="Text Box 23">
            <a:extLst>
              <a:ext uri="{FF2B5EF4-FFF2-40B4-BE49-F238E27FC236}">
                <a16:creationId xmlns:a16="http://schemas.microsoft.com/office/drawing/2014/main" id="{D82ABAB8-AD7F-493B-B94C-C99C0A9D45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2838" y="4438650"/>
            <a:ext cx="742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-126</a:t>
            </a:r>
          </a:p>
        </p:txBody>
      </p:sp>
      <p:grpSp>
        <p:nvGrpSpPr>
          <p:cNvPr id="4" name="Group 24">
            <a:extLst>
              <a:ext uri="{FF2B5EF4-FFF2-40B4-BE49-F238E27FC236}">
                <a16:creationId xmlns:a16="http://schemas.microsoft.com/office/drawing/2014/main" id="{310B0AE7-CA75-4EAC-A259-FBAC5ECB7DA5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752600"/>
            <a:ext cx="8382000" cy="4667250"/>
            <a:chOff x="192" y="1104"/>
            <a:chExt cx="5280" cy="2940"/>
          </a:xfrm>
        </p:grpSpPr>
        <p:sp>
          <p:nvSpPr>
            <p:cNvPr id="27716" name="Freeform 25">
              <a:extLst>
                <a:ext uri="{FF2B5EF4-FFF2-40B4-BE49-F238E27FC236}">
                  <a16:creationId xmlns:a16="http://schemas.microsoft.com/office/drawing/2014/main" id="{737C4927-F938-4122-ADC1-B65C7930C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" y="1548"/>
              <a:ext cx="5268" cy="1"/>
            </a:xfrm>
            <a:custGeom>
              <a:avLst/>
              <a:gdLst>
                <a:gd name="T0" fmla="*/ 0 w 5268"/>
                <a:gd name="T1" fmla="*/ 0 h 1"/>
                <a:gd name="T2" fmla="*/ 5268 w 5268"/>
                <a:gd name="T3" fmla="*/ 1 h 1"/>
                <a:gd name="T4" fmla="*/ 0 60000 65536"/>
                <a:gd name="T5" fmla="*/ 0 60000 65536"/>
                <a:gd name="T6" fmla="*/ 0 w 5268"/>
                <a:gd name="T7" fmla="*/ 0 h 1"/>
                <a:gd name="T8" fmla="*/ 5268 w 526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268" h="1">
                  <a:moveTo>
                    <a:pt x="0" y="0"/>
                  </a:moveTo>
                  <a:lnTo>
                    <a:pt x="5268" y="1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7717" name="Group 26">
              <a:extLst>
                <a:ext uri="{FF2B5EF4-FFF2-40B4-BE49-F238E27FC236}">
                  <a16:creationId xmlns:a16="http://schemas.microsoft.com/office/drawing/2014/main" id="{5906794B-8733-49C0-8DEC-805BB129A8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" y="1104"/>
              <a:ext cx="5280" cy="2940"/>
              <a:chOff x="192" y="1104"/>
              <a:chExt cx="5280" cy="2940"/>
            </a:xfrm>
          </p:grpSpPr>
          <p:sp>
            <p:nvSpPr>
              <p:cNvPr id="27718" name="Freeform 27">
                <a:extLst>
                  <a:ext uri="{FF2B5EF4-FFF2-40B4-BE49-F238E27FC236}">
                    <a16:creationId xmlns:a16="http://schemas.microsoft.com/office/drawing/2014/main" id="{EBD12847-39D8-4AB7-85F1-DC7C8CD6E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116"/>
                <a:ext cx="1" cy="2928"/>
              </a:xfrm>
              <a:custGeom>
                <a:avLst/>
                <a:gdLst>
                  <a:gd name="T0" fmla="*/ 0 w 1"/>
                  <a:gd name="T1" fmla="*/ 0 h 3744"/>
                  <a:gd name="T2" fmla="*/ 0 w 1"/>
                  <a:gd name="T3" fmla="*/ 2290 h 3744"/>
                  <a:gd name="T4" fmla="*/ 0 60000 65536"/>
                  <a:gd name="T5" fmla="*/ 0 60000 65536"/>
                  <a:gd name="T6" fmla="*/ 0 w 1"/>
                  <a:gd name="T7" fmla="*/ 0 h 3744"/>
                  <a:gd name="T8" fmla="*/ 1 w 1"/>
                  <a:gd name="T9" fmla="*/ 3744 h 374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744">
                    <a:moveTo>
                      <a:pt x="0" y="0"/>
                    </a:moveTo>
                    <a:lnTo>
                      <a:pt x="0" y="3744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7719" name="Freeform 28">
                <a:extLst>
                  <a:ext uri="{FF2B5EF4-FFF2-40B4-BE49-F238E27FC236}">
                    <a16:creationId xmlns:a16="http://schemas.microsoft.com/office/drawing/2014/main" id="{B61F68EA-FE59-4EAE-910E-077DFB690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1116"/>
                <a:ext cx="1" cy="2928"/>
              </a:xfrm>
              <a:custGeom>
                <a:avLst/>
                <a:gdLst>
                  <a:gd name="T0" fmla="*/ 0 w 1"/>
                  <a:gd name="T1" fmla="*/ 0 h 3744"/>
                  <a:gd name="T2" fmla="*/ 0 w 1"/>
                  <a:gd name="T3" fmla="*/ 2290 h 3744"/>
                  <a:gd name="T4" fmla="*/ 0 60000 65536"/>
                  <a:gd name="T5" fmla="*/ 0 60000 65536"/>
                  <a:gd name="T6" fmla="*/ 0 w 1"/>
                  <a:gd name="T7" fmla="*/ 0 h 3744"/>
                  <a:gd name="T8" fmla="*/ 1 w 1"/>
                  <a:gd name="T9" fmla="*/ 3744 h 374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744">
                    <a:moveTo>
                      <a:pt x="0" y="0"/>
                    </a:moveTo>
                    <a:lnTo>
                      <a:pt x="0" y="3744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7720" name="Freeform 29">
                <a:extLst>
                  <a:ext uri="{FF2B5EF4-FFF2-40B4-BE49-F238E27FC236}">
                    <a16:creationId xmlns:a16="http://schemas.microsoft.com/office/drawing/2014/main" id="{8C2D04B7-20B0-40F8-9A08-D4E9CDBF7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116"/>
                <a:ext cx="4" cy="2928"/>
              </a:xfrm>
              <a:custGeom>
                <a:avLst/>
                <a:gdLst>
                  <a:gd name="T0" fmla="*/ 0 w 4"/>
                  <a:gd name="T1" fmla="*/ 0 h 3744"/>
                  <a:gd name="T2" fmla="*/ 4 w 4"/>
                  <a:gd name="T3" fmla="*/ 2290 h 3744"/>
                  <a:gd name="T4" fmla="*/ 0 60000 65536"/>
                  <a:gd name="T5" fmla="*/ 0 60000 65536"/>
                  <a:gd name="T6" fmla="*/ 0 w 4"/>
                  <a:gd name="T7" fmla="*/ 0 h 3744"/>
                  <a:gd name="T8" fmla="*/ 4 w 4"/>
                  <a:gd name="T9" fmla="*/ 3744 h 374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3744">
                    <a:moveTo>
                      <a:pt x="0" y="0"/>
                    </a:moveTo>
                    <a:lnTo>
                      <a:pt x="4" y="3744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7721" name="Freeform 30">
                <a:extLst>
                  <a:ext uri="{FF2B5EF4-FFF2-40B4-BE49-F238E27FC236}">
                    <a16:creationId xmlns:a16="http://schemas.microsoft.com/office/drawing/2014/main" id="{92839FF3-4154-43DA-B920-F40BC1A68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1116"/>
                <a:ext cx="1" cy="2928"/>
              </a:xfrm>
              <a:custGeom>
                <a:avLst/>
                <a:gdLst>
                  <a:gd name="T0" fmla="*/ 0 w 1"/>
                  <a:gd name="T1" fmla="*/ 0 h 3744"/>
                  <a:gd name="T2" fmla="*/ 0 w 1"/>
                  <a:gd name="T3" fmla="*/ 2290 h 3744"/>
                  <a:gd name="T4" fmla="*/ 0 60000 65536"/>
                  <a:gd name="T5" fmla="*/ 0 60000 65536"/>
                  <a:gd name="T6" fmla="*/ 0 w 1"/>
                  <a:gd name="T7" fmla="*/ 0 h 3744"/>
                  <a:gd name="T8" fmla="*/ 1 w 1"/>
                  <a:gd name="T9" fmla="*/ 3744 h 374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744">
                    <a:moveTo>
                      <a:pt x="0" y="0"/>
                    </a:moveTo>
                    <a:lnTo>
                      <a:pt x="0" y="3744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7722" name="Group 31">
                <a:extLst>
                  <a:ext uri="{FF2B5EF4-FFF2-40B4-BE49-F238E27FC236}">
                    <a16:creationId xmlns:a16="http://schemas.microsoft.com/office/drawing/2014/main" id="{F2423F1D-F933-4662-ACD0-CD043A9989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2" y="1104"/>
                <a:ext cx="5280" cy="2940"/>
                <a:chOff x="192" y="1104"/>
                <a:chExt cx="5280" cy="2940"/>
              </a:xfrm>
            </p:grpSpPr>
            <p:sp>
              <p:nvSpPr>
                <p:cNvPr id="27723" name="Text Box 32">
                  <a:extLst>
                    <a:ext uri="{FF2B5EF4-FFF2-40B4-BE49-F238E27FC236}">
                      <a16:creationId xmlns:a16="http://schemas.microsoft.com/office/drawing/2014/main" id="{7CC79754-B2F2-4AD5-B1AF-E1B5B8A8C07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40" y="1212"/>
                  <a:ext cx="921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zh-CN" altLang="en-US" sz="2000" b="1">
                      <a:latin typeface="Times New Roman" panose="02020603050405020304" pitchFamily="18" charset="0"/>
                    </a:rPr>
                    <a:t>二进制代码</a:t>
                  </a:r>
                </a:p>
              </p:txBody>
            </p:sp>
            <p:sp>
              <p:nvSpPr>
                <p:cNvPr id="27724" name="Text Box 33">
                  <a:extLst>
                    <a:ext uri="{FF2B5EF4-FFF2-40B4-BE49-F238E27FC236}">
                      <a16:creationId xmlns:a16="http://schemas.microsoft.com/office/drawing/2014/main" id="{AA1D1C30-50A7-4AA3-8C4A-BD93E9A687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44" y="1104"/>
                  <a:ext cx="921" cy="44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000" b="1">
                      <a:latin typeface="Times New Roman" panose="02020603050405020304" pitchFamily="18" charset="0"/>
                    </a:rPr>
                    <a:t>  </a:t>
                  </a:r>
                  <a:r>
                    <a:rPr kumimoji="1" lang="zh-CN" altLang="en-US" sz="2000" b="1">
                      <a:latin typeface="Times New Roman" panose="02020603050405020304" pitchFamily="18" charset="0"/>
                    </a:rPr>
                    <a:t>无符号数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zh-CN" altLang="en-US" sz="2000" b="1">
                      <a:latin typeface="Times New Roman" panose="02020603050405020304" pitchFamily="18" charset="0"/>
                    </a:rPr>
                    <a:t>对应的真值</a:t>
                  </a:r>
                </a:p>
              </p:txBody>
            </p:sp>
            <p:sp>
              <p:nvSpPr>
                <p:cNvPr id="27725" name="Text Box 34">
                  <a:extLst>
                    <a:ext uri="{FF2B5EF4-FFF2-40B4-BE49-F238E27FC236}">
                      <a16:creationId xmlns:a16="http://schemas.microsoft.com/office/drawing/2014/main" id="{2BAD2560-8C85-4E4B-82A0-0252606BDE1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448" y="1106"/>
                  <a:ext cx="760" cy="44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zh-CN" altLang="en-US" sz="2000" b="1">
                      <a:latin typeface="Times New Roman" panose="02020603050405020304" pitchFamily="18" charset="0"/>
                    </a:rPr>
                    <a:t>原码对应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zh-CN" altLang="en-US" sz="2000" b="1">
                      <a:latin typeface="Times New Roman" panose="02020603050405020304" pitchFamily="18" charset="0"/>
                    </a:rPr>
                    <a:t>  的真值</a:t>
                  </a:r>
                </a:p>
              </p:txBody>
            </p:sp>
            <p:sp>
              <p:nvSpPr>
                <p:cNvPr id="27726" name="Text Box 35">
                  <a:extLst>
                    <a:ext uri="{FF2B5EF4-FFF2-40B4-BE49-F238E27FC236}">
                      <a16:creationId xmlns:a16="http://schemas.microsoft.com/office/drawing/2014/main" id="{B1D656F9-C36C-41E8-9F33-23431E6075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86" y="1106"/>
                  <a:ext cx="760" cy="44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zh-CN" altLang="en-US" sz="2000" b="1">
                      <a:latin typeface="Times New Roman" panose="02020603050405020304" pitchFamily="18" charset="0"/>
                    </a:rPr>
                    <a:t>补码对应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zh-CN" altLang="en-US" sz="2000" b="1">
                      <a:latin typeface="Times New Roman" panose="02020603050405020304" pitchFamily="18" charset="0"/>
                    </a:rPr>
                    <a:t>  的真值</a:t>
                  </a:r>
                </a:p>
              </p:txBody>
            </p:sp>
            <p:sp>
              <p:nvSpPr>
                <p:cNvPr id="27727" name="Text Box 36">
                  <a:extLst>
                    <a:ext uri="{FF2B5EF4-FFF2-40B4-BE49-F238E27FC236}">
                      <a16:creationId xmlns:a16="http://schemas.microsoft.com/office/drawing/2014/main" id="{60946E3E-71D9-4C3B-8E9D-7D886B1246E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520" y="1106"/>
                  <a:ext cx="760" cy="44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zh-CN" altLang="en-US" sz="2000" b="1">
                      <a:latin typeface="Times New Roman" panose="02020603050405020304" pitchFamily="18" charset="0"/>
                    </a:rPr>
                    <a:t>反码对应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zh-CN" altLang="en-US" sz="2000" b="1">
                      <a:latin typeface="Times New Roman" panose="02020603050405020304" pitchFamily="18" charset="0"/>
                    </a:rPr>
                    <a:t>  的真值</a:t>
                  </a:r>
                </a:p>
              </p:txBody>
            </p:sp>
            <p:sp>
              <p:nvSpPr>
                <p:cNvPr id="27728" name="Rectangle 37">
                  <a:extLst>
                    <a:ext uri="{FF2B5EF4-FFF2-40B4-BE49-F238E27FC236}">
                      <a16:creationId xmlns:a16="http://schemas.microsoft.com/office/drawing/2014/main" id="{0FED9828-DA1D-4F5A-BD9F-0E2FF06EAB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2" y="1116"/>
                  <a:ext cx="5280" cy="2928"/>
                </a:xfrm>
                <a:prstGeom prst="rect">
                  <a:avLst/>
                </a:prstGeom>
                <a:noFill/>
                <a:ln w="2857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endParaRPr lang="zh-CN" altLang="en-US" sz="1800"/>
                </a:p>
              </p:txBody>
            </p:sp>
          </p:grpSp>
        </p:grpSp>
      </p:grpSp>
      <p:grpSp>
        <p:nvGrpSpPr>
          <p:cNvPr id="9" name="Group 38">
            <a:extLst>
              <a:ext uri="{FF2B5EF4-FFF2-40B4-BE49-F238E27FC236}">
                <a16:creationId xmlns:a16="http://schemas.microsoft.com/office/drawing/2014/main" id="{079B487D-C392-4565-B8BC-35C395293E46}"/>
              </a:ext>
            </a:extLst>
          </p:cNvPr>
          <p:cNvGrpSpPr>
            <a:grpSpLocks/>
          </p:cNvGrpSpPr>
          <p:nvPr/>
        </p:nvGrpSpPr>
        <p:grpSpPr bwMode="auto">
          <a:xfrm>
            <a:off x="2574925" y="2381250"/>
            <a:ext cx="681038" cy="1905000"/>
            <a:chOff x="1862" y="1212"/>
            <a:chExt cx="429" cy="1200"/>
          </a:xfrm>
        </p:grpSpPr>
        <p:grpSp>
          <p:nvGrpSpPr>
            <p:cNvPr id="27710" name="Group 39">
              <a:extLst>
                <a:ext uri="{FF2B5EF4-FFF2-40B4-BE49-F238E27FC236}">
                  <a16:creationId xmlns:a16="http://schemas.microsoft.com/office/drawing/2014/main" id="{457BEBD4-F07B-46D3-B4C6-49C6AA897E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62" y="1212"/>
              <a:ext cx="404" cy="1200"/>
              <a:chOff x="1862" y="1212"/>
              <a:chExt cx="404" cy="1200"/>
            </a:xfrm>
          </p:grpSpPr>
          <p:sp>
            <p:nvSpPr>
              <p:cNvPr id="27712" name="Text Box 40">
                <a:extLst>
                  <a:ext uri="{FF2B5EF4-FFF2-40B4-BE49-F238E27FC236}">
                    <a16:creationId xmlns:a16="http://schemas.microsoft.com/office/drawing/2014/main" id="{2E29B76E-D9CB-4757-B48E-8FE0AAFDF8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48" y="1212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27713" name="Text Box 41">
                <a:extLst>
                  <a:ext uri="{FF2B5EF4-FFF2-40B4-BE49-F238E27FC236}">
                    <a16:creationId xmlns:a16="http://schemas.microsoft.com/office/drawing/2014/main" id="{E4028A73-5E52-4AEB-BC15-1F6BA93F34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48" y="1406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27714" name="Text Box 42">
                <a:extLst>
                  <a:ext uri="{FF2B5EF4-FFF2-40B4-BE49-F238E27FC236}">
                    <a16:creationId xmlns:a16="http://schemas.microsoft.com/office/drawing/2014/main" id="{FAF82796-D6BC-4D57-8E5E-D1A11DFF24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48" y="1600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27715" name="Text Box 43">
                <a:extLst>
                  <a:ext uri="{FF2B5EF4-FFF2-40B4-BE49-F238E27FC236}">
                    <a16:creationId xmlns:a16="http://schemas.microsoft.com/office/drawing/2014/main" id="{3B2D9DE0-1DE0-4A72-B890-0A4BC50945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2" y="2124"/>
                <a:ext cx="40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127</a:t>
                </a:r>
              </a:p>
            </p:txBody>
          </p:sp>
        </p:grpSp>
        <p:sp>
          <p:nvSpPr>
            <p:cNvPr id="27711" name="Text Box 44">
              <a:extLst>
                <a:ext uri="{FF2B5EF4-FFF2-40B4-BE49-F238E27FC236}">
                  <a16:creationId xmlns:a16="http://schemas.microsoft.com/office/drawing/2014/main" id="{A2273EC8-B818-4EF9-ACBF-8F444731F3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6" y="1878"/>
              <a:ext cx="385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3" name="Group 45">
            <a:extLst>
              <a:ext uri="{FF2B5EF4-FFF2-40B4-BE49-F238E27FC236}">
                <a16:creationId xmlns:a16="http://schemas.microsoft.com/office/drawing/2014/main" id="{88E794D9-17CB-4FE3-B657-18E9909A0E90}"/>
              </a:ext>
            </a:extLst>
          </p:cNvPr>
          <p:cNvGrpSpPr>
            <a:grpSpLocks/>
          </p:cNvGrpSpPr>
          <p:nvPr/>
        </p:nvGrpSpPr>
        <p:grpSpPr bwMode="auto">
          <a:xfrm>
            <a:off x="2574925" y="4962525"/>
            <a:ext cx="701675" cy="1457325"/>
            <a:chOff x="1862" y="2838"/>
            <a:chExt cx="442" cy="918"/>
          </a:xfrm>
        </p:grpSpPr>
        <p:grpSp>
          <p:nvGrpSpPr>
            <p:cNvPr id="27705" name="Group 46">
              <a:extLst>
                <a:ext uri="{FF2B5EF4-FFF2-40B4-BE49-F238E27FC236}">
                  <a16:creationId xmlns:a16="http://schemas.microsoft.com/office/drawing/2014/main" id="{2D2CB008-49AC-44C0-A5FD-B20AD14527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62" y="3084"/>
              <a:ext cx="404" cy="672"/>
              <a:chOff x="1862" y="3084"/>
              <a:chExt cx="404" cy="672"/>
            </a:xfrm>
          </p:grpSpPr>
          <p:sp>
            <p:nvSpPr>
              <p:cNvPr id="27707" name="Text Box 47">
                <a:extLst>
                  <a:ext uri="{FF2B5EF4-FFF2-40B4-BE49-F238E27FC236}">
                    <a16:creationId xmlns:a16="http://schemas.microsoft.com/office/drawing/2014/main" id="{13A18B97-2252-47D5-B350-8A8301C752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2" y="3084"/>
                <a:ext cx="40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253</a:t>
                </a:r>
              </a:p>
            </p:txBody>
          </p:sp>
          <p:sp>
            <p:nvSpPr>
              <p:cNvPr id="27708" name="Text Box 48">
                <a:extLst>
                  <a:ext uri="{FF2B5EF4-FFF2-40B4-BE49-F238E27FC236}">
                    <a16:creationId xmlns:a16="http://schemas.microsoft.com/office/drawing/2014/main" id="{CC213B56-78A6-44BD-BC8C-F440705C78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2" y="3276"/>
                <a:ext cx="40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254</a:t>
                </a:r>
              </a:p>
            </p:txBody>
          </p:sp>
          <p:sp>
            <p:nvSpPr>
              <p:cNvPr id="27709" name="Text Box 49">
                <a:extLst>
                  <a:ext uri="{FF2B5EF4-FFF2-40B4-BE49-F238E27FC236}">
                    <a16:creationId xmlns:a16="http://schemas.microsoft.com/office/drawing/2014/main" id="{601D183A-5D95-4CC3-8C30-23F386652D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2" y="3468"/>
                <a:ext cx="40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255</a:t>
                </a:r>
              </a:p>
            </p:txBody>
          </p:sp>
        </p:grpSp>
        <p:sp>
          <p:nvSpPr>
            <p:cNvPr id="27706" name="Text Box 50">
              <a:extLst>
                <a:ext uri="{FF2B5EF4-FFF2-40B4-BE49-F238E27FC236}">
                  <a16:creationId xmlns:a16="http://schemas.microsoft.com/office/drawing/2014/main" id="{0E857BE4-EA38-4309-B7DB-0E9B85906F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" y="2838"/>
              <a:ext cx="385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6" name="Group 51">
            <a:extLst>
              <a:ext uri="{FF2B5EF4-FFF2-40B4-BE49-F238E27FC236}">
                <a16:creationId xmlns:a16="http://schemas.microsoft.com/office/drawing/2014/main" id="{FA703DE9-F0C0-4101-9215-CEFE2EDBB6F8}"/>
              </a:ext>
            </a:extLst>
          </p:cNvPr>
          <p:cNvGrpSpPr>
            <a:grpSpLocks/>
          </p:cNvGrpSpPr>
          <p:nvPr/>
        </p:nvGrpSpPr>
        <p:grpSpPr bwMode="auto">
          <a:xfrm>
            <a:off x="4191000" y="4962525"/>
            <a:ext cx="854075" cy="1457325"/>
            <a:chOff x="2918" y="2838"/>
            <a:chExt cx="538" cy="918"/>
          </a:xfrm>
        </p:grpSpPr>
        <p:grpSp>
          <p:nvGrpSpPr>
            <p:cNvPr id="27700" name="Group 52">
              <a:extLst>
                <a:ext uri="{FF2B5EF4-FFF2-40B4-BE49-F238E27FC236}">
                  <a16:creationId xmlns:a16="http://schemas.microsoft.com/office/drawing/2014/main" id="{8B75170C-7078-4CCF-A917-AC9EF1E4D9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18" y="3084"/>
              <a:ext cx="468" cy="672"/>
              <a:chOff x="2918" y="3084"/>
              <a:chExt cx="468" cy="672"/>
            </a:xfrm>
          </p:grpSpPr>
          <p:sp>
            <p:nvSpPr>
              <p:cNvPr id="27702" name="Text Box 53">
                <a:extLst>
                  <a:ext uri="{FF2B5EF4-FFF2-40B4-BE49-F238E27FC236}">
                    <a16:creationId xmlns:a16="http://schemas.microsoft.com/office/drawing/2014/main" id="{D3011A71-C215-42A3-9E0D-04B947BFE8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18" y="3084"/>
                <a:ext cx="46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-125</a:t>
                </a:r>
              </a:p>
            </p:txBody>
          </p:sp>
          <p:sp>
            <p:nvSpPr>
              <p:cNvPr id="27703" name="Text Box 54">
                <a:extLst>
                  <a:ext uri="{FF2B5EF4-FFF2-40B4-BE49-F238E27FC236}">
                    <a16:creationId xmlns:a16="http://schemas.microsoft.com/office/drawing/2014/main" id="{95B7442D-41A1-4C55-BF2F-42A9CF09DC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18" y="3276"/>
                <a:ext cx="46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-126</a:t>
                </a:r>
              </a:p>
            </p:txBody>
          </p:sp>
          <p:sp>
            <p:nvSpPr>
              <p:cNvPr id="27704" name="Text Box 55">
                <a:extLst>
                  <a:ext uri="{FF2B5EF4-FFF2-40B4-BE49-F238E27FC236}">
                    <a16:creationId xmlns:a16="http://schemas.microsoft.com/office/drawing/2014/main" id="{3290C560-ADB8-424E-8391-0523E62038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18" y="3468"/>
                <a:ext cx="46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-127</a:t>
                </a:r>
              </a:p>
            </p:txBody>
          </p:sp>
        </p:grpSp>
        <p:sp>
          <p:nvSpPr>
            <p:cNvPr id="27701" name="Text Box 56">
              <a:extLst>
                <a:ext uri="{FF2B5EF4-FFF2-40B4-BE49-F238E27FC236}">
                  <a16:creationId xmlns:a16="http://schemas.microsoft.com/office/drawing/2014/main" id="{D2D8A5AC-B1C6-4DF5-85AD-FF8BAD2B0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1" y="2838"/>
              <a:ext cx="385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24633" name="Text Box 57">
            <a:extLst>
              <a:ext uri="{FF2B5EF4-FFF2-40B4-BE49-F238E27FC236}">
                <a16:creationId xmlns:a16="http://schemas.microsoft.com/office/drawing/2014/main" id="{7015895C-D546-4BB8-B69D-8654EA379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5050" y="5353050"/>
            <a:ext cx="438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-3</a:t>
            </a:r>
          </a:p>
        </p:txBody>
      </p:sp>
      <p:sp>
        <p:nvSpPr>
          <p:cNvPr id="24634" name="Text Box 58">
            <a:extLst>
              <a:ext uri="{FF2B5EF4-FFF2-40B4-BE49-F238E27FC236}">
                <a16:creationId xmlns:a16="http://schemas.microsoft.com/office/drawing/2014/main" id="{5933BC6B-B939-4E3B-B883-5223C66E40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5050" y="5657850"/>
            <a:ext cx="438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-2</a:t>
            </a:r>
          </a:p>
        </p:txBody>
      </p:sp>
      <p:sp>
        <p:nvSpPr>
          <p:cNvPr id="24635" name="Text Box 59">
            <a:extLst>
              <a:ext uri="{FF2B5EF4-FFF2-40B4-BE49-F238E27FC236}">
                <a16:creationId xmlns:a16="http://schemas.microsoft.com/office/drawing/2014/main" id="{BA3581AC-D075-4633-8EF6-294C520C7B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5050" y="5962650"/>
            <a:ext cx="438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-1</a:t>
            </a:r>
          </a:p>
        </p:txBody>
      </p:sp>
      <p:sp>
        <p:nvSpPr>
          <p:cNvPr id="24636" name="Text Box 60">
            <a:extLst>
              <a:ext uri="{FF2B5EF4-FFF2-40B4-BE49-F238E27FC236}">
                <a16:creationId xmlns:a16="http://schemas.microsoft.com/office/drawing/2014/main" id="{F661986F-4E5C-49FF-BDB3-2FD9C91EC4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0613" y="4962525"/>
            <a:ext cx="611187" cy="447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…</a:t>
            </a:r>
          </a:p>
        </p:txBody>
      </p:sp>
      <p:grpSp>
        <p:nvGrpSpPr>
          <p:cNvPr id="18" name="Group 61">
            <a:extLst>
              <a:ext uri="{FF2B5EF4-FFF2-40B4-BE49-F238E27FC236}">
                <a16:creationId xmlns:a16="http://schemas.microsoft.com/office/drawing/2014/main" id="{F53D46F3-1B5D-4B25-AC9B-85F1FEE31BA1}"/>
              </a:ext>
            </a:extLst>
          </p:cNvPr>
          <p:cNvGrpSpPr>
            <a:grpSpLocks/>
          </p:cNvGrpSpPr>
          <p:nvPr/>
        </p:nvGrpSpPr>
        <p:grpSpPr bwMode="auto">
          <a:xfrm>
            <a:off x="7639050" y="4962525"/>
            <a:ext cx="666750" cy="1457325"/>
            <a:chOff x="4908" y="2838"/>
            <a:chExt cx="420" cy="918"/>
          </a:xfrm>
        </p:grpSpPr>
        <p:grpSp>
          <p:nvGrpSpPr>
            <p:cNvPr id="27695" name="Group 62">
              <a:extLst>
                <a:ext uri="{FF2B5EF4-FFF2-40B4-BE49-F238E27FC236}">
                  <a16:creationId xmlns:a16="http://schemas.microsoft.com/office/drawing/2014/main" id="{913BE9D5-486C-4583-B583-761AA02891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08" y="3084"/>
              <a:ext cx="276" cy="672"/>
              <a:chOff x="4956" y="3084"/>
              <a:chExt cx="276" cy="672"/>
            </a:xfrm>
          </p:grpSpPr>
          <p:sp>
            <p:nvSpPr>
              <p:cNvPr id="27697" name="Text Box 63">
                <a:extLst>
                  <a:ext uri="{FF2B5EF4-FFF2-40B4-BE49-F238E27FC236}">
                    <a16:creationId xmlns:a16="http://schemas.microsoft.com/office/drawing/2014/main" id="{60CFFAC9-F283-41C9-AB89-AB6AD2B520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6" y="3084"/>
                <a:ext cx="276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-2</a:t>
                </a:r>
              </a:p>
            </p:txBody>
          </p:sp>
          <p:sp>
            <p:nvSpPr>
              <p:cNvPr id="27698" name="Text Box 64">
                <a:extLst>
                  <a:ext uri="{FF2B5EF4-FFF2-40B4-BE49-F238E27FC236}">
                    <a16:creationId xmlns:a16="http://schemas.microsoft.com/office/drawing/2014/main" id="{246AA1E6-40C6-4F29-9E29-BB9C3BE2F9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6" y="3276"/>
                <a:ext cx="276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-1</a:t>
                </a:r>
              </a:p>
            </p:txBody>
          </p:sp>
          <p:sp>
            <p:nvSpPr>
              <p:cNvPr id="27699" name="Text Box 65">
                <a:extLst>
                  <a:ext uri="{FF2B5EF4-FFF2-40B4-BE49-F238E27FC236}">
                    <a16:creationId xmlns:a16="http://schemas.microsoft.com/office/drawing/2014/main" id="{277D393B-BF74-457A-8723-F228C71FDB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6" y="3468"/>
                <a:ext cx="276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-0</a:t>
                </a:r>
              </a:p>
            </p:txBody>
          </p:sp>
        </p:grpSp>
        <p:sp>
          <p:nvSpPr>
            <p:cNvPr id="27696" name="Text Box 66">
              <a:extLst>
                <a:ext uri="{FF2B5EF4-FFF2-40B4-BE49-F238E27FC236}">
                  <a16:creationId xmlns:a16="http://schemas.microsoft.com/office/drawing/2014/main" id="{DCA9A7A7-6147-453C-9CE7-3FB51E288D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3" y="2838"/>
              <a:ext cx="385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20" name="Group 67">
            <a:extLst>
              <a:ext uri="{FF2B5EF4-FFF2-40B4-BE49-F238E27FC236}">
                <a16:creationId xmlns:a16="http://schemas.microsoft.com/office/drawing/2014/main" id="{50772071-FF94-4C1F-B501-F4F52EE01F3E}"/>
              </a:ext>
            </a:extLst>
          </p:cNvPr>
          <p:cNvGrpSpPr>
            <a:grpSpLocks/>
          </p:cNvGrpSpPr>
          <p:nvPr/>
        </p:nvGrpSpPr>
        <p:grpSpPr bwMode="auto">
          <a:xfrm>
            <a:off x="5861050" y="2381250"/>
            <a:ext cx="920750" cy="1905000"/>
            <a:chOff x="3692" y="1500"/>
            <a:chExt cx="580" cy="1200"/>
          </a:xfrm>
        </p:grpSpPr>
        <p:grpSp>
          <p:nvGrpSpPr>
            <p:cNvPr id="27689" name="Group 68">
              <a:extLst>
                <a:ext uri="{FF2B5EF4-FFF2-40B4-BE49-F238E27FC236}">
                  <a16:creationId xmlns:a16="http://schemas.microsoft.com/office/drawing/2014/main" id="{47EAB73F-F296-4B9B-86BC-137BE99E3D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92" y="1500"/>
              <a:ext cx="513" cy="1200"/>
              <a:chOff x="3692" y="1500"/>
              <a:chExt cx="513" cy="1200"/>
            </a:xfrm>
          </p:grpSpPr>
          <p:sp>
            <p:nvSpPr>
              <p:cNvPr id="27691" name="Text Box 69">
                <a:extLst>
                  <a:ext uri="{FF2B5EF4-FFF2-40B4-BE49-F238E27FC236}">
                    <a16:creationId xmlns:a16="http://schemas.microsoft.com/office/drawing/2014/main" id="{14EE2220-74C7-40C0-9C56-D6FE407722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2" y="1500"/>
                <a:ext cx="32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+0</a:t>
                </a:r>
              </a:p>
            </p:txBody>
          </p:sp>
          <p:sp>
            <p:nvSpPr>
              <p:cNvPr id="27692" name="Text Box 70">
                <a:extLst>
                  <a:ext uri="{FF2B5EF4-FFF2-40B4-BE49-F238E27FC236}">
                    <a16:creationId xmlns:a16="http://schemas.microsoft.com/office/drawing/2014/main" id="{28E99FC3-8103-47BD-882F-F4B4821F6F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2" y="1694"/>
                <a:ext cx="32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+1</a:t>
                </a:r>
              </a:p>
            </p:txBody>
          </p:sp>
          <p:sp>
            <p:nvSpPr>
              <p:cNvPr id="27693" name="Text Box 71">
                <a:extLst>
                  <a:ext uri="{FF2B5EF4-FFF2-40B4-BE49-F238E27FC236}">
                    <a16:creationId xmlns:a16="http://schemas.microsoft.com/office/drawing/2014/main" id="{070589C0-FCC8-4D29-94D9-EE74893C2C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2" y="1888"/>
                <a:ext cx="32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+2</a:t>
                </a:r>
              </a:p>
            </p:txBody>
          </p:sp>
          <p:sp>
            <p:nvSpPr>
              <p:cNvPr id="27694" name="Text Box 72">
                <a:extLst>
                  <a:ext uri="{FF2B5EF4-FFF2-40B4-BE49-F238E27FC236}">
                    <a16:creationId xmlns:a16="http://schemas.microsoft.com/office/drawing/2014/main" id="{DC41F19C-EBBA-4EC7-87D4-FAF98AB0EA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92" y="2412"/>
                <a:ext cx="5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+127</a:t>
                </a:r>
              </a:p>
            </p:txBody>
          </p:sp>
        </p:grpSp>
        <p:sp>
          <p:nvSpPr>
            <p:cNvPr id="27690" name="Text Box 73">
              <a:extLst>
                <a:ext uri="{FF2B5EF4-FFF2-40B4-BE49-F238E27FC236}">
                  <a16:creationId xmlns:a16="http://schemas.microsoft.com/office/drawing/2014/main" id="{30F5BC61-3380-4BF8-A6FE-0D97E551CB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7" y="2166"/>
              <a:ext cx="385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22" name="Group 74">
            <a:extLst>
              <a:ext uri="{FF2B5EF4-FFF2-40B4-BE49-F238E27FC236}">
                <a16:creationId xmlns:a16="http://schemas.microsoft.com/office/drawing/2014/main" id="{F60F9228-B255-4D73-88E8-222386D6B639}"/>
              </a:ext>
            </a:extLst>
          </p:cNvPr>
          <p:cNvGrpSpPr>
            <a:grpSpLocks/>
          </p:cNvGrpSpPr>
          <p:nvPr/>
        </p:nvGrpSpPr>
        <p:grpSpPr bwMode="auto">
          <a:xfrm>
            <a:off x="7415213" y="2381250"/>
            <a:ext cx="892175" cy="1905000"/>
            <a:chOff x="4767" y="1212"/>
            <a:chExt cx="562" cy="1200"/>
          </a:xfrm>
        </p:grpSpPr>
        <p:grpSp>
          <p:nvGrpSpPr>
            <p:cNvPr id="27683" name="Group 75">
              <a:extLst>
                <a:ext uri="{FF2B5EF4-FFF2-40B4-BE49-F238E27FC236}">
                  <a16:creationId xmlns:a16="http://schemas.microsoft.com/office/drawing/2014/main" id="{2C4C1497-E009-4CDB-AB91-B885E0FD20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7" y="1212"/>
              <a:ext cx="513" cy="1200"/>
              <a:chOff x="4767" y="1212"/>
              <a:chExt cx="513" cy="1200"/>
            </a:xfrm>
          </p:grpSpPr>
          <p:sp>
            <p:nvSpPr>
              <p:cNvPr id="27685" name="Text Box 76">
                <a:extLst>
                  <a:ext uri="{FF2B5EF4-FFF2-40B4-BE49-F238E27FC236}">
                    <a16:creationId xmlns:a16="http://schemas.microsoft.com/office/drawing/2014/main" id="{2DBCDFF6-38AA-4825-B97E-5675D6757C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3" y="1212"/>
                <a:ext cx="32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+0</a:t>
                </a:r>
              </a:p>
            </p:txBody>
          </p:sp>
          <p:sp>
            <p:nvSpPr>
              <p:cNvPr id="27686" name="Text Box 77">
                <a:extLst>
                  <a:ext uri="{FF2B5EF4-FFF2-40B4-BE49-F238E27FC236}">
                    <a16:creationId xmlns:a16="http://schemas.microsoft.com/office/drawing/2014/main" id="{1DE8F2F3-0066-4A54-BEDB-18AE02D9B0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3" y="1406"/>
                <a:ext cx="32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+1</a:t>
                </a:r>
              </a:p>
            </p:txBody>
          </p:sp>
          <p:sp>
            <p:nvSpPr>
              <p:cNvPr id="27687" name="Text Box 78">
                <a:extLst>
                  <a:ext uri="{FF2B5EF4-FFF2-40B4-BE49-F238E27FC236}">
                    <a16:creationId xmlns:a16="http://schemas.microsoft.com/office/drawing/2014/main" id="{7B81FD35-91D3-4512-9CB5-9A1B55D2AB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3" y="1600"/>
                <a:ext cx="32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+2</a:t>
                </a:r>
              </a:p>
            </p:txBody>
          </p:sp>
          <p:sp>
            <p:nvSpPr>
              <p:cNvPr id="27688" name="Text Box 79">
                <a:extLst>
                  <a:ext uri="{FF2B5EF4-FFF2-40B4-BE49-F238E27FC236}">
                    <a16:creationId xmlns:a16="http://schemas.microsoft.com/office/drawing/2014/main" id="{982C80C8-86F2-4093-80E5-D0C66C74E3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67" y="2124"/>
                <a:ext cx="5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+127</a:t>
                </a:r>
              </a:p>
            </p:txBody>
          </p:sp>
        </p:grpSp>
        <p:sp>
          <p:nvSpPr>
            <p:cNvPr id="27684" name="Text Box 80">
              <a:extLst>
                <a:ext uri="{FF2B5EF4-FFF2-40B4-BE49-F238E27FC236}">
                  <a16:creationId xmlns:a16="http://schemas.microsoft.com/office/drawing/2014/main" id="{87FCB233-128D-4522-92EE-38C3274C95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4" y="1878"/>
              <a:ext cx="385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24" name="Group 81">
            <a:extLst>
              <a:ext uri="{FF2B5EF4-FFF2-40B4-BE49-F238E27FC236}">
                <a16:creationId xmlns:a16="http://schemas.microsoft.com/office/drawing/2014/main" id="{E202925A-C2AB-4775-8CBD-2AC3184A3857}"/>
              </a:ext>
            </a:extLst>
          </p:cNvPr>
          <p:cNvGrpSpPr>
            <a:grpSpLocks/>
          </p:cNvGrpSpPr>
          <p:nvPr/>
        </p:nvGrpSpPr>
        <p:grpSpPr bwMode="auto">
          <a:xfrm>
            <a:off x="4191000" y="2381250"/>
            <a:ext cx="854075" cy="1905000"/>
            <a:chOff x="2918" y="1212"/>
            <a:chExt cx="538" cy="1200"/>
          </a:xfrm>
        </p:grpSpPr>
        <p:grpSp>
          <p:nvGrpSpPr>
            <p:cNvPr id="27677" name="Group 82">
              <a:extLst>
                <a:ext uri="{FF2B5EF4-FFF2-40B4-BE49-F238E27FC236}">
                  <a16:creationId xmlns:a16="http://schemas.microsoft.com/office/drawing/2014/main" id="{895B574C-A20D-411B-8153-223F0F10DD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18" y="1212"/>
              <a:ext cx="513" cy="1200"/>
              <a:chOff x="2918" y="1212"/>
              <a:chExt cx="513" cy="1200"/>
            </a:xfrm>
          </p:grpSpPr>
          <p:sp>
            <p:nvSpPr>
              <p:cNvPr id="27679" name="Text Box 83">
                <a:extLst>
                  <a:ext uri="{FF2B5EF4-FFF2-40B4-BE49-F238E27FC236}">
                    <a16:creationId xmlns:a16="http://schemas.microsoft.com/office/drawing/2014/main" id="{5370DFC3-7177-4AAB-887E-688A0F9E17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04" y="1212"/>
                <a:ext cx="32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+0</a:t>
                </a:r>
              </a:p>
            </p:txBody>
          </p:sp>
          <p:sp>
            <p:nvSpPr>
              <p:cNvPr id="27680" name="Text Box 84">
                <a:extLst>
                  <a:ext uri="{FF2B5EF4-FFF2-40B4-BE49-F238E27FC236}">
                    <a16:creationId xmlns:a16="http://schemas.microsoft.com/office/drawing/2014/main" id="{8128CE99-1433-473A-A3F8-98CA4E1722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04" y="1406"/>
                <a:ext cx="32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+1</a:t>
                </a:r>
              </a:p>
            </p:txBody>
          </p:sp>
          <p:sp>
            <p:nvSpPr>
              <p:cNvPr id="27681" name="Text Box 85">
                <a:extLst>
                  <a:ext uri="{FF2B5EF4-FFF2-40B4-BE49-F238E27FC236}">
                    <a16:creationId xmlns:a16="http://schemas.microsoft.com/office/drawing/2014/main" id="{07D0AB89-2287-4CCD-AFE6-B5E4D9121C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04" y="1600"/>
                <a:ext cx="32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+2</a:t>
                </a:r>
              </a:p>
            </p:txBody>
          </p:sp>
          <p:sp>
            <p:nvSpPr>
              <p:cNvPr id="27682" name="Text Box 86">
                <a:extLst>
                  <a:ext uri="{FF2B5EF4-FFF2-40B4-BE49-F238E27FC236}">
                    <a16:creationId xmlns:a16="http://schemas.microsoft.com/office/drawing/2014/main" id="{9FAAF32D-D68D-4253-8794-D053A4A50A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18" y="2124"/>
                <a:ext cx="5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+127</a:t>
                </a:r>
              </a:p>
            </p:txBody>
          </p:sp>
        </p:grpSp>
        <p:sp>
          <p:nvSpPr>
            <p:cNvPr id="27678" name="Text Box 87">
              <a:extLst>
                <a:ext uri="{FF2B5EF4-FFF2-40B4-BE49-F238E27FC236}">
                  <a16:creationId xmlns:a16="http://schemas.microsoft.com/office/drawing/2014/main" id="{574266CC-9B20-4563-B163-C93B0A3702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1" y="1878"/>
              <a:ext cx="385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26" name="Group 89">
            <a:extLst>
              <a:ext uri="{FF2B5EF4-FFF2-40B4-BE49-F238E27FC236}">
                <a16:creationId xmlns:a16="http://schemas.microsoft.com/office/drawing/2014/main" id="{453508C1-634C-4F60-BC55-B35A0FE8D4ED}"/>
              </a:ext>
            </a:extLst>
          </p:cNvPr>
          <p:cNvGrpSpPr>
            <a:grpSpLocks/>
          </p:cNvGrpSpPr>
          <p:nvPr/>
        </p:nvGrpSpPr>
        <p:grpSpPr bwMode="auto">
          <a:xfrm>
            <a:off x="5988050" y="2381250"/>
            <a:ext cx="509588" cy="457200"/>
            <a:chOff x="3772" y="1500"/>
            <a:chExt cx="321" cy="288"/>
          </a:xfrm>
        </p:grpSpPr>
        <p:sp>
          <p:nvSpPr>
            <p:cNvPr id="27675" name="Text Box 90">
              <a:extLst>
                <a:ext uri="{FF2B5EF4-FFF2-40B4-BE49-F238E27FC236}">
                  <a16:creationId xmlns:a16="http://schemas.microsoft.com/office/drawing/2014/main" id="{1941E0B9-1747-48EA-85DB-E480AEE298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2" y="1500"/>
              <a:ext cx="32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+0</a:t>
              </a:r>
            </a:p>
          </p:txBody>
        </p:sp>
        <p:sp>
          <p:nvSpPr>
            <p:cNvPr id="27676" name="Line 91">
              <a:extLst>
                <a:ext uri="{FF2B5EF4-FFF2-40B4-BE49-F238E27FC236}">
                  <a16:creationId xmlns:a16="http://schemas.microsoft.com/office/drawing/2014/main" id="{162FE854-AD44-4277-A614-DBEA205811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1728"/>
              <a:ext cx="96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4668" name="Text Box 92">
            <a:extLst>
              <a:ext uri="{FF2B5EF4-FFF2-40B4-BE49-F238E27FC236}">
                <a16:creationId xmlns:a16="http://schemas.microsoft.com/office/drawing/2014/main" id="{FA796BC5-B95B-4F3D-B4A1-2FE57013AF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1836" y="268755"/>
            <a:ext cx="8292655" cy="1384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dirty="0">
                <a:latin typeface="Times New Roman" panose="02020603050405020304" pitchFamily="18" charset="0"/>
              </a:rPr>
              <a:t>         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设机器数字长为 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8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位（其中１位为符号位）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 dirty="0">
                <a:latin typeface="Times New Roman" panose="02020603050405020304" pitchFamily="18" charset="0"/>
              </a:rPr>
              <a:t>对于整数，当其分别代表无符号数、原码、补码和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 dirty="0">
                <a:latin typeface="Times New Roman" panose="02020603050405020304" pitchFamily="18" charset="0"/>
              </a:rPr>
              <a:t>反码时，对应的真值范围各为多少？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4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4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4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24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24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24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8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77" dur="500"/>
                                        <p:tgtEl>
                                          <p:spTgt spid="24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24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24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2" dur="500"/>
                                        <p:tgtEl>
                                          <p:spTgt spid="24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7" dur="500"/>
                                        <p:tgtEl>
                                          <p:spTgt spid="24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94" grpId="0" autoUpdateAnimBg="0"/>
      <p:bldP spid="24595" grpId="0" autoUpdateAnimBg="0"/>
      <p:bldP spid="24596" grpId="0" autoUpdateAnimBg="0"/>
      <p:bldP spid="24597" grpId="0" autoUpdateAnimBg="0"/>
      <p:bldP spid="24598" grpId="0" autoUpdateAnimBg="0"/>
      <p:bldP spid="24599" grpId="0" autoUpdateAnimBg="0"/>
      <p:bldP spid="24633" grpId="0" autoUpdateAnimBg="0"/>
      <p:bldP spid="24634" grpId="0" autoUpdateAnimBg="0"/>
      <p:bldP spid="24635" grpId="0" autoUpdateAnimBg="0"/>
      <p:bldP spid="24636" grpId="0" autoUpdateAnimBg="0"/>
      <p:bldP spid="24668" grpId="0" autoUpdateAnimBg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C6ECD950-D50E-4F83-A6CB-A30D4E75278F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4000500"/>
            <a:ext cx="4038600" cy="2811463"/>
            <a:chOff x="1344" y="2520"/>
            <a:chExt cx="2544" cy="1771"/>
          </a:xfrm>
        </p:grpSpPr>
        <p:sp>
          <p:nvSpPr>
            <p:cNvPr id="28753" name="AutoShape 3">
              <a:extLst>
                <a:ext uri="{FF2B5EF4-FFF2-40B4-BE49-F238E27FC236}">
                  <a16:creationId xmlns:a16="http://schemas.microsoft.com/office/drawing/2014/main" id="{0514D3B1-4192-439F-A827-3A1D1515F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2520"/>
              <a:ext cx="1920" cy="299"/>
            </a:xfrm>
            <a:prstGeom prst="roundRect">
              <a:avLst>
                <a:gd name="adj" fmla="val 16667"/>
              </a:avLst>
            </a:prstGeom>
            <a:noFill/>
            <a:ln w="381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8754" name="AutoShape 4">
              <a:extLst>
                <a:ext uri="{FF2B5EF4-FFF2-40B4-BE49-F238E27FC236}">
                  <a16:creationId xmlns:a16="http://schemas.microsoft.com/office/drawing/2014/main" id="{876AE697-345D-4C25-A787-435A3E208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3955"/>
              <a:ext cx="2544" cy="336"/>
            </a:xfrm>
            <a:prstGeom prst="roundRect">
              <a:avLst>
                <a:gd name="adj" fmla="val 16667"/>
              </a:avLst>
            </a:prstGeom>
            <a:noFill/>
            <a:ln w="381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sp>
        <p:nvSpPr>
          <p:cNvPr id="28675" name="Text Box 5">
            <a:extLst>
              <a:ext uri="{FF2B5EF4-FFF2-40B4-BE49-F238E27FC236}">
                <a16:creationId xmlns:a16="http://schemas.microsoft.com/office/drawing/2014/main" id="{B2651F04-DBF2-468F-A800-6E75996BFB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228600"/>
            <a:ext cx="195598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 dirty="0">
                <a:latin typeface="Times New Roman" panose="02020603050405020304" pitchFamily="18" charset="0"/>
              </a:rPr>
              <a:t>例</a:t>
            </a:r>
            <a:r>
              <a:rPr kumimoji="1" lang="en-US" altLang="zh-CN" sz="3600" b="1" dirty="0">
                <a:latin typeface="Times New Roman" panose="02020603050405020304" pitchFamily="18" charset="0"/>
              </a:rPr>
              <a:t>2.1-12 </a:t>
            </a:r>
            <a:endParaRPr kumimoji="1" lang="en-US" altLang="zh-CN" sz="3600" b="1" baseline="-25000" dirty="0">
              <a:latin typeface="Times New Roman" panose="02020603050405020304" pitchFamily="18" charset="0"/>
            </a:endParaRPr>
          </a:p>
        </p:txBody>
      </p:sp>
      <p:sp>
        <p:nvSpPr>
          <p:cNvPr id="25606" name="Text Box 6">
            <a:extLst>
              <a:ext uri="{FF2B5EF4-FFF2-40B4-BE49-F238E27FC236}">
                <a16:creationId xmlns:a16="http://schemas.microsoft.com/office/drawing/2014/main" id="{7E3757C6-3C78-4CD6-BCB7-FA7CD980ED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838200"/>
            <a:ext cx="10001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解：</a:t>
            </a:r>
          </a:p>
        </p:txBody>
      </p:sp>
      <p:grpSp>
        <p:nvGrpSpPr>
          <p:cNvPr id="3" name="Group 7">
            <a:extLst>
              <a:ext uri="{FF2B5EF4-FFF2-40B4-BE49-F238E27FC236}">
                <a16:creationId xmlns:a16="http://schemas.microsoft.com/office/drawing/2014/main" id="{43174F48-D08F-44D2-A5BB-D16BCB7C46A5}"/>
              </a:ext>
            </a:extLst>
          </p:cNvPr>
          <p:cNvGrpSpPr>
            <a:grpSpLocks/>
          </p:cNvGrpSpPr>
          <p:nvPr/>
        </p:nvGrpSpPr>
        <p:grpSpPr bwMode="auto">
          <a:xfrm>
            <a:off x="2214563" y="258763"/>
            <a:ext cx="4948237" cy="579437"/>
            <a:chOff x="1395" y="163"/>
            <a:chExt cx="3117" cy="365"/>
          </a:xfrm>
        </p:grpSpPr>
        <p:sp>
          <p:nvSpPr>
            <p:cNvPr id="28751" name="Text Box 8">
              <a:extLst>
                <a:ext uri="{FF2B5EF4-FFF2-40B4-BE49-F238E27FC236}">
                  <a16:creationId xmlns:a16="http://schemas.microsoft.com/office/drawing/2014/main" id="{C6DFA2D6-D87D-497A-A0AF-FA4EB49C54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5" y="163"/>
              <a:ext cx="311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已知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8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       求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[ 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800" b="1" baseline="-25000">
                  <a:latin typeface="Times New Roman" panose="02020603050405020304" pitchFamily="18" charset="0"/>
                </a:rPr>
                <a:t>补</a:t>
              </a:r>
              <a:endParaRPr kumimoji="1" lang="zh-CN" altLang="en-US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28752" name="Line 9">
              <a:extLst>
                <a:ext uri="{FF2B5EF4-FFF2-40B4-BE49-F238E27FC236}">
                  <a16:creationId xmlns:a16="http://schemas.microsoft.com/office/drawing/2014/main" id="{AD833A48-77A7-42A9-A207-A9EFA01554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" y="391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" name="Group 10">
            <a:extLst>
              <a:ext uri="{FF2B5EF4-FFF2-40B4-BE49-F238E27FC236}">
                <a16:creationId xmlns:a16="http://schemas.microsoft.com/office/drawing/2014/main" id="{EC27DD9B-C071-4911-B290-D8B4E4E82DC7}"/>
              </a:ext>
            </a:extLst>
          </p:cNvPr>
          <p:cNvGrpSpPr>
            <a:grpSpLocks/>
          </p:cNvGrpSpPr>
          <p:nvPr/>
        </p:nvGrpSpPr>
        <p:grpSpPr bwMode="auto">
          <a:xfrm>
            <a:off x="650875" y="1476375"/>
            <a:ext cx="5216525" cy="519113"/>
            <a:chOff x="410" y="930"/>
            <a:chExt cx="3286" cy="327"/>
          </a:xfrm>
        </p:grpSpPr>
        <p:sp>
          <p:nvSpPr>
            <p:cNvPr id="28749" name="Text Box 11">
              <a:extLst>
                <a:ext uri="{FF2B5EF4-FFF2-40B4-BE49-F238E27FC236}">
                  <a16:creationId xmlns:a16="http://schemas.microsoft.com/office/drawing/2014/main" id="{9C72243E-2059-40CE-8F2A-79FFCA4D14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0" y="930"/>
              <a:ext cx="328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     &lt;Ⅰ&gt;      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0.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 baseline="-25000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28750" name="Text Box 12">
              <a:extLst>
                <a:ext uri="{FF2B5EF4-FFF2-40B4-BE49-F238E27FC236}">
                  <a16:creationId xmlns:a16="http://schemas.microsoft.com/office/drawing/2014/main" id="{7DB21D72-7EAB-44E7-9708-EBB692D13C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0" y="930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5" name="Group 13">
            <a:extLst>
              <a:ext uri="{FF2B5EF4-FFF2-40B4-BE49-F238E27FC236}">
                <a16:creationId xmlns:a16="http://schemas.microsoft.com/office/drawing/2014/main" id="{16BD51A9-5ECA-4953-8365-DAA66AFF6F39}"/>
              </a:ext>
            </a:extLst>
          </p:cNvPr>
          <p:cNvGrpSpPr>
            <a:grpSpLocks/>
          </p:cNvGrpSpPr>
          <p:nvPr/>
        </p:nvGrpSpPr>
        <p:grpSpPr bwMode="auto">
          <a:xfrm>
            <a:off x="2838450" y="2011363"/>
            <a:ext cx="2449513" cy="519112"/>
            <a:chOff x="1788" y="1267"/>
            <a:chExt cx="1543" cy="327"/>
          </a:xfrm>
        </p:grpSpPr>
        <p:sp>
          <p:nvSpPr>
            <p:cNvPr id="28747" name="Text Box 14">
              <a:extLst>
                <a:ext uri="{FF2B5EF4-FFF2-40B4-BE49-F238E27FC236}">
                  <a16:creationId xmlns:a16="http://schemas.microsoft.com/office/drawing/2014/main" id="{A2B99822-5B54-4D19-81A3-36AA6DD918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8" y="1267"/>
              <a:ext cx="154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latin typeface="Times New Roman" panose="02020603050405020304" pitchFamily="18" charset="0"/>
                </a:rPr>
                <a:t>y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0.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 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28748" name="Text Box 15">
              <a:extLst>
                <a:ext uri="{FF2B5EF4-FFF2-40B4-BE49-F238E27FC236}">
                  <a16:creationId xmlns:a16="http://schemas.microsoft.com/office/drawing/2014/main" id="{B439EE28-BC76-4CE6-8F68-AA4E54EB18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4" y="1267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6" name="Group 16">
            <a:extLst>
              <a:ext uri="{FF2B5EF4-FFF2-40B4-BE49-F238E27FC236}">
                <a16:creationId xmlns:a16="http://schemas.microsoft.com/office/drawing/2014/main" id="{1B4C1910-FAEF-41DB-B748-436E0E922D01}"/>
              </a:ext>
            </a:extLst>
          </p:cNvPr>
          <p:cNvGrpSpPr>
            <a:grpSpLocks/>
          </p:cNvGrpSpPr>
          <p:nvPr/>
        </p:nvGrpSpPr>
        <p:grpSpPr bwMode="auto">
          <a:xfrm>
            <a:off x="2733675" y="2547938"/>
            <a:ext cx="2743200" cy="519112"/>
            <a:chOff x="1722" y="1605"/>
            <a:chExt cx="1728" cy="327"/>
          </a:xfrm>
        </p:grpSpPr>
        <p:sp>
          <p:nvSpPr>
            <p:cNvPr id="28743" name="Text Box 17">
              <a:extLst>
                <a:ext uri="{FF2B5EF4-FFF2-40B4-BE49-F238E27FC236}">
                  <a16:creationId xmlns:a16="http://schemas.microsoft.com/office/drawing/2014/main" id="{FCBD472D-008C-4F2E-BBC4-EAA30C9E59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9" y="1605"/>
              <a:ext cx="166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=    0.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 baseline="-25000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28744" name="Text Box 18">
              <a:extLst>
                <a:ext uri="{FF2B5EF4-FFF2-40B4-BE49-F238E27FC236}">
                  <a16:creationId xmlns:a16="http://schemas.microsoft.com/office/drawing/2014/main" id="{9343F1F6-DA66-4872-8FD3-4A234FB0A6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8" y="1605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28745" name="Line 19">
              <a:extLst>
                <a:ext uri="{FF2B5EF4-FFF2-40B4-BE49-F238E27FC236}">
                  <a16:creationId xmlns:a16="http://schemas.microsoft.com/office/drawing/2014/main" id="{A31E08D5-9210-42E1-8CE4-F50278B808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3" y="1797"/>
              <a:ext cx="12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746" name="Line 20">
              <a:extLst>
                <a:ext uri="{FF2B5EF4-FFF2-40B4-BE49-F238E27FC236}">
                  <a16:creationId xmlns:a16="http://schemas.microsoft.com/office/drawing/2014/main" id="{62EFA898-F3CA-4F4D-9C89-2A51FCEED6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2" y="1797"/>
              <a:ext cx="12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7" name="Group 21">
            <a:extLst>
              <a:ext uri="{FF2B5EF4-FFF2-40B4-BE49-F238E27FC236}">
                <a16:creationId xmlns:a16="http://schemas.microsoft.com/office/drawing/2014/main" id="{C2A11DB0-79AC-45B2-B58C-6C204A2A9518}"/>
              </a:ext>
            </a:extLst>
          </p:cNvPr>
          <p:cNvGrpSpPr>
            <a:grpSpLocks/>
          </p:cNvGrpSpPr>
          <p:nvPr/>
        </p:nvGrpSpPr>
        <p:grpSpPr bwMode="auto">
          <a:xfrm>
            <a:off x="2119313" y="3082925"/>
            <a:ext cx="3914775" cy="542925"/>
            <a:chOff x="1335" y="1942"/>
            <a:chExt cx="2466" cy="342"/>
          </a:xfrm>
        </p:grpSpPr>
        <p:sp>
          <p:nvSpPr>
            <p:cNvPr id="28737" name="Text Box 22">
              <a:extLst>
                <a:ext uri="{FF2B5EF4-FFF2-40B4-BE49-F238E27FC236}">
                  <a16:creationId xmlns:a16="http://schemas.microsoft.com/office/drawing/2014/main" id="{49FC472A-5EC2-4996-8B93-2E110825B2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5" y="1957"/>
              <a:ext cx="246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[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1.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 baseline="-25000">
                  <a:latin typeface="Times New Roman" panose="02020603050405020304" pitchFamily="18" charset="0"/>
                </a:rPr>
                <a:t>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+ 2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28738" name="Line 23">
              <a:extLst>
                <a:ext uri="{FF2B5EF4-FFF2-40B4-BE49-F238E27FC236}">
                  <a16:creationId xmlns:a16="http://schemas.microsoft.com/office/drawing/2014/main" id="{EF7D6B0C-B289-44B3-B4FA-83240D4839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9" y="2149"/>
              <a:ext cx="12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739" name="Text Box 24">
              <a:extLst>
                <a:ext uri="{FF2B5EF4-FFF2-40B4-BE49-F238E27FC236}">
                  <a16:creationId xmlns:a16="http://schemas.microsoft.com/office/drawing/2014/main" id="{D5D3C76D-C70D-40D8-B2AA-5873167D5E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4" y="1942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28740" name="Line 25">
              <a:extLst>
                <a:ext uri="{FF2B5EF4-FFF2-40B4-BE49-F238E27FC236}">
                  <a16:creationId xmlns:a16="http://schemas.microsoft.com/office/drawing/2014/main" id="{047841B1-EA42-465B-AD98-DED2ECBFC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4" y="2044"/>
              <a:ext cx="19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741" name="Line 26">
              <a:extLst>
                <a:ext uri="{FF2B5EF4-FFF2-40B4-BE49-F238E27FC236}">
                  <a16:creationId xmlns:a16="http://schemas.microsoft.com/office/drawing/2014/main" id="{65182611-D874-4EF2-BF53-0A10A0B44E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2044"/>
              <a:ext cx="19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742" name="Line 27">
              <a:extLst>
                <a:ext uri="{FF2B5EF4-FFF2-40B4-BE49-F238E27FC236}">
                  <a16:creationId xmlns:a16="http://schemas.microsoft.com/office/drawing/2014/main" id="{99C7CC86-6B6A-4982-8402-8D43DFF9BE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0" y="2044"/>
              <a:ext cx="19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8" name="Group 28">
            <a:extLst>
              <a:ext uri="{FF2B5EF4-FFF2-40B4-BE49-F238E27FC236}">
                <a16:creationId xmlns:a16="http://schemas.microsoft.com/office/drawing/2014/main" id="{18391178-A2E3-42A0-A42C-4878259A9E5D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3843338"/>
            <a:ext cx="4198937" cy="581025"/>
            <a:chOff x="689" y="2421"/>
            <a:chExt cx="2645" cy="366"/>
          </a:xfrm>
        </p:grpSpPr>
        <p:sp>
          <p:nvSpPr>
            <p:cNvPr id="28735" name="Text Box 29">
              <a:extLst>
                <a:ext uri="{FF2B5EF4-FFF2-40B4-BE49-F238E27FC236}">
                  <a16:creationId xmlns:a16="http://schemas.microsoft.com/office/drawing/2014/main" id="{ECF098FF-BE29-44DF-A912-8BE632CBCD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" y="2460"/>
              <a:ext cx="264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&lt;Ⅱ&gt;     [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1.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 baseline="-25000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28736" name="Text Box 30">
              <a:extLst>
                <a:ext uri="{FF2B5EF4-FFF2-40B4-BE49-F238E27FC236}">
                  <a16:creationId xmlns:a16="http://schemas.microsoft.com/office/drawing/2014/main" id="{BF9861DD-D295-4BE4-B669-4EE8CAA75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4" y="2421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9" name="Group 31">
            <a:extLst>
              <a:ext uri="{FF2B5EF4-FFF2-40B4-BE49-F238E27FC236}">
                <a16:creationId xmlns:a16="http://schemas.microsoft.com/office/drawing/2014/main" id="{CF99BC26-6773-4E19-BB3F-38B3A574FA58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4440238"/>
            <a:ext cx="4446588" cy="595312"/>
            <a:chOff x="1440" y="2797"/>
            <a:chExt cx="2801" cy="375"/>
          </a:xfrm>
        </p:grpSpPr>
        <p:sp>
          <p:nvSpPr>
            <p:cNvPr id="28730" name="Text Box 32">
              <a:extLst>
                <a:ext uri="{FF2B5EF4-FFF2-40B4-BE49-F238E27FC236}">
                  <a16:creationId xmlns:a16="http://schemas.microsoft.com/office/drawing/2014/main" id="{EFE689D7-70D3-4006-B000-068E0D7163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0" y="2845"/>
              <a:ext cx="280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[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原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1.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+ 2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28731" name="Text Box 33">
              <a:extLst>
                <a:ext uri="{FF2B5EF4-FFF2-40B4-BE49-F238E27FC236}">
                  <a16:creationId xmlns:a16="http://schemas.microsoft.com/office/drawing/2014/main" id="{AB660BD8-92C8-4C44-8C9B-05F2F00C77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4" y="2797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28732" name="Line 34">
              <a:extLst>
                <a:ext uri="{FF2B5EF4-FFF2-40B4-BE49-F238E27FC236}">
                  <a16:creationId xmlns:a16="http://schemas.microsoft.com/office/drawing/2014/main" id="{DD02DCEC-0332-49C2-BF15-1DE145273D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2" y="2932"/>
              <a:ext cx="19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733" name="Line 35">
              <a:extLst>
                <a:ext uri="{FF2B5EF4-FFF2-40B4-BE49-F238E27FC236}">
                  <a16:creationId xmlns:a16="http://schemas.microsoft.com/office/drawing/2014/main" id="{CC07FA70-1CBD-42FE-8168-517624324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9" y="2932"/>
              <a:ext cx="19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734" name="Line 36">
              <a:extLst>
                <a:ext uri="{FF2B5EF4-FFF2-40B4-BE49-F238E27FC236}">
                  <a16:creationId xmlns:a16="http://schemas.microsoft.com/office/drawing/2014/main" id="{EA474FEA-73FC-47E5-9BFB-203C21AA5D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8" y="2932"/>
              <a:ext cx="19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0" name="Group 37">
            <a:extLst>
              <a:ext uri="{FF2B5EF4-FFF2-40B4-BE49-F238E27FC236}">
                <a16:creationId xmlns:a16="http://schemas.microsoft.com/office/drawing/2014/main" id="{7F8A04A9-6167-4BC3-B8DF-3B5B15C40726}"/>
              </a:ext>
            </a:extLst>
          </p:cNvPr>
          <p:cNvGrpSpPr>
            <a:grpSpLocks/>
          </p:cNvGrpSpPr>
          <p:nvPr/>
        </p:nvGrpSpPr>
        <p:grpSpPr bwMode="auto">
          <a:xfrm>
            <a:off x="2541588" y="5053013"/>
            <a:ext cx="4478337" cy="581025"/>
            <a:chOff x="1601" y="3183"/>
            <a:chExt cx="2821" cy="366"/>
          </a:xfrm>
        </p:grpSpPr>
        <p:sp>
          <p:nvSpPr>
            <p:cNvPr id="28724" name="Text Box 38">
              <a:extLst>
                <a:ext uri="{FF2B5EF4-FFF2-40B4-BE49-F238E27FC236}">
                  <a16:creationId xmlns:a16="http://schemas.microsoft.com/office/drawing/2014/main" id="{C67E81C3-65CA-494E-B657-A8DA9FF193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01" y="3222"/>
              <a:ext cx="282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 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（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0.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+ 2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）</a:t>
              </a:r>
              <a:endParaRPr kumimoji="1" lang="zh-CN" altLang="en-US" sz="2800" b="1" baseline="30000">
                <a:latin typeface="Times New Roman" panose="02020603050405020304" pitchFamily="18" charset="0"/>
              </a:endParaRPr>
            </a:p>
          </p:txBody>
        </p:sp>
        <p:sp>
          <p:nvSpPr>
            <p:cNvPr id="28725" name="Text Box 39">
              <a:extLst>
                <a:ext uri="{FF2B5EF4-FFF2-40B4-BE49-F238E27FC236}">
                  <a16:creationId xmlns:a16="http://schemas.microsoft.com/office/drawing/2014/main" id="{DC87DABC-2FA0-4B70-8FDD-973D0E35D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0" y="3183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28726" name="Line 40">
              <a:extLst>
                <a:ext uri="{FF2B5EF4-FFF2-40B4-BE49-F238E27FC236}">
                  <a16:creationId xmlns:a16="http://schemas.microsoft.com/office/drawing/2014/main" id="{D9064F0E-DFA6-4B9A-927B-6EB790B038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" y="3309"/>
              <a:ext cx="19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727" name="Line 41">
              <a:extLst>
                <a:ext uri="{FF2B5EF4-FFF2-40B4-BE49-F238E27FC236}">
                  <a16:creationId xmlns:a16="http://schemas.microsoft.com/office/drawing/2014/main" id="{0EC8E4CB-17DD-4F00-A056-5D62B39C72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2" y="3309"/>
              <a:ext cx="19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728" name="Line 42">
              <a:extLst>
                <a:ext uri="{FF2B5EF4-FFF2-40B4-BE49-F238E27FC236}">
                  <a16:creationId xmlns:a16="http://schemas.microsoft.com/office/drawing/2014/main" id="{DFEB1169-0424-4349-867F-56856D0199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1" y="3309"/>
              <a:ext cx="19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729" name="Line 43">
              <a:extLst>
                <a:ext uri="{FF2B5EF4-FFF2-40B4-BE49-F238E27FC236}">
                  <a16:creationId xmlns:a16="http://schemas.microsoft.com/office/drawing/2014/main" id="{AF520770-D8A4-41B1-A968-31EA8096CF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5" y="3405"/>
              <a:ext cx="12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" name="Group 44">
            <a:extLst>
              <a:ext uri="{FF2B5EF4-FFF2-40B4-BE49-F238E27FC236}">
                <a16:creationId xmlns:a16="http://schemas.microsoft.com/office/drawing/2014/main" id="{C3522BAB-4A5C-42BF-80BE-70DA14C7E49C}"/>
              </a:ext>
            </a:extLst>
          </p:cNvPr>
          <p:cNvGrpSpPr>
            <a:grpSpLocks/>
          </p:cNvGrpSpPr>
          <p:nvPr/>
        </p:nvGrpSpPr>
        <p:grpSpPr bwMode="auto">
          <a:xfrm>
            <a:off x="2554288" y="5649913"/>
            <a:ext cx="4465637" cy="533400"/>
            <a:chOff x="1609" y="3559"/>
            <a:chExt cx="2813" cy="336"/>
          </a:xfrm>
        </p:grpSpPr>
        <p:sp>
          <p:nvSpPr>
            <p:cNvPr id="28718" name="Text Box 45">
              <a:extLst>
                <a:ext uri="{FF2B5EF4-FFF2-40B4-BE49-F238E27FC236}">
                  <a16:creationId xmlns:a16="http://schemas.microsoft.com/office/drawing/2014/main" id="{7640C88D-6045-4E0D-BA38-278D59C9CC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09" y="3568"/>
              <a:ext cx="281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0.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+ 2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28719" name="Text Box 46">
              <a:extLst>
                <a:ext uri="{FF2B5EF4-FFF2-40B4-BE49-F238E27FC236}">
                  <a16:creationId xmlns:a16="http://schemas.microsoft.com/office/drawing/2014/main" id="{8D0B277B-A372-406D-B4B8-DAB02A8AE7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2" y="3559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28720" name="Line 47">
              <a:extLst>
                <a:ext uri="{FF2B5EF4-FFF2-40B4-BE49-F238E27FC236}">
                  <a16:creationId xmlns:a16="http://schemas.microsoft.com/office/drawing/2014/main" id="{266486B4-1912-4D0F-B005-39F4BF9270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2" y="3655"/>
              <a:ext cx="19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721" name="Line 48">
              <a:extLst>
                <a:ext uri="{FF2B5EF4-FFF2-40B4-BE49-F238E27FC236}">
                  <a16:creationId xmlns:a16="http://schemas.microsoft.com/office/drawing/2014/main" id="{D696599D-8B0E-4F3C-895D-EFDF60BBB5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3655"/>
              <a:ext cx="19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722" name="Line 49">
              <a:extLst>
                <a:ext uri="{FF2B5EF4-FFF2-40B4-BE49-F238E27FC236}">
                  <a16:creationId xmlns:a16="http://schemas.microsoft.com/office/drawing/2014/main" id="{265C1BE2-69E4-44D4-ABB3-D126AADEC8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6" y="3655"/>
              <a:ext cx="19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8723" name="Line 50">
              <a:extLst>
                <a:ext uri="{FF2B5EF4-FFF2-40B4-BE49-F238E27FC236}">
                  <a16:creationId xmlns:a16="http://schemas.microsoft.com/office/drawing/2014/main" id="{6C7CD8E6-3732-452F-939C-F38C47C779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6" y="3751"/>
              <a:ext cx="12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2" name="Group 51">
            <a:extLst>
              <a:ext uri="{FF2B5EF4-FFF2-40B4-BE49-F238E27FC236}">
                <a16:creationId xmlns:a16="http://schemas.microsoft.com/office/drawing/2014/main" id="{8F68A90F-0169-4D34-94D6-E853E82C63AE}"/>
              </a:ext>
            </a:extLst>
          </p:cNvPr>
          <p:cNvGrpSpPr>
            <a:grpSpLocks/>
          </p:cNvGrpSpPr>
          <p:nvPr/>
        </p:nvGrpSpPr>
        <p:grpSpPr bwMode="auto">
          <a:xfrm>
            <a:off x="2119313" y="6189663"/>
            <a:ext cx="4035425" cy="581025"/>
            <a:chOff x="1335" y="3899"/>
            <a:chExt cx="2542" cy="366"/>
          </a:xfrm>
        </p:grpSpPr>
        <p:grpSp>
          <p:nvGrpSpPr>
            <p:cNvPr id="28711" name="Group 52">
              <a:extLst>
                <a:ext uri="{FF2B5EF4-FFF2-40B4-BE49-F238E27FC236}">
                  <a16:creationId xmlns:a16="http://schemas.microsoft.com/office/drawing/2014/main" id="{80673019-E984-4749-80EE-19A4940FCC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5" y="3938"/>
              <a:ext cx="2542" cy="327"/>
              <a:chOff x="1335" y="3938"/>
              <a:chExt cx="2542" cy="327"/>
            </a:xfrm>
          </p:grpSpPr>
          <p:sp>
            <p:nvSpPr>
              <p:cNvPr id="28713" name="Text Box 53">
                <a:extLst>
                  <a:ext uri="{FF2B5EF4-FFF2-40B4-BE49-F238E27FC236}">
                    <a16:creationId xmlns:a16="http://schemas.microsoft.com/office/drawing/2014/main" id="{5DFFC2FC-3ECA-4373-AA10-99D3AB84AA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35" y="3938"/>
                <a:ext cx="2542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latin typeface="Times New Roman" panose="02020603050405020304" pitchFamily="18" charset="0"/>
                  </a:rPr>
                  <a:t>[   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400" b="1" baseline="-25000">
                    <a:latin typeface="Times New Roman" panose="02020603050405020304" pitchFamily="18" charset="0"/>
                  </a:rPr>
                  <a:t>补</a:t>
                </a:r>
                <a:r>
                  <a:rPr kumimoji="1" lang="zh-CN" altLang="en-US" sz="2800" b="1">
                    <a:latin typeface="Times New Roman" panose="02020603050405020304" pitchFamily="18" charset="0"/>
                  </a:rPr>
                  <a:t> </a:t>
                </a:r>
                <a:r>
                  <a:rPr kumimoji="1" lang="zh-CN" altLang="en-US" sz="1000" b="1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= 0. 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1</a:t>
                </a:r>
                <a:r>
                  <a:rPr kumimoji="1" lang="en-US" altLang="zh-CN" sz="2800" b="1" baseline="-25000">
                    <a:latin typeface="Times New Roman" panose="02020603050405020304" pitchFamily="18" charset="0"/>
                  </a:rPr>
                  <a:t>  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2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     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400" b="1" i="1" baseline="-25000">
                    <a:latin typeface="Times New Roman" panose="02020603050405020304" pitchFamily="18" charset="0"/>
                  </a:rPr>
                  <a:t>n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+ 2</a:t>
                </a:r>
                <a:r>
                  <a:rPr kumimoji="1" lang="en-US" altLang="zh-CN" sz="2800" b="1" baseline="45000">
                    <a:latin typeface="Times New Roman" panose="02020603050405020304" pitchFamily="18" charset="0"/>
                  </a:rPr>
                  <a:t>-</a:t>
                </a:r>
                <a:r>
                  <a:rPr kumimoji="1" lang="en-US" altLang="zh-CN" sz="2800" b="1" i="1" baseline="45000">
                    <a:latin typeface="Times New Roman" panose="02020603050405020304" pitchFamily="18" charset="0"/>
                  </a:rPr>
                  <a:t>n</a:t>
                </a:r>
              </a:p>
            </p:txBody>
          </p:sp>
          <p:sp>
            <p:nvSpPr>
              <p:cNvPr id="28714" name="Line 54">
                <a:extLst>
                  <a:ext uri="{FF2B5EF4-FFF2-40B4-BE49-F238E27FC236}">
                    <a16:creationId xmlns:a16="http://schemas.microsoft.com/office/drawing/2014/main" id="{AF8FBE5A-0E3E-477B-9E50-FE88FDC2D6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9" y="4130"/>
                <a:ext cx="12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715" name="Line 55">
                <a:extLst>
                  <a:ext uri="{FF2B5EF4-FFF2-40B4-BE49-F238E27FC236}">
                    <a16:creationId xmlns:a16="http://schemas.microsoft.com/office/drawing/2014/main" id="{74405464-38AD-4D34-B89A-C80C93E7F5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72" y="4025"/>
                <a:ext cx="19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716" name="Line 56">
                <a:extLst>
                  <a:ext uri="{FF2B5EF4-FFF2-40B4-BE49-F238E27FC236}">
                    <a16:creationId xmlns:a16="http://schemas.microsoft.com/office/drawing/2014/main" id="{26E513AE-9DE2-42F0-A7BE-9568702753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8" y="4025"/>
                <a:ext cx="19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717" name="Line 57">
                <a:extLst>
                  <a:ext uri="{FF2B5EF4-FFF2-40B4-BE49-F238E27FC236}">
                    <a16:creationId xmlns:a16="http://schemas.microsoft.com/office/drawing/2014/main" id="{8799B4E9-ADA8-4151-80F7-70DCEED046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6" y="4025"/>
                <a:ext cx="19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8712" name="Text Box 58">
              <a:extLst>
                <a:ext uri="{FF2B5EF4-FFF2-40B4-BE49-F238E27FC236}">
                  <a16:creationId xmlns:a16="http://schemas.microsoft.com/office/drawing/2014/main" id="{2ADF17AC-A974-441C-9620-C6F340EFB4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2" y="3899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5" name="Group 59">
            <a:extLst>
              <a:ext uri="{FF2B5EF4-FFF2-40B4-BE49-F238E27FC236}">
                <a16:creationId xmlns:a16="http://schemas.microsoft.com/office/drawing/2014/main" id="{C0FA8CA4-7330-4EB8-AAA2-20431264ACD1}"/>
              </a:ext>
            </a:extLst>
          </p:cNvPr>
          <p:cNvGrpSpPr>
            <a:grpSpLocks/>
          </p:cNvGrpSpPr>
          <p:nvPr/>
        </p:nvGrpSpPr>
        <p:grpSpPr bwMode="auto">
          <a:xfrm>
            <a:off x="1931988" y="893763"/>
            <a:ext cx="3478212" cy="579437"/>
            <a:chOff x="1217" y="563"/>
            <a:chExt cx="2191" cy="365"/>
          </a:xfrm>
        </p:grpSpPr>
        <p:sp>
          <p:nvSpPr>
            <p:cNvPr id="28709" name="Text Box 60">
              <a:extLst>
                <a:ext uri="{FF2B5EF4-FFF2-40B4-BE49-F238E27FC236}">
                  <a16:creationId xmlns:a16="http://schemas.microsoft.com/office/drawing/2014/main" id="{1830BDA8-21C6-437D-958D-D5E9669D2E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7" y="563"/>
              <a:ext cx="21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设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0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.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 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28710" name="Text Box 61">
              <a:extLst>
                <a:ext uri="{FF2B5EF4-FFF2-40B4-BE49-F238E27FC236}">
                  <a16:creationId xmlns:a16="http://schemas.microsoft.com/office/drawing/2014/main" id="{E0B5FE1B-1C05-4C36-8263-C528DDD275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576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25663" name="Rectangle 63">
            <a:extLst>
              <a:ext uri="{FF2B5EF4-FFF2-40B4-BE49-F238E27FC236}">
                <a16:creationId xmlns:a16="http://schemas.microsoft.com/office/drawing/2014/main" id="{1B4DB391-8000-4416-9F13-D703749CB8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9588" y="2133600"/>
            <a:ext cx="5764212" cy="9144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kumimoji="1" lang="zh-CN" altLang="zh-CN" sz="2400">
              <a:latin typeface="Times New Roman" panose="02020603050405020304" pitchFamily="18" charset="0"/>
            </a:endParaRPr>
          </a:p>
        </p:txBody>
      </p:sp>
      <p:grpSp>
        <p:nvGrpSpPr>
          <p:cNvPr id="17" name="Group 64">
            <a:extLst>
              <a:ext uri="{FF2B5EF4-FFF2-40B4-BE49-F238E27FC236}">
                <a16:creationId xmlns:a16="http://schemas.microsoft.com/office/drawing/2014/main" id="{628EAA3C-47BB-4CC5-B161-C90B235C07C0}"/>
              </a:ext>
            </a:extLst>
          </p:cNvPr>
          <p:cNvGrpSpPr>
            <a:grpSpLocks/>
          </p:cNvGrpSpPr>
          <p:nvPr/>
        </p:nvGrpSpPr>
        <p:grpSpPr bwMode="auto">
          <a:xfrm>
            <a:off x="1779588" y="2057400"/>
            <a:ext cx="5656262" cy="1008063"/>
            <a:chOff x="1104" y="1333"/>
            <a:chExt cx="3563" cy="635"/>
          </a:xfrm>
        </p:grpSpPr>
        <p:sp>
          <p:nvSpPr>
            <p:cNvPr id="28703" name="Line 65">
              <a:extLst>
                <a:ext uri="{FF2B5EF4-FFF2-40B4-BE49-F238E27FC236}">
                  <a16:creationId xmlns:a16="http://schemas.microsoft.com/office/drawing/2014/main" id="{9D0586BC-3A72-4CEB-BF91-269F969272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9" y="1850"/>
              <a:ext cx="77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8704" name="Group 66">
              <a:extLst>
                <a:ext uri="{FF2B5EF4-FFF2-40B4-BE49-F238E27FC236}">
                  <a16:creationId xmlns:a16="http://schemas.microsoft.com/office/drawing/2014/main" id="{ABB96812-7A1B-4F82-A031-8100B16EF2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04" y="1333"/>
              <a:ext cx="3563" cy="635"/>
              <a:chOff x="1104" y="1333"/>
              <a:chExt cx="3563" cy="635"/>
            </a:xfrm>
          </p:grpSpPr>
          <p:sp>
            <p:nvSpPr>
              <p:cNvPr id="28705" name="Text Box 67">
                <a:extLst>
                  <a:ext uri="{FF2B5EF4-FFF2-40B4-BE49-F238E27FC236}">
                    <a16:creationId xmlns:a16="http://schemas.microsoft.com/office/drawing/2014/main" id="{076FC842-04CC-4C04-AED0-B84ACDF9FD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4" y="1333"/>
                <a:ext cx="1001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每位取反，</a:t>
                </a:r>
              </a:p>
            </p:txBody>
          </p:sp>
          <p:sp>
            <p:nvSpPr>
              <p:cNvPr id="28706" name="Text Box 68">
                <a:extLst>
                  <a:ext uri="{FF2B5EF4-FFF2-40B4-BE49-F238E27FC236}">
                    <a16:creationId xmlns:a16="http://schemas.microsoft.com/office/drawing/2014/main" id="{C3C2A572-7C22-4A5D-8ACA-48BB6DB12B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04" y="1699"/>
                <a:ext cx="856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即得</a:t>
                </a:r>
                <a:r>
                  <a:rPr kumimoji="1" lang="en-US" altLang="zh-CN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[  </a:t>
                </a:r>
                <a:r>
                  <a:rPr kumimoji="1" lang="en-US" altLang="zh-CN" sz="2200" b="1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补</a:t>
                </a:r>
              </a:p>
            </p:txBody>
          </p:sp>
          <p:sp>
            <p:nvSpPr>
              <p:cNvPr id="28707" name="Text Box 69">
                <a:extLst>
                  <a:ext uri="{FF2B5EF4-FFF2-40B4-BE49-F238E27FC236}">
                    <a16:creationId xmlns:a16="http://schemas.microsoft.com/office/drawing/2014/main" id="{6802B291-12D4-4F13-A866-7CEA719D77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04" y="1344"/>
                <a:ext cx="1824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200" b="1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补</a:t>
                </a:r>
                <a:r>
                  <a:rPr kumimoji="1" lang="zh-CN" altLang="en-US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连同符号位在内，</a:t>
                </a:r>
              </a:p>
            </p:txBody>
          </p:sp>
          <p:sp>
            <p:nvSpPr>
              <p:cNvPr id="28708" name="Text Box 70">
                <a:extLst>
                  <a:ext uri="{FF2B5EF4-FFF2-40B4-BE49-F238E27FC236}">
                    <a16:creationId xmlns:a16="http://schemas.microsoft.com/office/drawing/2014/main" id="{4382BA23-2B1A-48AE-9C6E-6F4888D2CF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88" y="1344"/>
                <a:ext cx="779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末位加 </a:t>
                </a:r>
                <a:r>
                  <a:rPr kumimoji="1" lang="en-US" altLang="zh-CN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</p:grpSp>
      </p:grpSp>
      <p:grpSp>
        <p:nvGrpSpPr>
          <p:cNvPr id="20" name="Group 71">
            <a:extLst>
              <a:ext uri="{FF2B5EF4-FFF2-40B4-BE49-F238E27FC236}">
                <a16:creationId xmlns:a16="http://schemas.microsoft.com/office/drawing/2014/main" id="{E8538323-D968-444E-B86B-CDA77508CD9C}"/>
              </a:ext>
            </a:extLst>
          </p:cNvPr>
          <p:cNvGrpSpPr>
            <a:grpSpLocks/>
          </p:cNvGrpSpPr>
          <p:nvPr/>
        </p:nvGrpSpPr>
        <p:grpSpPr bwMode="auto">
          <a:xfrm>
            <a:off x="2154238" y="1582738"/>
            <a:ext cx="3886200" cy="2074862"/>
            <a:chOff x="1357" y="997"/>
            <a:chExt cx="2448" cy="1307"/>
          </a:xfrm>
        </p:grpSpPr>
        <p:sp>
          <p:nvSpPr>
            <p:cNvPr id="28701" name="AutoShape 72">
              <a:extLst>
                <a:ext uri="{FF2B5EF4-FFF2-40B4-BE49-F238E27FC236}">
                  <a16:creationId xmlns:a16="http://schemas.microsoft.com/office/drawing/2014/main" id="{C98C0C53-2783-430E-9743-2612E0B5C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997"/>
              <a:ext cx="1872" cy="288"/>
            </a:xfrm>
            <a:prstGeom prst="roundRect">
              <a:avLst>
                <a:gd name="adj" fmla="val 16667"/>
              </a:avLst>
            </a:prstGeom>
            <a:noFill/>
            <a:ln w="381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8702" name="AutoShape 73">
              <a:extLst>
                <a:ext uri="{FF2B5EF4-FFF2-40B4-BE49-F238E27FC236}">
                  <a16:creationId xmlns:a16="http://schemas.microsoft.com/office/drawing/2014/main" id="{A242AE16-B105-4226-8FC1-126A1EF70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1968"/>
              <a:ext cx="2448" cy="336"/>
            </a:xfrm>
            <a:prstGeom prst="roundRect">
              <a:avLst>
                <a:gd name="adj" fmla="val 16667"/>
              </a:avLst>
            </a:prstGeom>
            <a:noFill/>
            <a:ln w="3810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sp>
        <p:nvSpPr>
          <p:cNvPr id="25674" name="Rectangle 74">
            <a:extLst>
              <a:ext uri="{FF2B5EF4-FFF2-40B4-BE49-F238E27FC236}">
                <a16:creationId xmlns:a16="http://schemas.microsoft.com/office/drawing/2014/main" id="{B5FABA43-3A5D-48BA-A8A0-D911B72AC0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495800"/>
            <a:ext cx="5764213" cy="1752600"/>
          </a:xfrm>
          <a:prstGeom prst="rect">
            <a:avLst/>
          </a:prstGeom>
          <a:solidFill>
            <a:schemeClr val="bg1"/>
          </a:solidFill>
          <a:ln w="9525">
            <a:solidFill>
              <a:srgbClr val="0033CC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grpSp>
        <p:nvGrpSpPr>
          <p:cNvPr id="21" name="Group 75">
            <a:extLst>
              <a:ext uri="{FF2B5EF4-FFF2-40B4-BE49-F238E27FC236}">
                <a16:creationId xmlns:a16="http://schemas.microsoft.com/office/drawing/2014/main" id="{02E2B286-C699-4AA1-BD5D-15FC07F62FB2}"/>
              </a:ext>
            </a:extLst>
          </p:cNvPr>
          <p:cNvGrpSpPr>
            <a:grpSpLocks/>
          </p:cNvGrpSpPr>
          <p:nvPr/>
        </p:nvGrpSpPr>
        <p:grpSpPr bwMode="auto">
          <a:xfrm>
            <a:off x="1828800" y="4876800"/>
            <a:ext cx="5656263" cy="1008063"/>
            <a:chOff x="1104" y="3072"/>
            <a:chExt cx="3563" cy="635"/>
          </a:xfrm>
        </p:grpSpPr>
        <p:sp>
          <p:nvSpPr>
            <p:cNvPr id="28695" name="Line 76">
              <a:extLst>
                <a:ext uri="{FF2B5EF4-FFF2-40B4-BE49-F238E27FC236}">
                  <a16:creationId xmlns:a16="http://schemas.microsoft.com/office/drawing/2014/main" id="{076F3473-B48D-41D4-8879-2AE0A1157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9" y="3589"/>
              <a:ext cx="77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8696" name="Group 77">
              <a:extLst>
                <a:ext uri="{FF2B5EF4-FFF2-40B4-BE49-F238E27FC236}">
                  <a16:creationId xmlns:a16="http://schemas.microsoft.com/office/drawing/2014/main" id="{6058D95E-DD95-454B-9467-85727697C0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04" y="3072"/>
              <a:ext cx="3563" cy="635"/>
              <a:chOff x="1104" y="1333"/>
              <a:chExt cx="3563" cy="635"/>
            </a:xfrm>
          </p:grpSpPr>
          <p:sp>
            <p:nvSpPr>
              <p:cNvPr id="28697" name="Text Box 78">
                <a:extLst>
                  <a:ext uri="{FF2B5EF4-FFF2-40B4-BE49-F238E27FC236}">
                    <a16:creationId xmlns:a16="http://schemas.microsoft.com/office/drawing/2014/main" id="{05FCEA79-D17B-4188-8B9C-0DA7826349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4" y="1333"/>
                <a:ext cx="1001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每位取反，</a:t>
                </a:r>
              </a:p>
            </p:txBody>
          </p:sp>
          <p:sp>
            <p:nvSpPr>
              <p:cNvPr id="28698" name="Text Box 79">
                <a:extLst>
                  <a:ext uri="{FF2B5EF4-FFF2-40B4-BE49-F238E27FC236}">
                    <a16:creationId xmlns:a16="http://schemas.microsoft.com/office/drawing/2014/main" id="{043A3F26-C106-4C5E-9585-50A972F839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04" y="1699"/>
                <a:ext cx="856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即得</a:t>
                </a:r>
                <a:r>
                  <a:rPr kumimoji="1" lang="en-US" altLang="zh-CN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[  </a:t>
                </a:r>
                <a:r>
                  <a:rPr kumimoji="1" lang="en-US" altLang="zh-CN" sz="2200" b="1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补</a:t>
                </a:r>
              </a:p>
            </p:txBody>
          </p:sp>
          <p:sp>
            <p:nvSpPr>
              <p:cNvPr id="28699" name="Text Box 80">
                <a:extLst>
                  <a:ext uri="{FF2B5EF4-FFF2-40B4-BE49-F238E27FC236}">
                    <a16:creationId xmlns:a16="http://schemas.microsoft.com/office/drawing/2014/main" id="{8B043A9D-262D-4903-9D0B-DE7F12D519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04" y="1344"/>
                <a:ext cx="1824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200" b="1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补</a:t>
                </a:r>
                <a:r>
                  <a:rPr kumimoji="1" lang="zh-CN" altLang="en-US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连同符号位在内，</a:t>
                </a:r>
              </a:p>
            </p:txBody>
          </p:sp>
          <p:sp>
            <p:nvSpPr>
              <p:cNvPr id="28700" name="Text Box 81">
                <a:extLst>
                  <a:ext uri="{FF2B5EF4-FFF2-40B4-BE49-F238E27FC236}">
                    <a16:creationId xmlns:a16="http://schemas.microsoft.com/office/drawing/2014/main" id="{E260DBA5-4ABD-4D13-AD56-FC3DF2E539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88" y="1344"/>
                <a:ext cx="779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末位加 </a:t>
                </a:r>
                <a:r>
                  <a:rPr kumimoji="1" lang="en-US" altLang="zh-CN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</p:grpSp>
      </p:grpSp>
      <p:sp>
        <p:nvSpPr>
          <p:cNvPr id="83" name="矩形 82">
            <a:extLst>
              <a:ext uri="{FF2B5EF4-FFF2-40B4-BE49-F238E27FC236}">
                <a16:creationId xmlns:a16="http://schemas.microsoft.com/office/drawing/2014/main" id="{5669498C-E1F8-485D-B3E1-CB601A37ACD5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5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7" dur="500"/>
                                        <p:tgtEl>
                                          <p:spTgt spid="25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8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86" dur="500"/>
                                        <p:tgtEl>
                                          <p:spTgt spid="25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8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06" grpId="0" autoUpdateAnimBg="0"/>
      <p:bldP spid="25663" grpId="0" animBg="1" autoUpdateAnimBg="0"/>
      <p:bldP spid="25674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Text Box 2">
            <a:extLst>
              <a:ext uri="{FF2B5EF4-FFF2-40B4-BE49-F238E27FC236}">
                <a16:creationId xmlns:a16="http://schemas.microsoft.com/office/drawing/2014/main" id="{F65367CC-8EB5-4312-84D9-0114EEE1F8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228600"/>
            <a:ext cx="293528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5.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移码表示法</a:t>
            </a:r>
          </a:p>
        </p:txBody>
      </p:sp>
      <p:sp>
        <p:nvSpPr>
          <p:cNvPr id="26627" name="Text Box 3">
            <a:extLst>
              <a:ext uri="{FF2B5EF4-FFF2-40B4-BE49-F238E27FC236}">
                <a16:creationId xmlns:a16="http://schemas.microsoft.com/office/drawing/2014/main" id="{5FB3864A-7379-4BD0-9BF8-B6A805FEEF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0525" y="914400"/>
            <a:ext cx="55419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补码表示很难直接判断其真值大小</a:t>
            </a:r>
          </a:p>
        </p:txBody>
      </p:sp>
      <p:sp>
        <p:nvSpPr>
          <p:cNvPr id="26628" name="Text Box 4">
            <a:extLst>
              <a:ext uri="{FF2B5EF4-FFF2-40B4-BE49-F238E27FC236}">
                <a16:creationId xmlns:a16="http://schemas.microsoft.com/office/drawing/2014/main" id="{BE3F2C53-BCE0-4F84-8DDB-1F484DF7E4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" y="1447800"/>
            <a:ext cx="5413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如</a:t>
            </a:r>
          </a:p>
        </p:txBody>
      </p:sp>
      <p:sp>
        <p:nvSpPr>
          <p:cNvPr id="26629" name="Text Box 5">
            <a:extLst>
              <a:ext uri="{FF2B5EF4-FFF2-40B4-BE49-F238E27FC236}">
                <a16:creationId xmlns:a16="http://schemas.microsoft.com/office/drawing/2014/main" id="{A0B5F091-333C-48EB-97C2-EAE44A425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0" y="1447800"/>
            <a:ext cx="12509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十进制</a:t>
            </a:r>
          </a:p>
        </p:txBody>
      </p:sp>
      <p:grpSp>
        <p:nvGrpSpPr>
          <p:cNvPr id="2" name="Group 6">
            <a:extLst>
              <a:ext uri="{FF2B5EF4-FFF2-40B4-BE49-F238E27FC236}">
                <a16:creationId xmlns:a16="http://schemas.microsoft.com/office/drawing/2014/main" id="{784A05B1-6BFA-4DD6-811C-B76615771515}"/>
              </a:ext>
            </a:extLst>
          </p:cNvPr>
          <p:cNvGrpSpPr>
            <a:grpSpLocks/>
          </p:cNvGrpSpPr>
          <p:nvPr/>
        </p:nvGrpSpPr>
        <p:grpSpPr bwMode="auto">
          <a:xfrm>
            <a:off x="1752600" y="2012950"/>
            <a:ext cx="1346200" cy="2163763"/>
            <a:chOff x="1104" y="1268"/>
            <a:chExt cx="848" cy="1363"/>
          </a:xfrm>
        </p:grpSpPr>
        <p:sp>
          <p:nvSpPr>
            <p:cNvPr id="29744" name="Text Box 7">
              <a:extLst>
                <a:ext uri="{FF2B5EF4-FFF2-40B4-BE49-F238E27FC236}">
                  <a16:creationId xmlns:a16="http://schemas.microsoft.com/office/drawing/2014/main" id="{CEC46E45-0448-4D42-BD10-20FB8DCE2B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4" y="1268"/>
              <a:ext cx="82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= +21</a:t>
              </a:r>
            </a:p>
          </p:txBody>
        </p:sp>
        <p:sp>
          <p:nvSpPr>
            <p:cNvPr id="29745" name="Text Box 8">
              <a:extLst>
                <a:ext uri="{FF2B5EF4-FFF2-40B4-BE49-F238E27FC236}">
                  <a16:creationId xmlns:a16="http://schemas.microsoft.com/office/drawing/2014/main" id="{E2C17378-89FD-414F-B868-FD208D641E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4" y="1619"/>
              <a:ext cx="80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= 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21</a:t>
              </a:r>
            </a:p>
          </p:txBody>
        </p:sp>
        <p:sp>
          <p:nvSpPr>
            <p:cNvPr id="29746" name="Text Box 9">
              <a:extLst>
                <a:ext uri="{FF2B5EF4-FFF2-40B4-BE49-F238E27FC236}">
                  <a16:creationId xmlns:a16="http://schemas.microsoft.com/office/drawing/2014/main" id="{5FB9FAF7-E578-4693-B34E-338009C60B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4" y="1955"/>
              <a:ext cx="83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= </a:t>
              </a:r>
              <a:r>
                <a:rPr kumimoji="1" lang="en-US" altLang="zh-CN" sz="9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+31</a:t>
              </a:r>
            </a:p>
          </p:txBody>
        </p:sp>
        <p:sp>
          <p:nvSpPr>
            <p:cNvPr id="29747" name="Text Box 10">
              <a:extLst>
                <a:ext uri="{FF2B5EF4-FFF2-40B4-BE49-F238E27FC236}">
                  <a16:creationId xmlns:a16="http://schemas.microsoft.com/office/drawing/2014/main" id="{B50976CD-E153-42CB-90EE-DEEEF0F4C3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4" y="2304"/>
              <a:ext cx="80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= 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31</a:t>
              </a:r>
            </a:p>
          </p:txBody>
        </p:sp>
      </p:grpSp>
      <p:sp>
        <p:nvSpPr>
          <p:cNvPr id="26635" name="Text Box 11">
            <a:extLst>
              <a:ext uri="{FF2B5EF4-FFF2-40B4-BE49-F238E27FC236}">
                <a16:creationId xmlns:a16="http://schemas.microsoft.com/office/drawing/2014/main" id="{D1D2D4C7-9893-481E-824A-B20B739899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4191000"/>
            <a:ext cx="11588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 + 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kumimoji="1" lang="en-US" altLang="zh-CN" b="1" baseline="40000">
                <a:solidFill>
                  <a:schemeClr val="folHlink"/>
                </a:solidFill>
                <a:latin typeface="Times New Roman" panose="02020603050405020304" pitchFamily="18" charset="0"/>
              </a:rPr>
              <a:t>5</a:t>
            </a:r>
          </a:p>
        </p:txBody>
      </p:sp>
      <p:sp>
        <p:nvSpPr>
          <p:cNvPr id="26636" name="Text Box 12">
            <a:extLst>
              <a:ext uri="{FF2B5EF4-FFF2-40B4-BE49-F238E27FC236}">
                <a16:creationId xmlns:a16="http://schemas.microsoft.com/office/drawing/2014/main" id="{6E1B8569-CCFA-4693-A113-93F3E7A568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4572000"/>
            <a:ext cx="27241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+10101 + 100000</a:t>
            </a:r>
          </a:p>
        </p:txBody>
      </p:sp>
      <p:sp>
        <p:nvSpPr>
          <p:cNvPr id="26637" name="Text Box 13">
            <a:extLst>
              <a:ext uri="{FF2B5EF4-FFF2-40B4-BE49-F238E27FC236}">
                <a16:creationId xmlns:a16="http://schemas.microsoft.com/office/drawing/2014/main" id="{9406E12D-D12C-42FC-AEB6-E11DF76366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3900" y="5648325"/>
            <a:ext cx="27241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+11111 + 100000</a:t>
            </a:r>
          </a:p>
        </p:txBody>
      </p:sp>
      <p:grpSp>
        <p:nvGrpSpPr>
          <p:cNvPr id="3" name="Group 14">
            <a:extLst>
              <a:ext uri="{FF2B5EF4-FFF2-40B4-BE49-F238E27FC236}">
                <a16:creationId xmlns:a16="http://schemas.microsoft.com/office/drawing/2014/main" id="{F22D810B-9553-4594-9BA4-319C4EC7F9C2}"/>
              </a:ext>
            </a:extLst>
          </p:cNvPr>
          <p:cNvGrpSpPr>
            <a:grpSpLocks/>
          </p:cNvGrpSpPr>
          <p:nvPr/>
        </p:nvGrpSpPr>
        <p:grpSpPr bwMode="auto">
          <a:xfrm>
            <a:off x="2085975" y="5110163"/>
            <a:ext cx="2638425" cy="519112"/>
            <a:chOff x="1314" y="3225"/>
            <a:chExt cx="1662" cy="327"/>
          </a:xfrm>
        </p:grpSpPr>
        <p:sp>
          <p:nvSpPr>
            <p:cNvPr id="29742" name="Text Box 15">
              <a:extLst>
                <a:ext uri="{FF2B5EF4-FFF2-40B4-BE49-F238E27FC236}">
                  <a16:creationId xmlns:a16="http://schemas.microsoft.com/office/drawing/2014/main" id="{BC41B7B6-3447-4066-AA98-82C15E6D99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8" y="3225"/>
              <a:ext cx="158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10101 + 100000</a:t>
              </a:r>
            </a:p>
          </p:txBody>
        </p:sp>
        <p:sp>
          <p:nvSpPr>
            <p:cNvPr id="29743" name="Line 16">
              <a:extLst>
                <a:ext uri="{FF2B5EF4-FFF2-40B4-BE49-F238E27FC236}">
                  <a16:creationId xmlns:a16="http://schemas.microsoft.com/office/drawing/2014/main" id="{192691E3-8BE0-4731-8F0D-F09D9852B8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4" y="3408"/>
              <a:ext cx="12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" name="Group 17">
            <a:extLst>
              <a:ext uri="{FF2B5EF4-FFF2-40B4-BE49-F238E27FC236}">
                <a16:creationId xmlns:a16="http://schemas.microsoft.com/office/drawing/2014/main" id="{57947E14-B50A-40B1-B3D5-B53F70A4AC0C}"/>
              </a:ext>
            </a:extLst>
          </p:cNvPr>
          <p:cNvGrpSpPr>
            <a:grpSpLocks/>
          </p:cNvGrpSpPr>
          <p:nvPr/>
        </p:nvGrpSpPr>
        <p:grpSpPr bwMode="auto">
          <a:xfrm>
            <a:off x="2092325" y="6186488"/>
            <a:ext cx="2632075" cy="519112"/>
            <a:chOff x="1318" y="3897"/>
            <a:chExt cx="1658" cy="327"/>
          </a:xfrm>
        </p:grpSpPr>
        <p:sp>
          <p:nvSpPr>
            <p:cNvPr id="29740" name="Text Box 18">
              <a:extLst>
                <a:ext uri="{FF2B5EF4-FFF2-40B4-BE49-F238E27FC236}">
                  <a16:creationId xmlns:a16="http://schemas.microsoft.com/office/drawing/2014/main" id="{A25DE8FD-23B6-42C8-BC63-872CE6B274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8" y="3897"/>
              <a:ext cx="158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11111 + 100000</a:t>
              </a:r>
            </a:p>
          </p:txBody>
        </p:sp>
        <p:sp>
          <p:nvSpPr>
            <p:cNvPr id="29741" name="Line 19">
              <a:extLst>
                <a:ext uri="{FF2B5EF4-FFF2-40B4-BE49-F238E27FC236}">
                  <a16:creationId xmlns:a16="http://schemas.microsoft.com/office/drawing/2014/main" id="{10A58E58-2A4A-4B57-99AF-75B49852EE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8" y="4080"/>
              <a:ext cx="12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5" name="Group 20">
            <a:extLst>
              <a:ext uri="{FF2B5EF4-FFF2-40B4-BE49-F238E27FC236}">
                <a16:creationId xmlns:a16="http://schemas.microsoft.com/office/drawing/2014/main" id="{6C50C0E0-ECB9-42F8-83BB-C30A1EE44FB9}"/>
              </a:ext>
            </a:extLst>
          </p:cNvPr>
          <p:cNvGrpSpPr>
            <a:grpSpLocks/>
          </p:cNvGrpSpPr>
          <p:nvPr/>
        </p:nvGrpSpPr>
        <p:grpSpPr bwMode="auto">
          <a:xfrm>
            <a:off x="7788275" y="2133600"/>
            <a:ext cx="854075" cy="762000"/>
            <a:chOff x="4906" y="1344"/>
            <a:chExt cx="538" cy="480"/>
          </a:xfrm>
        </p:grpSpPr>
        <p:sp>
          <p:nvSpPr>
            <p:cNvPr id="29738" name="AutoShape 21">
              <a:extLst>
                <a:ext uri="{FF2B5EF4-FFF2-40B4-BE49-F238E27FC236}">
                  <a16:creationId xmlns:a16="http://schemas.microsoft.com/office/drawing/2014/main" id="{ACFDA616-035B-409A-A289-092E33B6AF8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4786" y="1464"/>
              <a:ext cx="432" cy="192"/>
            </a:xfrm>
            <a:prstGeom prst="curvedUpArrow">
              <a:avLst>
                <a:gd name="adj1" fmla="val 45000"/>
                <a:gd name="adj2" fmla="val 90000"/>
                <a:gd name="adj3" fmla="val 33333"/>
              </a:avLst>
            </a:prstGeom>
            <a:solidFill>
              <a:schemeClr val="fol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9739" name="Text Box 22">
              <a:extLst>
                <a:ext uri="{FF2B5EF4-FFF2-40B4-BE49-F238E27FC236}">
                  <a16:creationId xmlns:a16="http://schemas.microsoft.com/office/drawing/2014/main" id="{7680E5C6-4C24-420A-87AF-00D4FB79DD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6" y="1536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大</a:t>
              </a:r>
            </a:p>
          </p:txBody>
        </p:sp>
      </p:grpSp>
      <p:grpSp>
        <p:nvGrpSpPr>
          <p:cNvPr id="6" name="Group 23">
            <a:extLst>
              <a:ext uri="{FF2B5EF4-FFF2-40B4-BE49-F238E27FC236}">
                <a16:creationId xmlns:a16="http://schemas.microsoft.com/office/drawing/2014/main" id="{29AA8C60-48E6-44CC-8CC4-AF0D8EA43353}"/>
              </a:ext>
            </a:extLst>
          </p:cNvPr>
          <p:cNvGrpSpPr>
            <a:grpSpLocks/>
          </p:cNvGrpSpPr>
          <p:nvPr/>
        </p:nvGrpSpPr>
        <p:grpSpPr bwMode="auto">
          <a:xfrm>
            <a:off x="7788275" y="3352800"/>
            <a:ext cx="838200" cy="762000"/>
            <a:chOff x="4906" y="2112"/>
            <a:chExt cx="528" cy="480"/>
          </a:xfrm>
        </p:grpSpPr>
        <p:sp>
          <p:nvSpPr>
            <p:cNvPr id="29736" name="AutoShape 24">
              <a:extLst>
                <a:ext uri="{FF2B5EF4-FFF2-40B4-BE49-F238E27FC236}">
                  <a16:creationId xmlns:a16="http://schemas.microsoft.com/office/drawing/2014/main" id="{FEC82CE6-ABDE-460D-85F2-BE4327C0C16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4786" y="2232"/>
              <a:ext cx="432" cy="192"/>
            </a:xfrm>
            <a:prstGeom prst="curvedUpArrow">
              <a:avLst>
                <a:gd name="adj1" fmla="val 45000"/>
                <a:gd name="adj2" fmla="val 90000"/>
                <a:gd name="adj3" fmla="val 33333"/>
              </a:avLst>
            </a:prstGeom>
            <a:solidFill>
              <a:schemeClr val="fol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9737" name="Text Box 25">
              <a:extLst>
                <a:ext uri="{FF2B5EF4-FFF2-40B4-BE49-F238E27FC236}">
                  <a16:creationId xmlns:a16="http://schemas.microsoft.com/office/drawing/2014/main" id="{B902413E-B527-44DD-BBF3-68A8FDED2C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6" y="2304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大</a:t>
              </a:r>
            </a:p>
          </p:txBody>
        </p:sp>
      </p:grpSp>
      <p:sp>
        <p:nvSpPr>
          <p:cNvPr id="26650" name="Text Box 26">
            <a:extLst>
              <a:ext uri="{FF2B5EF4-FFF2-40B4-BE49-F238E27FC236}">
                <a16:creationId xmlns:a16="http://schemas.microsoft.com/office/drawing/2014/main" id="{47094683-35C2-4B76-9E40-998E594F8B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463" y="2033588"/>
            <a:ext cx="54133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错</a:t>
            </a:r>
          </a:p>
        </p:txBody>
      </p:sp>
      <p:sp>
        <p:nvSpPr>
          <p:cNvPr id="26651" name="Text Box 27">
            <a:extLst>
              <a:ext uri="{FF2B5EF4-FFF2-40B4-BE49-F238E27FC236}">
                <a16:creationId xmlns:a16="http://schemas.microsoft.com/office/drawing/2014/main" id="{FEA18CD4-F89D-4A18-8ECA-9A524F2573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463" y="3206750"/>
            <a:ext cx="54133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错</a:t>
            </a:r>
          </a:p>
        </p:txBody>
      </p:sp>
      <p:grpSp>
        <p:nvGrpSpPr>
          <p:cNvPr id="7" name="Group 28">
            <a:extLst>
              <a:ext uri="{FF2B5EF4-FFF2-40B4-BE49-F238E27FC236}">
                <a16:creationId xmlns:a16="http://schemas.microsoft.com/office/drawing/2014/main" id="{E0C5FD1C-47E9-4961-8441-EBA7FE1682BB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4572000"/>
            <a:ext cx="946150" cy="914400"/>
            <a:chOff x="3888" y="2832"/>
            <a:chExt cx="596" cy="576"/>
          </a:xfrm>
        </p:grpSpPr>
        <p:sp>
          <p:nvSpPr>
            <p:cNvPr id="29734" name="AutoShape 29">
              <a:extLst>
                <a:ext uri="{FF2B5EF4-FFF2-40B4-BE49-F238E27FC236}">
                  <a16:creationId xmlns:a16="http://schemas.microsoft.com/office/drawing/2014/main" id="{6F9624A0-4F92-426E-B5A9-D078D2C4215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792" y="3072"/>
              <a:ext cx="432" cy="240"/>
            </a:xfrm>
            <a:prstGeom prst="curvedDownArrow">
              <a:avLst>
                <a:gd name="adj1" fmla="val 36000"/>
                <a:gd name="adj2" fmla="val 72000"/>
                <a:gd name="adj3" fmla="val 33333"/>
              </a:avLst>
            </a:prstGeom>
            <a:solidFill>
              <a:schemeClr val="fol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29735" name="Text Box 30">
              <a:extLst>
                <a:ext uri="{FF2B5EF4-FFF2-40B4-BE49-F238E27FC236}">
                  <a16:creationId xmlns:a16="http://schemas.microsoft.com/office/drawing/2014/main" id="{8D6F5F82-D5F5-4B11-8478-B6AAF629F7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6" y="2832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大</a:t>
              </a:r>
            </a:p>
          </p:txBody>
        </p:sp>
      </p:grpSp>
      <p:grpSp>
        <p:nvGrpSpPr>
          <p:cNvPr id="8" name="Group 31">
            <a:extLst>
              <a:ext uri="{FF2B5EF4-FFF2-40B4-BE49-F238E27FC236}">
                <a16:creationId xmlns:a16="http://schemas.microsoft.com/office/drawing/2014/main" id="{AEDCB5B9-D9A3-48DF-9492-97ED73FD1650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5715000"/>
            <a:ext cx="946150" cy="838200"/>
            <a:chOff x="3888" y="3552"/>
            <a:chExt cx="596" cy="528"/>
          </a:xfrm>
        </p:grpSpPr>
        <p:sp>
          <p:nvSpPr>
            <p:cNvPr id="29732" name="Text Box 32">
              <a:extLst>
                <a:ext uri="{FF2B5EF4-FFF2-40B4-BE49-F238E27FC236}">
                  <a16:creationId xmlns:a16="http://schemas.microsoft.com/office/drawing/2014/main" id="{77F39682-7866-4CAB-B404-011064C793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6" y="3552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大</a:t>
              </a:r>
            </a:p>
          </p:txBody>
        </p:sp>
        <p:sp>
          <p:nvSpPr>
            <p:cNvPr id="29733" name="AutoShape 33">
              <a:extLst>
                <a:ext uri="{FF2B5EF4-FFF2-40B4-BE49-F238E27FC236}">
                  <a16:creationId xmlns:a16="http://schemas.microsoft.com/office/drawing/2014/main" id="{98AF1112-7CA2-4544-B910-3BA0D4B6A8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792" y="3744"/>
              <a:ext cx="432" cy="240"/>
            </a:xfrm>
            <a:prstGeom prst="curvedDownArrow">
              <a:avLst>
                <a:gd name="adj1" fmla="val 36000"/>
                <a:gd name="adj2" fmla="val 72000"/>
                <a:gd name="adj3" fmla="val 33333"/>
              </a:avLst>
            </a:prstGeom>
            <a:solidFill>
              <a:schemeClr val="fol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sp>
        <p:nvSpPr>
          <p:cNvPr id="26658" name="Text Box 34">
            <a:extLst>
              <a:ext uri="{FF2B5EF4-FFF2-40B4-BE49-F238E27FC236}">
                <a16:creationId xmlns:a16="http://schemas.microsoft.com/office/drawing/2014/main" id="{8A215D2A-9C4F-4878-A2E2-E6F56B38D3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0725" y="4821238"/>
            <a:ext cx="7969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正确</a:t>
            </a:r>
          </a:p>
        </p:txBody>
      </p:sp>
      <p:sp>
        <p:nvSpPr>
          <p:cNvPr id="26659" name="Text Box 35">
            <a:extLst>
              <a:ext uri="{FF2B5EF4-FFF2-40B4-BE49-F238E27FC236}">
                <a16:creationId xmlns:a16="http://schemas.microsoft.com/office/drawing/2014/main" id="{7656C57E-DB29-4156-BFC8-402E347F07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5943600"/>
            <a:ext cx="7969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正确</a:t>
            </a:r>
          </a:p>
        </p:txBody>
      </p:sp>
      <p:sp>
        <p:nvSpPr>
          <p:cNvPr id="26660" name="Text Box 36">
            <a:extLst>
              <a:ext uri="{FF2B5EF4-FFF2-40B4-BE49-F238E27FC236}">
                <a16:creationId xmlns:a16="http://schemas.microsoft.com/office/drawing/2014/main" id="{240FF116-B7A9-4159-A101-9028FD361E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2012950"/>
            <a:ext cx="13398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0,10101</a:t>
            </a:r>
          </a:p>
        </p:txBody>
      </p:sp>
      <p:sp>
        <p:nvSpPr>
          <p:cNvPr id="26661" name="Text Box 37">
            <a:extLst>
              <a:ext uri="{FF2B5EF4-FFF2-40B4-BE49-F238E27FC236}">
                <a16:creationId xmlns:a16="http://schemas.microsoft.com/office/drawing/2014/main" id="{AE6126E9-C74E-4BE1-BDB8-D935235769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2570163"/>
            <a:ext cx="13398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1,01011</a:t>
            </a:r>
          </a:p>
        </p:txBody>
      </p:sp>
      <p:sp>
        <p:nvSpPr>
          <p:cNvPr id="26662" name="Text Box 38">
            <a:extLst>
              <a:ext uri="{FF2B5EF4-FFF2-40B4-BE49-F238E27FC236}">
                <a16:creationId xmlns:a16="http://schemas.microsoft.com/office/drawing/2014/main" id="{DFBBC335-5FBD-4284-9318-1BF5C25159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3103563"/>
            <a:ext cx="13398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0,11111</a:t>
            </a:r>
          </a:p>
        </p:txBody>
      </p:sp>
      <p:sp>
        <p:nvSpPr>
          <p:cNvPr id="26663" name="Text Box 39">
            <a:extLst>
              <a:ext uri="{FF2B5EF4-FFF2-40B4-BE49-F238E27FC236}">
                <a16:creationId xmlns:a16="http://schemas.microsoft.com/office/drawing/2014/main" id="{E40AA98F-31B7-43A0-9BE6-48CF9B3C33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3657600"/>
            <a:ext cx="13398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1,00001</a:t>
            </a:r>
          </a:p>
        </p:txBody>
      </p:sp>
      <p:sp>
        <p:nvSpPr>
          <p:cNvPr id="26664" name="Text Box 40">
            <a:extLst>
              <a:ext uri="{FF2B5EF4-FFF2-40B4-BE49-F238E27FC236}">
                <a16:creationId xmlns:a16="http://schemas.microsoft.com/office/drawing/2014/main" id="{808BC02B-2FCB-4B7D-982F-3BAB893701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2012950"/>
            <a:ext cx="1276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+10101</a:t>
            </a:r>
          </a:p>
        </p:txBody>
      </p:sp>
      <p:sp>
        <p:nvSpPr>
          <p:cNvPr id="26665" name="Text Box 41">
            <a:extLst>
              <a:ext uri="{FF2B5EF4-FFF2-40B4-BE49-F238E27FC236}">
                <a16:creationId xmlns:a16="http://schemas.microsoft.com/office/drawing/2014/main" id="{D4EC9E05-AB4A-4608-90F4-4F262E45F1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2570163"/>
            <a:ext cx="12763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10101</a:t>
            </a:r>
          </a:p>
        </p:txBody>
      </p:sp>
      <p:sp>
        <p:nvSpPr>
          <p:cNvPr id="26666" name="Text Box 42">
            <a:extLst>
              <a:ext uri="{FF2B5EF4-FFF2-40B4-BE49-F238E27FC236}">
                <a16:creationId xmlns:a16="http://schemas.microsoft.com/office/drawing/2014/main" id="{6CB6F8D5-8B04-4026-8D69-C6F7E13877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3103563"/>
            <a:ext cx="12763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+11111</a:t>
            </a:r>
          </a:p>
        </p:txBody>
      </p:sp>
      <p:sp>
        <p:nvSpPr>
          <p:cNvPr id="26667" name="Text Box 43">
            <a:extLst>
              <a:ext uri="{FF2B5EF4-FFF2-40B4-BE49-F238E27FC236}">
                <a16:creationId xmlns:a16="http://schemas.microsoft.com/office/drawing/2014/main" id="{A41149AF-0A23-4D9A-A90E-406E7ABDE1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3657600"/>
            <a:ext cx="1276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11111</a:t>
            </a:r>
          </a:p>
        </p:txBody>
      </p:sp>
      <p:sp>
        <p:nvSpPr>
          <p:cNvPr id="26668" name="Text Box 44">
            <a:extLst>
              <a:ext uri="{FF2B5EF4-FFF2-40B4-BE49-F238E27FC236}">
                <a16:creationId xmlns:a16="http://schemas.microsoft.com/office/drawing/2014/main" id="{F32AC0A7-2656-47FD-9281-A309621056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4572000"/>
            <a:ext cx="15430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110101</a:t>
            </a:r>
          </a:p>
        </p:txBody>
      </p:sp>
      <p:sp>
        <p:nvSpPr>
          <p:cNvPr id="26669" name="Text Box 45">
            <a:extLst>
              <a:ext uri="{FF2B5EF4-FFF2-40B4-BE49-F238E27FC236}">
                <a16:creationId xmlns:a16="http://schemas.microsoft.com/office/drawing/2014/main" id="{A873F0C8-76E6-4362-B116-9BDCCC728F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5110163"/>
            <a:ext cx="15430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001011</a:t>
            </a:r>
          </a:p>
        </p:txBody>
      </p:sp>
      <p:sp>
        <p:nvSpPr>
          <p:cNvPr id="26670" name="Text Box 46">
            <a:extLst>
              <a:ext uri="{FF2B5EF4-FFF2-40B4-BE49-F238E27FC236}">
                <a16:creationId xmlns:a16="http://schemas.microsoft.com/office/drawing/2014/main" id="{6617A003-8574-48AB-BB1B-60B2442AFC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5648325"/>
            <a:ext cx="15430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111111</a:t>
            </a:r>
          </a:p>
        </p:txBody>
      </p:sp>
      <p:sp>
        <p:nvSpPr>
          <p:cNvPr id="26671" name="Text Box 47">
            <a:extLst>
              <a:ext uri="{FF2B5EF4-FFF2-40B4-BE49-F238E27FC236}">
                <a16:creationId xmlns:a16="http://schemas.microsoft.com/office/drawing/2014/main" id="{98DC9A90-D631-4DE3-AB1D-62BD943139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6186488"/>
            <a:ext cx="15430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000001</a:t>
            </a:r>
          </a:p>
        </p:txBody>
      </p:sp>
      <p:sp>
        <p:nvSpPr>
          <p:cNvPr id="26672" name="Text Box 48">
            <a:extLst>
              <a:ext uri="{FF2B5EF4-FFF2-40B4-BE49-F238E27FC236}">
                <a16:creationId xmlns:a16="http://schemas.microsoft.com/office/drawing/2014/main" id="{4F51FDB5-DAE1-4510-81A1-297A790D36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1447800"/>
            <a:ext cx="1981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二进制</a:t>
            </a:r>
          </a:p>
        </p:txBody>
      </p:sp>
      <p:sp>
        <p:nvSpPr>
          <p:cNvPr id="26673" name="Text Box 49">
            <a:extLst>
              <a:ext uri="{FF2B5EF4-FFF2-40B4-BE49-F238E27FC236}">
                <a16:creationId xmlns:a16="http://schemas.microsoft.com/office/drawing/2014/main" id="{4D68C8BF-6DF7-4EE3-A15C-EF2C5C9D09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5600" y="1447800"/>
            <a:ext cx="1828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补码</a:t>
            </a:r>
          </a:p>
        </p:txBody>
      </p:sp>
      <p:sp>
        <p:nvSpPr>
          <p:cNvPr id="52" name="矩形 51">
            <a:extLst>
              <a:ext uri="{FF2B5EF4-FFF2-40B4-BE49-F238E27FC236}">
                <a16:creationId xmlns:a16="http://schemas.microsoft.com/office/drawing/2014/main" id="{7DBCAB25-49A7-42B3-AF32-4E7FC983F6F5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6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6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6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6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6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66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6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6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26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26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26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26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7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8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266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26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7" dur="500"/>
                                        <p:tgtEl>
                                          <p:spTgt spid="26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2" dur="500"/>
                                        <p:tgtEl>
                                          <p:spTgt spid="26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7" dur="500"/>
                                        <p:tgtEl>
                                          <p:spTgt spid="26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7" dur="500"/>
                                        <p:tgtEl>
                                          <p:spTgt spid="26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2" dur="500"/>
                                        <p:tgtEl>
                                          <p:spTgt spid="26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7" dur="500"/>
                                        <p:tgtEl>
                                          <p:spTgt spid="26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 nodeType="clickPar">
                      <p:stCondLst>
                        <p:cond delay="indefinite"/>
                      </p:stCondLst>
                      <p:childTnLst>
                        <p:par>
                          <p:cTn id="1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7" dur="500"/>
                                        <p:tgtEl>
                                          <p:spTgt spid="26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 nodeType="clickPar">
                      <p:stCondLst>
                        <p:cond delay="indefinite"/>
                      </p:stCondLst>
                      <p:childTnLst>
                        <p:par>
                          <p:cTn id="1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 nodeType="clickPar">
                      <p:stCondLst>
                        <p:cond delay="indefinite"/>
                      </p:stCondLst>
                      <p:childTnLst>
                        <p:par>
                          <p:cTn id="1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4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 nodeType="clickPar">
                      <p:stCondLst>
                        <p:cond delay="indefinite"/>
                      </p:stCondLst>
                      <p:childTnLst>
                        <p:par>
                          <p:cTn id="1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2" dur="500"/>
                                        <p:tgtEl>
                                          <p:spTgt spid="26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 nodeType="clickPar">
                      <p:stCondLst>
                        <p:cond delay="indefinite"/>
                      </p:stCondLst>
                      <p:childTnLst>
                        <p:par>
                          <p:cTn id="1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7" dur="500"/>
                                        <p:tgtEl>
                                          <p:spTgt spid="26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27" grpId="0" autoUpdateAnimBg="0"/>
      <p:bldP spid="26628" grpId="0" autoUpdateAnimBg="0"/>
      <p:bldP spid="26629" grpId="0" autoUpdateAnimBg="0"/>
      <p:bldP spid="26635" grpId="0" autoUpdateAnimBg="0"/>
      <p:bldP spid="26636" grpId="0" autoUpdateAnimBg="0"/>
      <p:bldP spid="26637" grpId="0" autoUpdateAnimBg="0"/>
      <p:bldP spid="26650" grpId="0" autoUpdateAnimBg="0"/>
      <p:bldP spid="26651" grpId="0" autoUpdateAnimBg="0"/>
      <p:bldP spid="26658" grpId="0" autoUpdateAnimBg="0"/>
      <p:bldP spid="26659" grpId="0" autoUpdateAnimBg="0"/>
      <p:bldP spid="26660" grpId="0" autoUpdateAnimBg="0"/>
      <p:bldP spid="26661" grpId="0" autoUpdateAnimBg="0"/>
      <p:bldP spid="26662" grpId="0" autoUpdateAnimBg="0"/>
      <p:bldP spid="26663" grpId="0" autoUpdateAnimBg="0"/>
      <p:bldP spid="26664" grpId="0" autoUpdateAnimBg="0"/>
      <p:bldP spid="26665" grpId="0" autoUpdateAnimBg="0"/>
      <p:bldP spid="26666" grpId="0" autoUpdateAnimBg="0"/>
      <p:bldP spid="26667" grpId="0" autoUpdateAnimBg="0"/>
      <p:bldP spid="26668" grpId="0" autoUpdateAnimBg="0"/>
      <p:bldP spid="26669" grpId="0" autoUpdateAnimBg="0"/>
      <p:bldP spid="26670" grpId="0" autoUpdateAnimBg="0"/>
      <p:bldP spid="26671" grpId="0" autoUpdateAnimBg="0"/>
      <p:bldP spid="26672" grpId="0" autoUpdateAnimBg="0"/>
      <p:bldP spid="26673" grpId="0" autoUpdateAnimBg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Text Box 2">
            <a:extLst>
              <a:ext uri="{FF2B5EF4-FFF2-40B4-BE49-F238E27FC236}">
                <a16:creationId xmlns:a16="http://schemas.microsoft.com/office/drawing/2014/main" id="{88C5FEAA-190C-4825-8AD1-920FDAE22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228600"/>
            <a:ext cx="4953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(1) </a:t>
            </a:r>
            <a:r>
              <a:rPr kumimoji="1" lang="zh-CN" altLang="en-US" b="1">
                <a:latin typeface="Times New Roman" panose="02020603050405020304" pitchFamily="18" charset="0"/>
              </a:rPr>
              <a:t>移码定义</a:t>
            </a:r>
          </a:p>
        </p:txBody>
      </p:sp>
      <p:sp>
        <p:nvSpPr>
          <p:cNvPr id="27651" name="Text Box 3">
            <a:extLst>
              <a:ext uri="{FF2B5EF4-FFF2-40B4-BE49-F238E27FC236}">
                <a16:creationId xmlns:a16="http://schemas.microsoft.com/office/drawing/2014/main" id="{055E2AD2-E151-4EF3-AB5B-73A33230FC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8125" y="1571625"/>
            <a:ext cx="55784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为真值，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n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为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整数的位数</a:t>
            </a:r>
          </a:p>
        </p:txBody>
      </p:sp>
      <p:sp>
        <p:nvSpPr>
          <p:cNvPr id="27652" name="Text Box 4">
            <a:extLst>
              <a:ext uri="{FF2B5EF4-FFF2-40B4-BE49-F238E27FC236}">
                <a16:creationId xmlns:a16="http://schemas.microsoft.com/office/drawing/2014/main" id="{0E1817E3-9EA0-4C85-8C02-2A6B6E5971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0125" y="2159000"/>
            <a:ext cx="33988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移码在数轴上的表示</a:t>
            </a: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CCA9E799-3E2B-4538-B503-E9ADE6F24E6A}"/>
              </a:ext>
            </a:extLst>
          </p:cNvPr>
          <p:cNvGrpSpPr>
            <a:grpSpLocks/>
          </p:cNvGrpSpPr>
          <p:nvPr/>
        </p:nvGrpSpPr>
        <p:grpSpPr bwMode="auto">
          <a:xfrm>
            <a:off x="2632075" y="2667000"/>
            <a:ext cx="4756150" cy="1730375"/>
            <a:chOff x="1658" y="1680"/>
            <a:chExt cx="2996" cy="1090"/>
          </a:xfrm>
        </p:grpSpPr>
        <p:sp>
          <p:nvSpPr>
            <p:cNvPr id="30741" name="Line 6">
              <a:extLst>
                <a:ext uri="{FF2B5EF4-FFF2-40B4-BE49-F238E27FC236}">
                  <a16:creationId xmlns:a16="http://schemas.microsoft.com/office/drawing/2014/main" id="{9632B851-7127-4F72-9131-CA3732556C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7" y="1968"/>
              <a:ext cx="1999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0742" name="Line 7">
              <a:extLst>
                <a:ext uri="{FF2B5EF4-FFF2-40B4-BE49-F238E27FC236}">
                  <a16:creationId xmlns:a16="http://schemas.microsoft.com/office/drawing/2014/main" id="{ED2354FA-7ADA-4E76-952F-8CE0055FEA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8" y="2448"/>
              <a:ext cx="2016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0743" name="Freeform 8">
              <a:extLst>
                <a:ext uri="{FF2B5EF4-FFF2-40B4-BE49-F238E27FC236}">
                  <a16:creationId xmlns:a16="http://schemas.microsoft.com/office/drawing/2014/main" id="{A819A133-8AC0-445E-937C-9CE4A866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968"/>
              <a:ext cx="489" cy="486"/>
            </a:xfrm>
            <a:custGeom>
              <a:avLst/>
              <a:gdLst>
                <a:gd name="T0" fmla="*/ 489 w 489"/>
                <a:gd name="T1" fmla="*/ 0 h 486"/>
                <a:gd name="T2" fmla="*/ 0 w 489"/>
                <a:gd name="T3" fmla="*/ 486 h 486"/>
                <a:gd name="T4" fmla="*/ 0 60000 65536"/>
                <a:gd name="T5" fmla="*/ 0 60000 65536"/>
                <a:gd name="T6" fmla="*/ 0 w 489"/>
                <a:gd name="T7" fmla="*/ 0 h 486"/>
                <a:gd name="T8" fmla="*/ 489 w 489"/>
                <a:gd name="T9" fmla="*/ 486 h 4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89" h="486">
                  <a:moveTo>
                    <a:pt x="489" y="0"/>
                  </a:moveTo>
                  <a:lnTo>
                    <a:pt x="0" y="486"/>
                  </a:lnTo>
                </a:path>
              </a:pathLst>
            </a:custGeom>
            <a:noFill/>
            <a:ln w="28575">
              <a:solidFill>
                <a:schemeClr val="folHlink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0744" name="Freeform 9">
              <a:extLst>
                <a:ext uri="{FF2B5EF4-FFF2-40B4-BE49-F238E27FC236}">
                  <a16:creationId xmlns:a16="http://schemas.microsoft.com/office/drawing/2014/main" id="{0F576674-2473-42DD-834D-37C00930B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968"/>
              <a:ext cx="489" cy="486"/>
            </a:xfrm>
            <a:custGeom>
              <a:avLst/>
              <a:gdLst>
                <a:gd name="T0" fmla="*/ 489 w 489"/>
                <a:gd name="T1" fmla="*/ 0 h 486"/>
                <a:gd name="T2" fmla="*/ 0 w 489"/>
                <a:gd name="T3" fmla="*/ 486 h 486"/>
                <a:gd name="T4" fmla="*/ 0 60000 65536"/>
                <a:gd name="T5" fmla="*/ 0 60000 65536"/>
                <a:gd name="T6" fmla="*/ 0 w 489"/>
                <a:gd name="T7" fmla="*/ 0 h 486"/>
                <a:gd name="T8" fmla="*/ 489 w 489"/>
                <a:gd name="T9" fmla="*/ 486 h 4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89" h="486">
                  <a:moveTo>
                    <a:pt x="489" y="0"/>
                  </a:moveTo>
                  <a:lnTo>
                    <a:pt x="0" y="486"/>
                  </a:lnTo>
                </a:path>
              </a:pathLst>
            </a:custGeom>
            <a:noFill/>
            <a:ln w="28575">
              <a:solidFill>
                <a:schemeClr val="folHlink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0745" name="Freeform 10">
              <a:extLst>
                <a:ext uri="{FF2B5EF4-FFF2-40B4-BE49-F238E27FC236}">
                  <a16:creationId xmlns:a16="http://schemas.microsoft.com/office/drawing/2014/main" id="{0944D5F7-1DCD-414C-A883-E654D148E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968"/>
              <a:ext cx="489" cy="486"/>
            </a:xfrm>
            <a:custGeom>
              <a:avLst/>
              <a:gdLst>
                <a:gd name="T0" fmla="*/ 489 w 489"/>
                <a:gd name="T1" fmla="*/ 0 h 486"/>
                <a:gd name="T2" fmla="*/ 0 w 489"/>
                <a:gd name="T3" fmla="*/ 486 h 486"/>
                <a:gd name="T4" fmla="*/ 0 60000 65536"/>
                <a:gd name="T5" fmla="*/ 0 60000 65536"/>
                <a:gd name="T6" fmla="*/ 0 w 489"/>
                <a:gd name="T7" fmla="*/ 0 h 486"/>
                <a:gd name="T8" fmla="*/ 489 w 489"/>
                <a:gd name="T9" fmla="*/ 486 h 4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89" h="486">
                  <a:moveTo>
                    <a:pt x="489" y="0"/>
                  </a:moveTo>
                  <a:lnTo>
                    <a:pt x="0" y="486"/>
                  </a:lnTo>
                </a:path>
              </a:pathLst>
            </a:custGeom>
            <a:noFill/>
            <a:ln w="28575">
              <a:solidFill>
                <a:schemeClr val="folHlink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0746" name="Text Box 11">
              <a:extLst>
                <a:ext uri="{FF2B5EF4-FFF2-40B4-BE49-F238E27FC236}">
                  <a16:creationId xmlns:a16="http://schemas.microsoft.com/office/drawing/2014/main" id="{74A485FE-DC35-4352-80FD-C5D0C1EE9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06" y="1872"/>
              <a:ext cx="54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000" b="1" baseline="-25000">
                  <a:latin typeface="Times New Roman" panose="02020603050405020304" pitchFamily="18" charset="0"/>
                </a:rPr>
                <a:t>移码</a:t>
              </a:r>
            </a:p>
          </p:txBody>
        </p:sp>
        <p:sp>
          <p:nvSpPr>
            <p:cNvPr id="30747" name="Text Box 12">
              <a:extLst>
                <a:ext uri="{FF2B5EF4-FFF2-40B4-BE49-F238E27FC236}">
                  <a16:creationId xmlns:a16="http://schemas.microsoft.com/office/drawing/2014/main" id="{66594E78-48D9-41BD-BAAB-221D565206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6" y="1680"/>
              <a:ext cx="67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b="1" i="1" baseline="40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b="1" baseline="40000">
                  <a:latin typeface="Times New Roman" panose="02020603050405020304" pitchFamily="18" charset="0"/>
                </a:rPr>
                <a:t>+1</a:t>
              </a:r>
              <a:r>
                <a:rPr kumimoji="1" lang="en-US" altLang="zh-CN" sz="24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0748" name="Text Box 13">
              <a:extLst>
                <a:ext uri="{FF2B5EF4-FFF2-40B4-BE49-F238E27FC236}">
                  <a16:creationId xmlns:a16="http://schemas.microsoft.com/office/drawing/2014/main" id="{8ED56929-B891-4B9F-A0A3-4A84CCD9D0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3" y="1680"/>
              <a:ext cx="30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b="1" i="1" baseline="40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30749" name="Text Box 14">
              <a:extLst>
                <a:ext uri="{FF2B5EF4-FFF2-40B4-BE49-F238E27FC236}">
                  <a16:creationId xmlns:a16="http://schemas.microsoft.com/office/drawing/2014/main" id="{EEFED0D2-C492-4357-9382-E22E79DF2D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5" y="2482"/>
              <a:ext cx="52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b="1" i="1" baseline="40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400" b="1" baseline="30000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0750" name="Text Box 15">
              <a:extLst>
                <a:ext uri="{FF2B5EF4-FFF2-40B4-BE49-F238E27FC236}">
                  <a16:creationId xmlns:a16="http://schemas.microsoft.com/office/drawing/2014/main" id="{83D83C99-92CC-4279-BC65-5B460673FA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0" y="2482"/>
              <a:ext cx="40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b="1" i="1" baseline="40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30751" name="Text Box 16">
              <a:extLst>
                <a:ext uri="{FF2B5EF4-FFF2-40B4-BE49-F238E27FC236}">
                  <a16:creationId xmlns:a16="http://schemas.microsoft.com/office/drawing/2014/main" id="{16C38822-D37F-4541-827D-D1FDE1A14F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0" y="248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0752" name="Text Box 17">
              <a:extLst>
                <a:ext uri="{FF2B5EF4-FFF2-40B4-BE49-F238E27FC236}">
                  <a16:creationId xmlns:a16="http://schemas.microsoft.com/office/drawing/2014/main" id="{18C5DC53-8ACB-4930-A60F-31094A359D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6" y="1680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0753" name="Text Box 18">
              <a:extLst>
                <a:ext uri="{FF2B5EF4-FFF2-40B4-BE49-F238E27FC236}">
                  <a16:creationId xmlns:a16="http://schemas.microsoft.com/office/drawing/2014/main" id="{D9460E74-A21A-439B-A4C2-CD8E87B698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4" y="2342"/>
              <a:ext cx="43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000" b="1">
                  <a:latin typeface="Times New Roman" panose="02020603050405020304" pitchFamily="18" charset="0"/>
                </a:rPr>
                <a:t>真值</a:t>
              </a:r>
            </a:p>
          </p:txBody>
        </p:sp>
      </p:grpSp>
      <p:sp>
        <p:nvSpPr>
          <p:cNvPr id="27667" name="Text Box 19">
            <a:extLst>
              <a:ext uri="{FF2B5EF4-FFF2-40B4-BE49-F238E27FC236}">
                <a16:creationId xmlns:a16="http://schemas.microsoft.com/office/drawing/2014/main" id="{B9E56524-E7CC-4A55-BA51-7A667FECFB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4352925"/>
            <a:ext cx="5413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如</a:t>
            </a:r>
          </a:p>
        </p:txBody>
      </p:sp>
      <p:sp>
        <p:nvSpPr>
          <p:cNvPr id="27668" name="Text Box 20">
            <a:extLst>
              <a:ext uri="{FF2B5EF4-FFF2-40B4-BE49-F238E27FC236}">
                <a16:creationId xmlns:a16="http://schemas.microsoft.com/office/drawing/2014/main" id="{4A2D2E15-86A6-45F2-B221-0C65A71134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5650" y="4343400"/>
            <a:ext cx="4527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10100</a:t>
            </a:r>
          </a:p>
        </p:txBody>
      </p:sp>
      <p:sp>
        <p:nvSpPr>
          <p:cNvPr id="27669" name="Text Box 21">
            <a:extLst>
              <a:ext uri="{FF2B5EF4-FFF2-40B4-BE49-F238E27FC236}">
                <a16:creationId xmlns:a16="http://schemas.microsoft.com/office/drawing/2014/main" id="{1647D493-D8B3-4450-9356-49204F9F82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4906963"/>
            <a:ext cx="3733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移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2</a:t>
            </a:r>
            <a:r>
              <a:rPr kumimoji="1" lang="en-US" altLang="zh-CN" b="1" baseline="40000">
                <a:latin typeface="Times New Roman" panose="02020603050405020304" pitchFamily="18" charset="0"/>
              </a:rPr>
              <a:t>5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+ 10100</a:t>
            </a:r>
          </a:p>
        </p:txBody>
      </p:sp>
      <p:sp>
        <p:nvSpPr>
          <p:cNvPr id="27670" name="Text Box 22">
            <a:extLst>
              <a:ext uri="{FF2B5EF4-FFF2-40B4-BE49-F238E27FC236}">
                <a16:creationId xmlns:a16="http://schemas.microsoft.com/office/drawing/2014/main" id="{4E5A3E55-6213-4F10-B077-0445BC5A21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5273675"/>
            <a:ext cx="25908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用 </a:t>
            </a: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逗号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将符号位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和数值部分隔开</a:t>
            </a:r>
          </a:p>
        </p:txBody>
      </p:sp>
      <p:sp>
        <p:nvSpPr>
          <p:cNvPr id="27671" name="Text Box 23">
            <a:extLst>
              <a:ext uri="{FF2B5EF4-FFF2-40B4-BE49-F238E27FC236}">
                <a16:creationId xmlns:a16="http://schemas.microsoft.com/office/drawing/2014/main" id="{524E3901-DDD1-408C-A42B-0E06EE7F3B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2475" y="5486400"/>
            <a:ext cx="2209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>
                <a:latin typeface="Times New Roman" panose="02020603050405020304" pitchFamily="18" charset="0"/>
              </a:rPr>
              <a:t>10100</a:t>
            </a:r>
          </a:p>
        </p:txBody>
      </p:sp>
      <p:sp>
        <p:nvSpPr>
          <p:cNvPr id="27672" name="Text Box 24">
            <a:extLst>
              <a:ext uri="{FF2B5EF4-FFF2-40B4-BE49-F238E27FC236}">
                <a16:creationId xmlns:a16="http://schemas.microsoft.com/office/drawing/2014/main" id="{52E48D8A-BEA6-4576-8322-88A0C95334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6030913"/>
            <a:ext cx="3352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移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2</a:t>
            </a:r>
            <a:r>
              <a:rPr kumimoji="1" lang="en-US" altLang="zh-CN" b="1" baseline="40000">
                <a:latin typeface="Times New Roman" panose="02020603050405020304" pitchFamily="18" charset="0"/>
              </a:rPr>
              <a:t>5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10100</a:t>
            </a:r>
          </a:p>
        </p:txBody>
      </p:sp>
      <p:grpSp>
        <p:nvGrpSpPr>
          <p:cNvPr id="3" name="Group 25">
            <a:extLst>
              <a:ext uri="{FF2B5EF4-FFF2-40B4-BE49-F238E27FC236}">
                <a16:creationId xmlns:a16="http://schemas.microsoft.com/office/drawing/2014/main" id="{3E58631E-581B-493A-8289-1DA59A60BE81}"/>
              </a:ext>
            </a:extLst>
          </p:cNvPr>
          <p:cNvGrpSpPr>
            <a:grpSpLocks/>
          </p:cNvGrpSpPr>
          <p:nvPr/>
        </p:nvGrpSpPr>
        <p:grpSpPr bwMode="auto">
          <a:xfrm>
            <a:off x="1431925" y="914400"/>
            <a:ext cx="5172075" cy="579438"/>
            <a:chOff x="902" y="576"/>
            <a:chExt cx="3258" cy="365"/>
          </a:xfrm>
        </p:grpSpPr>
        <p:sp>
          <p:nvSpPr>
            <p:cNvPr id="30739" name="Text Box 26">
              <a:extLst>
                <a:ext uri="{FF2B5EF4-FFF2-40B4-BE49-F238E27FC236}">
                  <a16:creationId xmlns:a16="http://schemas.microsoft.com/office/drawing/2014/main" id="{96660A90-C111-4F45-9656-E856B8CCD0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" y="576"/>
              <a:ext cx="3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800" b="1" baseline="-25000">
                  <a:latin typeface="Times New Roman" panose="02020603050405020304" pitchFamily="18" charset="0"/>
                </a:rPr>
                <a:t>移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= 2</a:t>
              </a:r>
              <a:r>
                <a:rPr kumimoji="1" lang="en-US" altLang="zh-CN" b="1" i="1" baseline="40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+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（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b="1" i="1" baseline="40000">
                  <a:latin typeface="Times New Roman" panose="02020603050405020304" pitchFamily="18" charset="0"/>
                </a:rPr>
                <a:t>n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＞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≥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  2</a:t>
              </a:r>
              <a:r>
                <a:rPr kumimoji="1" lang="en-US" altLang="zh-CN" b="1" i="1" baseline="40000">
                  <a:latin typeface="Times New Roman" panose="02020603050405020304" pitchFamily="18" charset="0"/>
                </a:rPr>
                <a:t>n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）</a:t>
              </a:r>
            </a:p>
          </p:txBody>
        </p:sp>
        <p:sp>
          <p:nvSpPr>
            <p:cNvPr id="30740" name="Line 27">
              <a:extLst>
                <a:ext uri="{FF2B5EF4-FFF2-40B4-BE49-F238E27FC236}">
                  <a16:creationId xmlns:a16="http://schemas.microsoft.com/office/drawing/2014/main" id="{0D79C2B7-627E-47BB-881A-ABD3817B45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" y="768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676" name="Text Box 28">
            <a:extLst>
              <a:ext uri="{FF2B5EF4-FFF2-40B4-BE49-F238E27FC236}">
                <a16:creationId xmlns:a16="http://schemas.microsoft.com/office/drawing/2014/main" id="{FD7BAE34-C103-457E-9EF7-301918183F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5450" y="4906963"/>
            <a:ext cx="1631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1,10100</a:t>
            </a:r>
          </a:p>
        </p:txBody>
      </p:sp>
      <p:sp>
        <p:nvSpPr>
          <p:cNvPr id="27677" name="Text Box 29">
            <a:extLst>
              <a:ext uri="{FF2B5EF4-FFF2-40B4-BE49-F238E27FC236}">
                <a16:creationId xmlns:a16="http://schemas.microsoft.com/office/drawing/2014/main" id="{AE37251C-7AAB-4911-BAE8-2D386F96D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5450" y="6030913"/>
            <a:ext cx="1631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0,01100</a:t>
            </a:r>
          </a:p>
        </p:txBody>
      </p:sp>
      <p:sp>
        <p:nvSpPr>
          <p:cNvPr id="27678" name="Freeform 30">
            <a:extLst>
              <a:ext uri="{FF2B5EF4-FFF2-40B4-BE49-F238E27FC236}">
                <a16:creationId xmlns:a16="http://schemas.microsoft.com/office/drawing/2014/main" id="{85FDE4AE-D748-4085-AD2F-C30D79447090}"/>
              </a:ext>
            </a:extLst>
          </p:cNvPr>
          <p:cNvSpPr>
            <a:spLocks/>
          </p:cNvSpPr>
          <p:nvPr/>
        </p:nvSpPr>
        <p:spPr bwMode="auto">
          <a:xfrm>
            <a:off x="4806950" y="5360988"/>
            <a:ext cx="1746250" cy="430212"/>
          </a:xfrm>
          <a:custGeom>
            <a:avLst/>
            <a:gdLst>
              <a:gd name="T0" fmla="*/ 0 w 1152"/>
              <a:gd name="T1" fmla="*/ 0 h 240"/>
              <a:gd name="T2" fmla="*/ 0 w 1152"/>
              <a:gd name="T3" fmla="*/ 771176521 h 240"/>
              <a:gd name="T4" fmla="*/ 2147483646 w 1152"/>
              <a:gd name="T5" fmla="*/ 771176521 h 240"/>
              <a:gd name="T6" fmla="*/ 0 60000 65536"/>
              <a:gd name="T7" fmla="*/ 0 60000 65536"/>
              <a:gd name="T8" fmla="*/ 0 60000 65536"/>
              <a:gd name="T9" fmla="*/ 0 w 1152"/>
              <a:gd name="T10" fmla="*/ 0 h 240"/>
              <a:gd name="T11" fmla="*/ 1152 w 1152"/>
              <a:gd name="T12" fmla="*/ 240 h 2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152" h="240">
                <a:moveTo>
                  <a:pt x="0" y="0"/>
                </a:moveTo>
                <a:lnTo>
                  <a:pt x="0" y="240"/>
                </a:lnTo>
                <a:lnTo>
                  <a:pt x="1152" y="240"/>
                </a:lnTo>
              </a:path>
            </a:pathLst>
          </a:custGeom>
          <a:noFill/>
          <a:ln w="28575">
            <a:solidFill>
              <a:schemeClr val="tx1"/>
            </a:solidFill>
            <a:miter lim="800000"/>
            <a:headEnd type="stealth" w="med" len="med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7679" name="Freeform 31">
            <a:extLst>
              <a:ext uri="{FF2B5EF4-FFF2-40B4-BE49-F238E27FC236}">
                <a16:creationId xmlns:a16="http://schemas.microsoft.com/office/drawing/2014/main" id="{F3D03098-DBCA-4BA1-90A2-2A7B4CBE9B0F}"/>
              </a:ext>
            </a:extLst>
          </p:cNvPr>
          <p:cNvSpPr>
            <a:spLocks/>
          </p:cNvSpPr>
          <p:nvPr/>
        </p:nvSpPr>
        <p:spPr bwMode="auto">
          <a:xfrm>
            <a:off x="4840288" y="6224588"/>
            <a:ext cx="2819400" cy="533400"/>
          </a:xfrm>
          <a:custGeom>
            <a:avLst/>
            <a:gdLst>
              <a:gd name="T0" fmla="*/ 0 w 1776"/>
              <a:gd name="T1" fmla="*/ 483870000 h 336"/>
              <a:gd name="T2" fmla="*/ 0 w 1776"/>
              <a:gd name="T3" fmla="*/ 846772500 h 336"/>
              <a:gd name="T4" fmla="*/ 2147483646 w 1776"/>
              <a:gd name="T5" fmla="*/ 846772500 h 336"/>
              <a:gd name="T6" fmla="*/ 2147483646 w 1776"/>
              <a:gd name="T7" fmla="*/ 0 h 336"/>
              <a:gd name="T8" fmla="*/ 0 60000 65536"/>
              <a:gd name="T9" fmla="*/ 0 60000 65536"/>
              <a:gd name="T10" fmla="*/ 0 60000 65536"/>
              <a:gd name="T11" fmla="*/ 0 60000 65536"/>
              <a:gd name="T12" fmla="*/ 0 w 1776"/>
              <a:gd name="T13" fmla="*/ 0 h 336"/>
              <a:gd name="T14" fmla="*/ 1776 w 1776"/>
              <a:gd name="T15" fmla="*/ 336 h 3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776" h="336">
                <a:moveTo>
                  <a:pt x="0" y="192"/>
                </a:moveTo>
                <a:lnTo>
                  <a:pt x="0" y="336"/>
                </a:lnTo>
                <a:lnTo>
                  <a:pt x="1776" y="336"/>
                </a:lnTo>
                <a:lnTo>
                  <a:pt x="1776" y="0"/>
                </a:lnTo>
              </a:path>
            </a:pathLst>
          </a:custGeom>
          <a:noFill/>
          <a:ln w="28575">
            <a:solidFill>
              <a:schemeClr val="tx1"/>
            </a:solidFill>
            <a:miter lim="800000"/>
            <a:headEnd type="stealth" w="med" len="med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34" name="矩形 33">
            <a:extLst>
              <a:ext uri="{FF2B5EF4-FFF2-40B4-BE49-F238E27FC236}">
                <a16:creationId xmlns:a16="http://schemas.microsoft.com/office/drawing/2014/main" id="{76AA7A36-61B7-45F6-8BBC-84D861D0B6C8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7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7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7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7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7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7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7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51" dur="500"/>
                                        <p:tgtEl>
                                          <p:spTgt spid="27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27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27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27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71" dur="500"/>
                                        <p:tgtEl>
                                          <p:spTgt spid="27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651" grpId="0" autoUpdateAnimBg="0"/>
      <p:bldP spid="27652" grpId="0" autoUpdateAnimBg="0"/>
      <p:bldP spid="27667" grpId="0" autoUpdateAnimBg="0"/>
      <p:bldP spid="27668" grpId="0" autoUpdateAnimBg="0"/>
      <p:bldP spid="27669" grpId="0" autoUpdateAnimBg="0"/>
      <p:bldP spid="27670" grpId="0" autoUpdateAnimBg="0"/>
      <p:bldP spid="27671" grpId="0" autoUpdateAnimBg="0"/>
      <p:bldP spid="27672" grpId="0" autoUpdateAnimBg="0"/>
      <p:bldP spid="27676" grpId="0" autoUpdateAnimBg="0"/>
      <p:bldP spid="27677" grpId="0" autoUpdateAnimBg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Text Box 2">
            <a:extLst>
              <a:ext uri="{FF2B5EF4-FFF2-40B4-BE49-F238E27FC236}">
                <a16:creationId xmlns:a16="http://schemas.microsoft.com/office/drawing/2014/main" id="{22583410-AF09-4D62-92E1-3B8DEAE7AD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7525" y="501650"/>
            <a:ext cx="51212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(2)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移码和补码的比较</a:t>
            </a:r>
          </a:p>
        </p:txBody>
      </p:sp>
      <p:sp>
        <p:nvSpPr>
          <p:cNvPr id="28675" name="Text Box 3">
            <a:extLst>
              <a:ext uri="{FF2B5EF4-FFF2-40B4-BE49-F238E27FC236}">
                <a16:creationId xmlns:a16="http://schemas.microsoft.com/office/drawing/2014/main" id="{3962E4C0-FEBE-41DE-8956-C35E5A7862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466850"/>
            <a:ext cx="35956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设       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 = +1100100</a:t>
            </a:r>
          </a:p>
        </p:txBody>
      </p:sp>
      <p:sp>
        <p:nvSpPr>
          <p:cNvPr id="28676" name="Text Box 4">
            <a:extLst>
              <a:ext uri="{FF2B5EF4-FFF2-40B4-BE49-F238E27FC236}">
                <a16:creationId xmlns:a16="http://schemas.microsoft.com/office/drawing/2014/main" id="{A34BA0A9-83E5-4CFB-86AA-661AF76E08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2133600"/>
            <a:ext cx="35290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[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移</a:t>
            </a:r>
            <a:r>
              <a:rPr kumimoji="1" lang="zh-CN" altLang="en-US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= 2</a:t>
            </a:r>
            <a:r>
              <a:rPr kumimoji="1" lang="en-US" altLang="zh-CN" b="1" baseline="40000">
                <a:latin typeface="Times New Roman" panose="02020603050405020304" pitchFamily="18" charset="0"/>
              </a:rPr>
              <a:t>7</a:t>
            </a:r>
            <a:r>
              <a:rPr kumimoji="1" lang="en-US" altLang="zh-CN" b="1">
                <a:latin typeface="Times New Roman" panose="02020603050405020304" pitchFamily="18" charset="0"/>
              </a:rPr>
              <a:t> + 1100100</a:t>
            </a:r>
          </a:p>
        </p:txBody>
      </p:sp>
      <p:sp>
        <p:nvSpPr>
          <p:cNvPr id="28677" name="Text Box 5">
            <a:extLst>
              <a:ext uri="{FF2B5EF4-FFF2-40B4-BE49-F238E27FC236}">
                <a16:creationId xmlns:a16="http://schemas.microsoft.com/office/drawing/2014/main" id="{3F8AAAC7-47A7-4DB0-B567-B0DADD99E9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2895600"/>
            <a:ext cx="3062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[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= 0,1100100</a:t>
            </a:r>
          </a:p>
        </p:txBody>
      </p:sp>
      <p:sp>
        <p:nvSpPr>
          <p:cNvPr id="28678" name="Text Box 6">
            <a:extLst>
              <a:ext uri="{FF2B5EF4-FFF2-40B4-BE49-F238E27FC236}">
                <a16:creationId xmlns:a16="http://schemas.microsoft.com/office/drawing/2014/main" id="{31A84580-F932-4865-BA14-EE25162E16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3744913"/>
            <a:ext cx="35671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设       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 = </a:t>
            </a:r>
            <a:r>
              <a:rPr kumimoji="1" lang="en-US" altLang="zh-CN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b="1">
                <a:latin typeface="Times New Roman" panose="02020603050405020304" pitchFamily="18" charset="0"/>
              </a:rPr>
              <a:t>1100100</a:t>
            </a:r>
          </a:p>
        </p:txBody>
      </p:sp>
      <p:sp>
        <p:nvSpPr>
          <p:cNvPr id="28679" name="Text Box 7">
            <a:extLst>
              <a:ext uri="{FF2B5EF4-FFF2-40B4-BE49-F238E27FC236}">
                <a16:creationId xmlns:a16="http://schemas.microsoft.com/office/drawing/2014/main" id="{4E31980F-B8CE-4C63-9892-5435DE488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4411663"/>
            <a:ext cx="35004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[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移</a:t>
            </a:r>
            <a:r>
              <a:rPr kumimoji="1" lang="zh-CN" altLang="en-US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= 2</a:t>
            </a:r>
            <a:r>
              <a:rPr kumimoji="1" lang="en-US" altLang="zh-CN" b="1" baseline="40000">
                <a:latin typeface="Times New Roman" panose="02020603050405020304" pitchFamily="18" charset="0"/>
              </a:rPr>
              <a:t>7</a:t>
            </a:r>
            <a:r>
              <a:rPr kumimoji="1" lang="en-US" altLang="zh-CN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b="1">
                <a:latin typeface="Times New Roman" panose="02020603050405020304" pitchFamily="18" charset="0"/>
              </a:rPr>
              <a:t> 1100100</a:t>
            </a:r>
          </a:p>
        </p:txBody>
      </p:sp>
      <p:sp>
        <p:nvSpPr>
          <p:cNvPr id="28680" name="Text Box 8">
            <a:extLst>
              <a:ext uri="{FF2B5EF4-FFF2-40B4-BE49-F238E27FC236}">
                <a16:creationId xmlns:a16="http://schemas.microsoft.com/office/drawing/2014/main" id="{19F39451-D76A-4F91-B3DF-13E306C3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5105400"/>
            <a:ext cx="3062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[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= 1,0011100</a:t>
            </a:r>
          </a:p>
        </p:txBody>
      </p:sp>
      <p:sp>
        <p:nvSpPr>
          <p:cNvPr id="28681" name="Text Box 9">
            <a:extLst>
              <a:ext uri="{FF2B5EF4-FFF2-40B4-BE49-F238E27FC236}">
                <a16:creationId xmlns:a16="http://schemas.microsoft.com/office/drawing/2014/main" id="{AFEDB68D-09FC-4429-ACED-075C799D9E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3325" y="5897563"/>
            <a:ext cx="5080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补码与移码只差一个符号位</a:t>
            </a:r>
          </a:p>
        </p:txBody>
      </p:sp>
      <p:sp>
        <p:nvSpPr>
          <p:cNvPr id="28682" name="Text Box 10">
            <a:extLst>
              <a:ext uri="{FF2B5EF4-FFF2-40B4-BE49-F238E27FC236}">
                <a16:creationId xmlns:a16="http://schemas.microsoft.com/office/drawing/2014/main" id="{C202A054-CB00-40AD-A662-8B248AAD6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7800" y="2133600"/>
            <a:ext cx="22447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= 1,1100100</a:t>
            </a:r>
            <a:endParaRPr kumimoji="1" lang="en-US" altLang="zh-CN" sz="2800" b="1">
              <a:latin typeface="Times New Roman" panose="02020603050405020304" pitchFamily="18" charset="0"/>
            </a:endParaRPr>
          </a:p>
        </p:txBody>
      </p:sp>
      <p:sp>
        <p:nvSpPr>
          <p:cNvPr id="28683" name="Text Box 11">
            <a:extLst>
              <a:ext uri="{FF2B5EF4-FFF2-40B4-BE49-F238E27FC236}">
                <a16:creationId xmlns:a16="http://schemas.microsoft.com/office/drawing/2014/main" id="{F842A142-20A3-483C-9EFF-45BC2674B0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7800" y="4411663"/>
            <a:ext cx="22447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= 0,0011100</a:t>
            </a:r>
            <a:endParaRPr kumimoji="1" lang="en-US" altLang="zh-CN" sz="2800" b="1">
              <a:latin typeface="Times New Roman" panose="02020603050405020304" pitchFamily="18" charset="0"/>
            </a:endParaRPr>
          </a:p>
        </p:txBody>
      </p:sp>
      <p:sp>
        <p:nvSpPr>
          <p:cNvPr id="28684" name="Text Box 12">
            <a:extLst>
              <a:ext uri="{FF2B5EF4-FFF2-40B4-BE49-F238E27FC236}">
                <a16:creationId xmlns:a16="http://schemas.microsoft.com/office/drawing/2014/main" id="{A4E75D89-6B2E-404C-B07C-83A9AF7B4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5938" y="2133600"/>
            <a:ext cx="45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28685" name="Text Box 13">
            <a:extLst>
              <a:ext uri="{FF2B5EF4-FFF2-40B4-BE49-F238E27FC236}">
                <a16:creationId xmlns:a16="http://schemas.microsoft.com/office/drawing/2014/main" id="{BB5CEDF5-8E15-4417-AA93-5504F8199D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6713" y="2895600"/>
            <a:ext cx="45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28686" name="Text Box 14">
            <a:extLst>
              <a:ext uri="{FF2B5EF4-FFF2-40B4-BE49-F238E27FC236}">
                <a16:creationId xmlns:a16="http://schemas.microsoft.com/office/drawing/2014/main" id="{92D49BDB-C2C6-43D2-811A-9E61F73DA6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5938" y="4419600"/>
            <a:ext cx="45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28687" name="Text Box 15">
            <a:extLst>
              <a:ext uri="{FF2B5EF4-FFF2-40B4-BE49-F238E27FC236}">
                <a16:creationId xmlns:a16="http://schemas.microsoft.com/office/drawing/2014/main" id="{880C5F3F-D134-45B3-827B-C949313C7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6713" y="5105400"/>
            <a:ext cx="45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18" name="矩形 17">
            <a:extLst>
              <a:ext uri="{FF2B5EF4-FFF2-40B4-BE49-F238E27FC236}">
                <a16:creationId xmlns:a16="http://schemas.microsoft.com/office/drawing/2014/main" id="{D6462DE8-C40B-41E3-90B4-9C0898C4B28E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8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8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8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8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8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8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8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8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8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8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28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28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286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675" grpId="0" autoUpdateAnimBg="0"/>
      <p:bldP spid="28676" grpId="0" autoUpdateAnimBg="0"/>
      <p:bldP spid="28677" grpId="0" autoUpdateAnimBg="0"/>
      <p:bldP spid="28678" grpId="0" autoUpdateAnimBg="0"/>
      <p:bldP spid="28679" grpId="0" autoUpdateAnimBg="0"/>
      <p:bldP spid="28680" grpId="0" autoUpdateAnimBg="0"/>
      <p:bldP spid="28681" grpId="0" autoUpdateAnimBg="0"/>
      <p:bldP spid="28682" grpId="0" autoUpdateAnimBg="0"/>
      <p:bldP spid="28683" grpId="0" autoUpdateAnimBg="0"/>
      <p:bldP spid="28684" grpId="0" autoUpdateAnimBg="0"/>
      <p:bldP spid="28685" grpId="0" autoUpdateAnimBg="0"/>
      <p:bldP spid="28686" grpId="0" autoUpdateAnimBg="0"/>
      <p:bldP spid="28687" grpId="0" autoUpdateAnimBg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3BA7479D-75E6-454D-8EDC-DB5F96036F20}"/>
              </a:ext>
            </a:extLst>
          </p:cNvPr>
          <p:cNvGrpSpPr>
            <a:grpSpLocks/>
          </p:cNvGrpSpPr>
          <p:nvPr/>
        </p:nvGrpSpPr>
        <p:grpSpPr bwMode="auto">
          <a:xfrm>
            <a:off x="671513" y="2098675"/>
            <a:ext cx="1766887" cy="4149725"/>
            <a:chOff x="411" y="1322"/>
            <a:chExt cx="1113" cy="2614"/>
          </a:xfrm>
        </p:grpSpPr>
        <p:sp>
          <p:nvSpPr>
            <p:cNvPr id="32828" name="Text Box 3">
              <a:extLst>
                <a:ext uri="{FF2B5EF4-FFF2-40B4-BE49-F238E27FC236}">
                  <a16:creationId xmlns:a16="http://schemas.microsoft.com/office/drawing/2014/main" id="{43B90FEE-2400-4ED7-B7C7-CD529A4024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" y="1322"/>
              <a:ext cx="10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- 1 0 0 0 0 0</a:t>
              </a:r>
            </a:p>
          </p:txBody>
        </p:sp>
        <p:sp>
          <p:nvSpPr>
            <p:cNvPr id="32829" name="Text Box 4">
              <a:extLst>
                <a:ext uri="{FF2B5EF4-FFF2-40B4-BE49-F238E27FC236}">
                  <a16:creationId xmlns:a16="http://schemas.microsoft.com/office/drawing/2014/main" id="{AD329E34-B0FB-4024-B6C5-05C5F0AB1B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" y="1562"/>
              <a:ext cx="10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-    1 1 1 1 1</a:t>
              </a:r>
            </a:p>
          </p:txBody>
        </p:sp>
        <p:sp>
          <p:nvSpPr>
            <p:cNvPr id="32830" name="Text Box 5">
              <a:extLst>
                <a:ext uri="{FF2B5EF4-FFF2-40B4-BE49-F238E27FC236}">
                  <a16:creationId xmlns:a16="http://schemas.microsoft.com/office/drawing/2014/main" id="{F0A28DC9-2BA6-4BBA-A557-3EE1A13045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" y="1824"/>
              <a:ext cx="10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-    1 1 1 1 0</a:t>
              </a:r>
            </a:p>
          </p:txBody>
        </p:sp>
        <p:sp>
          <p:nvSpPr>
            <p:cNvPr id="32831" name="Text Box 6">
              <a:extLst>
                <a:ext uri="{FF2B5EF4-FFF2-40B4-BE49-F238E27FC236}">
                  <a16:creationId xmlns:a16="http://schemas.microsoft.com/office/drawing/2014/main" id="{18E6AA27-B093-45F0-BBD5-85BA6BD6A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" y="2245"/>
              <a:ext cx="10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-    0 0 0 0 1</a:t>
              </a:r>
            </a:p>
          </p:txBody>
        </p:sp>
        <p:sp>
          <p:nvSpPr>
            <p:cNvPr id="32832" name="Text Box 7">
              <a:extLst>
                <a:ext uri="{FF2B5EF4-FFF2-40B4-BE49-F238E27FC236}">
                  <a16:creationId xmlns:a16="http://schemas.microsoft.com/office/drawing/2014/main" id="{15121DBC-10AE-4F88-9B29-45C2AE582B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" y="2496"/>
              <a:ext cx="111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800" b="1">
                  <a:latin typeface="Times New Roman" panose="02020603050405020304" pitchFamily="18" charset="0"/>
                </a:rPr>
                <a:t> ±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  0 0 0 0 0</a:t>
              </a:r>
            </a:p>
          </p:txBody>
        </p:sp>
        <p:sp>
          <p:nvSpPr>
            <p:cNvPr id="32833" name="Text Box 8">
              <a:extLst>
                <a:ext uri="{FF2B5EF4-FFF2-40B4-BE49-F238E27FC236}">
                  <a16:creationId xmlns:a16="http://schemas.microsoft.com/office/drawing/2014/main" id="{A48AA17E-8CB3-4114-9B12-5B6E1F13E3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" y="2736"/>
              <a:ext cx="104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+   0 0 0 0 1</a:t>
              </a:r>
            </a:p>
          </p:txBody>
        </p:sp>
        <p:sp>
          <p:nvSpPr>
            <p:cNvPr id="32834" name="Text Box 9">
              <a:extLst>
                <a:ext uri="{FF2B5EF4-FFF2-40B4-BE49-F238E27FC236}">
                  <a16:creationId xmlns:a16="http://schemas.microsoft.com/office/drawing/2014/main" id="{EB863017-5291-4F84-B073-969D719D23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" y="2976"/>
              <a:ext cx="104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+   0 0 0 1 0</a:t>
              </a:r>
            </a:p>
          </p:txBody>
        </p:sp>
        <p:sp>
          <p:nvSpPr>
            <p:cNvPr id="32835" name="Text Box 10">
              <a:extLst>
                <a:ext uri="{FF2B5EF4-FFF2-40B4-BE49-F238E27FC236}">
                  <a16:creationId xmlns:a16="http://schemas.microsoft.com/office/drawing/2014/main" id="{A8844920-5A81-411E-8642-1721B5282F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" y="3408"/>
              <a:ext cx="104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+   1 1 1 1 0</a:t>
              </a:r>
            </a:p>
          </p:txBody>
        </p:sp>
        <p:sp>
          <p:nvSpPr>
            <p:cNvPr id="32836" name="Text Box 11">
              <a:extLst>
                <a:ext uri="{FF2B5EF4-FFF2-40B4-BE49-F238E27FC236}">
                  <a16:creationId xmlns:a16="http://schemas.microsoft.com/office/drawing/2014/main" id="{10A36B5B-B6CC-4279-B6A5-A4EED46BBB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" y="3648"/>
              <a:ext cx="104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+   1 1 1 1 1</a:t>
              </a:r>
            </a:p>
          </p:txBody>
        </p:sp>
        <p:sp>
          <p:nvSpPr>
            <p:cNvPr id="32837" name="Text Box 12">
              <a:extLst>
                <a:ext uri="{FF2B5EF4-FFF2-40B4-BE49-F238E27FC236}">
                  <a16:creationId xmlns:a16="http://schemas.microsoft.com/office/drawing/2014/main" id="{134D3B34-8B4C-4444-9C70-A59D3A8A8D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" y="2043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32838" name="Text Box 13">
              <a:extLst>
                <a:ext uri="{FF2B5EF4-FFF2-40B4-BE49-F238E27FC236}">
                  <a16:creationId xmlns:a16="http://schemas.microsoft.com/office/drawing/2014/main" id="{0E6D186D-4B5D-4157-91FD-42E544B291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" y="3206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3" name="Group 14">
            <a:extLst>
              <a:ext uri="{FF2B5EF4-FFF2-40B4-BE49-F238E27FC236}">
                <a16:creationId xmlns:a16="http://schemas.microsoft.com/office/drawing/2014/main" id="{13EEFDBA-3DFC-4BB2-88D2-4D3BDD475928}"/>
              </a:ext>
            </a:extLst>
          </p:cNvPr>
          <p:cNvGrpSpPr>
            <a:grpSpLocks/>
          </p:cNvGrpSpPr>
          <p:nvPr/>
        </p:nvGrpSpPr>
        <p:grpSpPr bwMode="auto">
          <a:xfrm>
            <a:off x="609600" y="1295400"/>
            <a:ext cx="8229600" cy="5105400"/>
            <a:chOff x="384" y="816"/>
            <a:chExt cx="5184" cy="3216"/>
          </a:xfrm>
        </p:grpSpPr>
        <p:sp>
          <p:nvSpPr>
            <p:cNvPr id="32819" name="Text Box 15">
              <a:extLst>
                <a:ext uri="{FF2B5EF4-FFF2-40B4-BE49-F238E27FC236}">
                  <a16:creationId xmlns:a16="http://schemas.microsoft.com/office/drawing/2014/main" id="{82CF61C5-B50F-4130-BF04-464052A10D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" y="912"/>
              <a:ext cx="126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真值 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( 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=</a:t>
              </a:r>
              <a:r>
                <a:rPr kumimoji="1" lang="en-US" altLang="zh-CN" sz="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5 )</a:t>
              </a:r>
            </a:p>
          </p:txBody>
        </p:sp>
        <p:sp>
          <p:nvSpPr>
            <p:cNvPr id="32820" name="Text Box 16">
              <a:extLst>
                <a:ext uri="{FF2B5EF4-FFF2-40B4-BE49-F238E27FC236}">
                  <a16:creationId xmlns:a16="http://schemas.microsoft.com/office/drawing/2014/main" id="{FCCE60EE-8B56-44FA-AD82-54E22A3E8A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3" y="864"/>
              <a:ext cx="50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</a:p>
          </p:txBody>
        </p:sp>
        <p:sp>
          <p:nvSpPr>
            <p:cNvPr id="32821" name="Text Box 17">
              <a:extLst>
                <a:ext uri="{FF2B5EF4-FFF2-40B4-BE49-F238E27FC236}">
                  <a16:creationId xmlns:a16="http://schemas.microsoft.com/office/drawing/2014/main" id="{319EC450-7A66-413E-A1A1-E1CA016B0A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6" y="864"/>
              <a:ext cx="50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移</a:t>
              </a:r>
            </a:p>
          </p:txBody>
        </p:sp>
        <p:sp>
          <p:nvSpPr>
            <p:cNvPr id="32822" name="Text Box 18">
              <a:extLst>
                <a:ext uri="{FF2B5EF4-FFF2-40B4-BE49-F238E27FC236}">
                  <a16:creationId xmlns:a16="http://schemas.microsoft.com/office/drawing/2014/main" id="{61336FF3-A8F5-4AD4-BEEA-680F7A96FD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4" y="816"/>
              <a:ext cx="926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0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000" b="1">
                  <a:latin typeface="Times New Roman" panose="02020603050405020304" pitchFamily="18" charset="0"/>
                </a:rPr>
                <a:t>] </a:t>
              </a:r>
              <a:r>
                <a:rPr kumimoji="1" lang="zh-CN" altLang="en-US" sz="2000" b="1" baseline="-25000">
                  <a:latin typeface="Times New Roman" panose="02020603050405020304" pitchFamily="18" charset="0"/>
                </a:rPr>
                <a:t>移</a:t>
              </a:r>
              <a:r>
                <a:rPr kumimoji="1" lang="zh-CN" altLang="en-US" sz="2000" b="1">
                  <a:latin typeface="Times New Roman" panose="02020603050405020304" pitchFamily="18" charset="0"/>
                </a:rPr>
                <a:t>对应的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000" b="1">
                  <a:latin typeface="Times New Roman" panose="02020603050405020304" pitchFamily="18" charset="0"/>
                </a:rPr>
                <a:t>十进制整数</a:t>
              </a:r>
            </a:p>
          </p:txBody>
        </p:sp>
        <p:sp>
          <p:nvSpPr>
            <p:cNvPr id="32823" name="Rectangle 19">
              <a:extLst>
                <a:ext uri="{FF2B5EF4-FFF2-40B4-BE49-F238E27FC236}">
                  <a16:creationId xmlns:a16="http://schemas.microsoft.com/office/drawing/2014/main" id="{20768858-CEFB-4B4F-B56D-AECBF7AA1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816"/>
              <a:ext cx="5184" cy="321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32824" name="Line 20">
              <a:extLst>
                <a:ext uri="{FF2B5EF4-FFF2-40B4-BE49-F238E27FC236}">
                  <a16:creationId xmlns:a16="http://schemas.microsoft.com/office/drawing/2014/main" id="{AD6526B6-451D-4A9D-8E5F-56818F618C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" y="1296"/>
              <a:ext cx="518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2825" name="Line 21">
              <a:extLst>
                <a:ext uri="{FF2B5EF4-FFF2-40B4-BE49-F238E27FC236}">
                  <a16:creationId xmlns:a16="http://schemas.microsoft.com/office/drawing/2014/main" id="{DC9EB10F-83BC-420A-B614-FDE672AA21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816"/>
              <a:ext cx="0" cy="321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2826" name="Line 22">
              <a:extLst>
                <a:ext uri="{FF2B5EF4-FFF2-40B4-BE49-F238E27FC236}">
                  <a16:creationId xmlns:a16="http://schemas.microsoft.com/office/drawing/2014/main" id="{0F00D313-4D95-4969-BA35-38E3BF3F79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6" y="816"/>
              <a:ext cx="0" cy="321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2827" name="Line 23">
              <a:extLst>
                <a:ext uri="{FF2B5EF4-FFF2-40B4-BE49-F238E27FC236}">
                  <a16:creationId xmlns:a16="http://schemas.microsoft.com/office/drawing/2014/main" id="{A1FA3DA7-734C-4096-A7B7-2779FA5284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2" y="816"/>
              <a:ext cx="0" cy="321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32772" name="Text Box 24">
            <a:extLst>
              <a:ext uri="{FF2B5EF4-FFF2-40B4-BE49-F238E27FC236}">
                <a16:creationId xmlns:a16="http://schemas.microsoft.com/office/drawing/2014/main" id="{3FB68370-3B48-4BAE-86A1-CB4D8369D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349250"/>
            <a:ext cx="67818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(3)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真值、补码和移码的对照表</a:t>
            </a:r>
          </a:p>
        </p:txBody>
      </p:sp>
      <p:grpSp>
        <p:nvGrpSpPr>
          <p:cNvPr id="4" name="Group 25">
            <a:extLst>
              <a:ext uri="{FF2B5EF4-FFF2-40B4-BE49-F238E27FC236}">
                <a16:creationId xmlns:a16="http://schemas.microsoft.com/office/drawing/2014/main" id="{C5D93516-6A07-499F-9727-25DE51375BC8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2098675"/>
            <a:ext cx="685800" cy="4149725"/>
            <a:chOff x="4704" y="1322"/>
            <a:chExt cx="432" cy="2614"/>
          </a:xfrm>
        </p:grpSpPr>
        <p:sp>
          <p:nvSpPr>
            <p:cNvPr id="32807" name="Text Box 26">
              <a:extLst>
                <a:ext uri="{FF2B5EF4-FFF2-40B4-BE49-F238E27FC236}">
                  <a16:creationId xmlns:a16="http://schemas.microsoft.com/office/drawing/2014/main" id="{927A3A96-E35D-4EB3-84F0-35079D14C2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0" y="2064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32808" name="Text Box 27">
              <a:extLst>
                <a:ext uri="{FF2B5EF4-FFF2-40B4-BE49-F238E27FC236}">
                  <a16:creationId xmlns:a16="http://schemas.microsoft.com/office/drawing/2014/main" id="{D105E898-23FD-49C9-B3DC-852214F6A9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0" y="3227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  <p:grpSp>
          <p:nvGrpSpPr>
            <p:cNvPr id="32809" name="Group 28">
              <a:extLst>
                <a:ext uri="{FF2B5EF4-FFF2-40B4-BE49-F238E27FC236}">
                  <a16:creationId xmlns:a16="http://schemas.microsoft.com/office/drawing/2014/main" id="{DE70E52A-0B84-44FE-B519-155E4AB2D3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04" y="1322"/>
              <a:ext cx="308" cy="2614"/>
              <a:chOff x="4704" y="1322"/>
              <a:chExt cx="308" cy="2614"/>
            </a:xfrm>
          </p:grpSpPr>
          <p:sp>
            <p:nvSpPr>
              <p:cNvPr id="32810" name="Text Box 29">
                <a:extLst>
                  <a:ext uri="{FF2B5EF4-FFF2-40B4-BE49-F238E27FC236}">
                    <a16:creationId xmlns:a16="http://schemas.microsoft.com/office/drawing/2014/main" id="{AE4E886D-3117-415E-BAD4-989DCCB510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80" y="1322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32811" name="Text Box 30">
                <a:extLst>
                  <a:ext uri="{FF2B5EF4-FFF2-40B4-BE49-F238E27FC236}">
                    <a16:creationId xmlns:a16="http://schemas.microsoft.com/office/drawing/2014/main" id="{EE4FAD41-5AA5-495C-9703-F1AA485220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80" y="1562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1</a:t>
                </a:r>
                <a:endParaRPr kumimoji="1" lang="en-US" altLang="zh-CN" sz="28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812" name="Text Box 31">
                <a:extLst>
                  <a:ext uri="{FF2B5EF4-FFF2-40B4-BE49-F238E27FC236}">
                    <a16:creationId xmlns:a16="http://schemas.microsoft.com/office/drawing/2014/main" id="{5B05EE61-99EC-43E0-9561-DAB71C2396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80" y="1824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32813" name="Text Box 32">
                <a:extLst>
                  <a:ext uri="{FF2B5EF4-FFF2-40B4-BE49-F238E27FC236}">
                    <a16:creationId xmlns:a16="http://schemas.microsoft.com/office/drawing/2014/main" id="{C3E378CF-3006-4CD1-B124-E066DF525E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04" y="2245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32814" name="Text Box 33">
                <a:extLst>
                  <a:ext uri="{FF2B5EF4-FFF2-40B4-BE49-F238E27FC236}">
                    <a16:creationId xmlns:a16="http://schemas.microsoft.com/office/drawing/2014/main" id="{DD028084-76A0-4AE6-8108-1D0F69D889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04" y="249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32</a:t>
                </a:r>
              </a:p>
            </p:txBody>
          </p:sp>
          <p:sp>
            <p:nvSpPr>
              <p:cNvPr id="32815" name="Text Box 34">
                <a:extLst>
                  <a:ext uri="{FF2B5EF4-FFF2-40B4-BE49-F238E27FC236}">
                    <a16:creationId xmlns:a16="http://schemas.microsoft.com/office/drawing/2014/main" id="{232A4064-21A3-48C6-BEE5-B7F7E46028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04" y="273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33</a:t>
                </a:r>
              </a:p>
            </p:txBody>
          </p:sp>
          <p:sp>
            <p:nvSpPr>
              <p:cNvPr id="32816" name="Text Box 35">
                <a:extLst>
                  <a:ext uri="{FF2B5EF4-FFF2-40B4-BE49-F238E27FC236}">
                    <a16:creationId xmlns:a16="http://schemas.microsoft.com/office/drawing/2014/main" id="{75C09A68-0D19-4291-9990-70126F7A6B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04" y="297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34</a:t>
                </a:r>
              </a:p>
            </p:txBody>
          </p:sp>
          <p:sp>
            <p:nvSpPr>
              <p:cNvPr id="32817" name="Text Box 36">
                <a:extLst>
                  <a:ext uri="{FF2B5EF4-FFF2-40B4-BE49-F238E27FC236}">
                    <a16:creationId xmlns:a16="http://schemas.microsoft.com/office/drawing/2014/main" id="{23BF2D03-6A16-4FB3-9A51-17D515C59D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04" y="3408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62</a:t>
                </a:r>
              </a:p>
            </p:txBody>
          </p:sp>
          <p:sp>
            <p:nvSpPr>
              <p:cNvPr id="32818" name="Text Box 37">
                <a:extLst>
                  <a:ext uri="{FF2B5EF4-FFF2-40B4-BE49-F238E27FC236}">
                    <a16:creationId xmlns:a16="http://schemas.microsoft.com/office/drawing/2014/main" id="{9FD6A117-D9F0-4A5F-9E66-055DD0A67D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04" y="3648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63</a:t>
                </a:r>
              </a:p>
            </p:txBody>
          </p:sp>
        </p:grpSp>
      </p:grpSp>
      <p:grpSp>
        <p:nvGrpSpPr>
          <p:cNvPr id="7" name="Group 38">
            <a:extLst>
              <a:ext uri="{FF2B5EF4-FFF2-40B4-BE49-F238E27FC236}">
                <a16:creationId xmlns:a16="http://schemas.microsoft.com/office/drawing/2014/main" id="{8CDE865C-726F-451B-946A-BAB224B53F5B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2098675"/>
            <a:ext cx="1479550" cy="4149725"/>
            <a:chOff x="3302" y="1322"/>
            <a:chExt cx="932" cy="2614"/>
          </a:xfrm>
        </p:grpSpPr>
        <p:sp>
          <p:nvSpPr>
            <p:cNvPr id="32796" name="Text Box 39">
              <a:extLst>
                <a:ext uri="{FF2B5EF4-FFF2-40B4-BE49-F238E27FC236}">
                  <a16:creationId xmlns:a16="http://schemas.microsoft.com/office/drawing/2014/main" id="{1D24ACB8-8FCA-481A-9B61-649758A765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38" y="2064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32797" name="Text Box 40">
              <a:extLst>
                <a:ext uri="{FF2B5EF4-FFF2-40B4-BE49-F238E27FC236}">
                  <a16:creationId xmlns:a16="http://schemas.microsoft.com/office/drawing/2014/main" id="{2D9989F0-F49E-4EFB-915D-2A627E30AB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38" y="3227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32798" name="Text Box 41">
              <a:extLst>
                <a:ext uri="{FF2B5EF4-FFF2-40B4-BE49-F238E27FC236}">
                  <a16:creationId xmlns:a16="http://schemas.microsoft.com/office/drawing/2014/main" id="{CF4D3B19-2F7C-42C4-9E91-A1FF9A4D34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2" y="1322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0 0 0 0 0 0</a:t>
              </a:r>
            </a:p>
          </p:txBody>
        </p:sp>
        <p:sp>
          <p:nvSpPr>
            <p:cNvPr id="32799" name="Text Box 42">
              <a:extLst>
                <a:ext uri="{FF2B5EF4-FFF2-40B4-BE49-F238E27FC236}">
                  <a16:creationId xmlns:a16="http://schemas.microsoft.com/office/drawing/2014/main" id="{F24A5CD8-8D8B-42CD-BA14-6AD77B440C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2" y="1824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0 0 0 0 1 0</a:t>
              </a:r>
            </a:p>
          </p:txBody>
        </p:sp>
        <p:sp>
          <p:nvSpPr>
            <p:cNvPr id="32800" name="Text Box 43">
              <a:extLst>
                <a:ext uri="{FF2B5EF4-FFF2-40B4-BE49-F238E27FC236}">
                  <a16:creationId xmlns:a16="http://schemas.microsoft.com/office/drawing/2014/main" id="{4ABB77AF-3692-4991-B065-E53442DFFF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2" y="1562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0 0 0 0 0 1</a:t>
              </a:r>
            </a:p>
          </p:txBody>
        </p:sp>
        <p:sp>
          <p:nvSpPr>
            <p:cNvPr id="32801" name="Text Box 44">
              <a:extLst>
                <a:ext uri="{FF2B5EF4-FFF2-40B4-BE49-F238E27FC236}">
                  <a16:creationId xmlns:a16="http://schemas.microsoft.com/office/drawing/2014/main" id="{A6406D16-587F-4CA4-B6A9-C4FBA3154E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2" y="2245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0 1 1 1 1 1</a:t>
              </a:r>
            </a:p>
          </p:txBody>
        </p:sp>
        <p:sp>
          <p:nvSpPr>
            <p:cNvPr id="32802" name="Text Box 45">
              <a:extLst>
                <a:ext uri="{FF2B5EF4-FFF2-40B4-BE49-F238E27FC236}">
                  <a16:creationId xmlns:a16="http://schemas.microsoft.com/office/drawing/2014/main" id="{534154A1-083D-43D3-855D-9663B0010B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2" y="2496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1 0 0 0 0 0</a:t>
              </a:r>
            </a:p>
          </p:txBody>
        </p:sp>
        <p:sp>
          <p:nvSpPr>
            <p:cNvPr id="32803" name="Text Box 46">
              <a:extLst>
                <a:ext uri="{FF2B5EF4-FFF2-40B4-BE49-F238E27FC236}">
                  <a16:creationId xmlns:a16="http://schemas.microsoft.com/office/drawing/2014/main" id="{8063BB4F-9F6F-4985-9707-3CB205ED9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2" y="2736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1 0 0 0 0 1</a:t>
              </a:r>
              <a:endParaRPr kumimoji="1" lang="en-US" altLang="zh-CN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32804" name="Text Box 47">
              <a:extLst>
                <a:ext uri="{FF2B5EF4-FFF2-40B4-BE49-F238E27FC236}">
                  <a16:creationId xmlns:a16="http://schemas.microsoft.com/office/drawing/2014/main" id="{0C86B70E-4C6B-4166-980A-F14BF977EF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2" y="2976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1 0 0 0 1 0</a:t>
              </a:r>
              <a:endParaRPr kumimoji="1" lang="en-US" altLang="zh-CN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32805" name="Text Box 48">
              <a:extLst>
                <a:ext uri="{FF2B5EF4-FFF2-40B4-BE49-F238E27FC236}">
                  <a16:creationId xmlns:a16="http://schemas.microsoft.com/office/drawing/2014/main" id="{6A77DDB8-9F70-4A6F-838A-BD52A80922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2" y="3408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1 1 1 1 1 0</a:t>
              </a:r>
              <a:endParaRPr kumimoji="1" lang="en-US" altLang="zh-CN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32806" name="Text Box 49">
              <a:extLst>
                <a:ext uri="{FF2B5EF4-FFF2-40B4-BE49-F238E27FC236}">
                  <a16:creationId xmlns:a16="http://schemas.microsoft.com/office/drawing/2014/main" id="{9719AAD5-C36D-46F5-AA3D-627150C3E7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2" y="3648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1 1 1 1 1 1</a:t>
              </a:r>
              <a:endParaRPr kumimoji="1" lang="en-US" altLang="zh-CN" sz="2800" b="1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5" name="Group 50">
            <a:extLst>
              <a:ext uri="{FF2B5EF4-FFF2-40B4-BE49-F238E27FC236}">
                <a16:creationId xmlns:a16="http://schemas.microsoft.com/office/drawing/2014/main" id="{09BA2DD7-5FB7-4804-9D06-23C99254C921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2098675"/>
            <a:ext cx="1479550" cy="4149725"/>
            <a:chOff x="1958" y="1322"/>
            <a:chExt cx="932" cy="2614"/>
          </a:xfrm>
        </p:grpSpPr>
        <p:sp>
          <p:nvSpPr>
            <p:cNvPr id="32785" name="Text Box 51">
              <a:extLst>
                <a:ext uri="{FF2B5EF4-FFF2-40B4-BE49-F238E27FC236}">
                  <a16:creationId xmlns:a16="http://schemas.microsoft.com/office/drawing/2014/main" id="{522DBF88-0641-42FA-B23F-DED2449B61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4" y="2043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32786" name="Text Box 52">
              <a:extLst>
                <a:ext uri="{FF2B5EF4-FFF2-40B4-BE49-F238E27FC236}">
                  <a16:creationId xmlns:a16="http://schemas.microsoft.com/office/drawing/2014/main" id="{3838A95B-9F0F-4CEE-9C7F-1156ABE84B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4" y="3206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32787" name="Text Box 53">
              <a:extLst>
                <a:ext uri="{FF2B5EF4-FFF2-40B4-BE49-F238E27FC236}">
                  <a16:creationId xmlns:a16="http://schemas.microsoft.com/office/drawing/2014/main" id="{4A7000C1-0044-4578-BC77-5558FC41BB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58" y="3648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0 1 1 1 1 1</a:t>
              </a:r>
              <a:endParaRPr kumimoji="1" lang="en-US" altLang="zh-CN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32788" name="Text Box 54">
              <a:extLst>
                <a:ext uri="{FF2B5EF4-FFF2-40B4-BE49-F238E27FC236}">
                  <a16:creationId xmlns:a16="http://schemas.microsoft.com/office/drawing/2014/main" id="{34010807-5DED-4090-B864-AE5A2DE5A4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58" y="3408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0 1 1 1 1 0</a:t>
              </a:r>
              <a:endParaRPr kumimoji="1" lang="en-US" altLang="zh-CN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32789" name="Text Box 55">
              <a:extLst>
                <a:ext uri="{FF2B5EF4-FFF2-40B4-BE49-F238E27FC236}">
                  <a16:creationId xmlns:a16="http://schemas.microsoft.com/office/drawing/2014/main" id="{F5BD59DA-23AC-42FF-95FA-2747CA1B91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58" y="2976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0 0 0 0 1 0</a:t>
              </a:r>
              <a:endParaRPr kumimoji="1" lang="en-US" altLang="zh-CN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32790" name="Text Box 56">
              <a:extLst>
                <a:ext uri="{FF2B5EF4-FFF2-40B4-BE49-F238E27FC236}">
                  <a16:creationId xmlns:a16="http://schemas.microsoft.com/office/drawing/2014/main" id="{FD9F6705-5601-4420-9004-9DA23ABB45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58" y="2736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0 0 0 0 0 1</a:t>
              </a:r>
              <a:endParaRPr kumimoji="1" lang="en-US" altLang="zh-CN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32791" name="Text Box 57">
              <a:extLst>
                <a:ext uri="{FF2B5EF4-FFF2-40B4-BE49-F238E27FC236}">
                  <a16:creationId xmlns:a16="http://schemas.microsoft.com/office/drawing/2014/main" id="{39AD2E9E-F59E-46D3-870F-AAC79361B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58" y="2496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0 0 0 0 0 0</a:t>
              </a:r>
              <a:endParaRPr kumimoji="1" lang="en-US" altLang="zh-CN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32792" name="Text Box 58">
              <a:extLst>
                <a:ext uri="{FF2B5EF4-FFF2-40B4-BE49-F238E27FC236}">
                  <a16:creationId xmlns:a16="http://schemas.microsoft.com/office/drawing/2014/main" id="{17535C91-25B4-4156-B48B-1129472DE8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58" y="2245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1 1 1 1 1 1</a:t>
              </a:r>
              <a:endParaRPr kumimoji="1" lang="en-US" altLang="zh-CN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32793" name="Text Box 59">
              <a:extLst>
                <a:ext uri="{FF2B5EF4-FFF2-40B4-BE49-F238E27FC236}">
                  <a16:creationId xmlns:a16="http://schemas.microsoft.com/office/drawing/2014/main" id="{5A6E1B57-FC62-4E1E-84F0-F20F9AF770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58" y="1824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1 0 0 0 1 0</a:t>
              </a:r>
            </a:p>
          </p:txBody>
        </p:sp>
        <p:sp>
          <p:nvSpPr>
            <p:cNvPr id="32794" name="Text Box 60">
              <a:extLst>
                <a:ext uri="{FF2B5EF4-FFF2-40B4-BE49-F238E27FC236}">
                  <a16:creationId xmlns:a16="http://schemas.microsoft.com/office/drawing/2014/main" id="{EAFFCAD3-B71B-44B6-8F98-A741DF8EB7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58" y="1562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1 0 0 0 0 1</a:t>
              </a:r>
              <a:endParaRPr kumimoji="1" lang="en-US" altLang="zh-CN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32795" name="Text Box 61">
              <a:extLst>
                <a:ext uri="{FF2B5EF4-FFF2-40B4-BE49-F238E27FC236}">
                  <a16:creationId xmlns:a16="http://schemas.microsoft.com/office/drawing/2014/main" id="{8659BB32-F8AB-4F75-9540-B55DA9A950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58" y="1322"/>
              <a:ext cx="9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1 0 0 0 0 0</a:t>
              </a:r>
              <a:endParaRPr kumimoji="1" lang="en-US" altLang="zh-CN" sz="2800" b="1">
                <a:latin typeface="Times New Roman" panose="02020603050405020304" pitchFamily="18" charset="0"/>
              </a:endParaRPr>
            </a:p>
          </p:txBody>
        </p:sp>
      </p:grpSp>
      <p:sp>
        <p:nvSpPr>
          <p:cNvPr id="29758" name="Text Box 62">
            <a:extLst>
              <a:ext uri="{FF2B5EF4-FFF2-40B4-BE49-F238E27FC236}">
                <a16:creationId xmlns:a16="http://schemas.microsoft.com/office/drawing/2014/main" id="{A8B44BC2-2DD9-495A-8531-A115DAEA54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9463" y="2105025"/>
            <a:ext cx="165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- 1 0 0 0 0 0</a:t>
            </a:r>
          </a:p>
        </p:txBody>
      </p:sp>
      <p:sp>
        <p:nvSpPr>
          <p:cNvPr id="29759" name="Text Box 63">
            <a:extLst>
              <a:ext uri="{FF2B5EF4-FFF2-40B4-BE49-F238E27FC236}">
                <a16:creationId xmlns:a16="http://schemas.microsoft.com/office/drawing/2014/main" id="{68DCD192-EECA-440E-8D82-61BCDA7B51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13" y="3962400"/>
            <a:ext cx="17668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1800" b="1">
                <a:solidFill>
                  <a:schemeClr val="folHlink"/>
                </a:solidFill>
                <a:latin typeface="Times New Roman" panose="02020603050405020304" pitchFamily="18" charset="0"/>
              </a:rPr>
              <a:t> ±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   0 0 0 0 0</a:t>
            </a:r>
          </a:p>
        </p:txBody>
      </p:sp>
      <p:sp>
        <p:nvSpPr>
          <p:cNvPr id="29760" name="Text Box 64">
            <a:extLst>
              <a:ext uri="{FF2B5EF4-FFF2-40B4-BE49-F238E27FC236}">
                <a16:creationId xmlns:a16="http://schemas.microsoft.com/office/drawing/2014/main" id="{40814272-E1DA-47AA-8AFF-D20242FED7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288" y="5791200"/>
            <a:ext cx="16525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+   1 1 1 1 1</a:t>
            </a:r>
          </a:p>
        </p:txBody>
      </p:sp>
      <p:sp>
        <p:nvSpPr>
          <p:cNvPr id="29761" name="Text Box 65">
            <a:extLst>
              <a:ext uri="{FF2B5EF4-FFF2-40B4-BE49-F238E27FC236}">
                <a16:creationId xmlns:a16="http://schemas.microsoft.com/office/drawing/2014/main" id="{46BF4576-322D-43EB-9709-FB38CA39AD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9200" y="2105025"/>
            <a:ext cx="1479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0 0 0 0 0 0</a:t>
            </a:r>
          </a:p>
        </p:txBody>
      </p:sp>
      <p:sp>
        <p:nvSpPr>
          <p:cNvPr id="29762" name="Text Box 66">
            <a:extLst>
              <a:ext uri="{FF2B5EF4-FFF2-40B4-BE49-F238E27FC236}">
                <a16:creationId xmlns:a16="http://schemas.microsoft.com/office/drawing/2014/main" id="{8E19D5EF-62C2-4014-9BD9-8C53D1F6D0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9200" y="5791200"/>
            <a:ext cx="1479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1 1 1 1 1 1</a:t>
            </a:r>
            <a:endParaRPr kumimoji="1" lang="en-US" altLang="zh-CN" sz="2800" b="1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9763" name="Text Box 67">
            <a:extLst>
              <a:ext uri="{FF2B5EF4-FFF2-40B4-BE49-F238E27FC236}">
                <a16:creationId xmlns:a16="http://schemas.microsoft.com/office/drawing/2014/main" id="{6A06E1AB-4E60-4927-989D-493B40D53A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3962400"/>
            <a:ext cx="1479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0 0 0 0 0 0</a:t>
            </a:r>
            <a:endParaRPr kumimoji="1" lang="en-US" altLang="zh-CN" sz="2800" b="1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9764" name="Text Box 68">
            <a:extLst>
              <a:ext uri="{FF2B5EF4-FFF2-40B4-BE49-F238E27FC236}">
                <a16:creationId xmlns:a16="http://schemas.microsoft.com/office/drawing/2014/main" id="{998E6EEE-CAD2-40C6-AE2F-E1A4A8E011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9200" y="3962400"/>
            <a:ext cx="1479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1 0 0 0 0 0</a:t>
            </a:r>
            <a:endParaRPr kumimoji="1" lang="en-US" altLang="zh-CN" sz="2800" b="1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71" name="矩形 70">
            <a:extLst>
              <a:ext uri="{FF2B5EF4-FFF2-40B4-BE49-F238E27FC236}">
                <a16:creationId xmlns:a16="http://schemas.microsoft.com/office/drawing/2014/main" id="{BF9677D7-4568-4CC1-B9E0-1739BE206247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2" dur="500"/>
                                        <p:tgtEl>
                                          <p:spTgt spid="29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7" dur="500"/>
                                        <p:tgtEl>
                                          <p:spTgt spid="29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2" dur="500"/>
                                        <p:tgtEl>
                                          <p:spTgt spid="29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7" dur="500"/>
                                        <p:tgtEl>
                                          <p:spTgt spid="29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2" dur="500"/>
                                        <p:tgtEl>
                                          <p:spTgt spid="29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7" dur="500"/>
                                        <p:tgtEl>
                                          <p:spTgt spid="29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2" dur="500"/>
                                        <p:tgtEl>
                                          <p:spTgt spid="29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758" grpId="0" autoUpdateAnimBg="0"/>
      <p:bldP spid="29759" grpId="0" autoUpdateAnimBg="0"/>
      <p:bldP spid="29760" grpId="0" autoUpdateAnimBg="0"/>
      <p:bldP spid="29761" grpId="0" autoUpdateAnimBg="0"/>
      <p:bldP spid="29762" grpId="0" autoUpdateAnimBg="0"/>
      <p:bldP spid="29763" grpId="0" autoUpdateAnimBg="0"/>
      <p:bldP spid="29764" grpId="0" autoUpdateAnimBg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Text Box 2">
            <a:extLst>
              <a:ext uri="{FF2B5EF4-FFF2-40B4-BE49-F238E27FC236}">
                <a16:creationId xmlns:a16="http://schemas.microsoft.com/office/drawing/2014/main" id="{1D466866-AF8B-424A-BABB-9E5858ED60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914400"/>
            <a:ext cx="24653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Ø"/>
            </a:pP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b="1">
                <a:latin typeface="Times New Roman" panose="02020603050405020304" pitchFamily="18" charset="0"/>
              </a:rPr>
              <a:t>当 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 = 0 </a:t>
            </a:r>
            <a:r>
              <a:rPr kumimoji="1" lang="zh-CN" altLang="en-US" b="1">
                <a:latin typeface="Times New Roman" panose="02020603050405020304" pitchFamily="18" charset="0"/>
              </a:rPr>
              <a:t>时</a:t>
            </a:r>
          </a:p>
        </p:txBody>
      </p:sp>
      <p:sp>
        <p:nvSpPr>
          <p:cNvPr id="30723" name="Text Box 3">
            <a:extLst>
              <a:ext uri="{FF2B5EF4-FFF2-40B4-BE49-F238E27FC236}">
                <a16:creationId xmlns:a16="http://schemas.microsoft.com/office/drawing/2014/main" id="{E2E95B35-7AF9-48D9-BD69-95476B3F65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6925" y="914400"/>
            <a:ext cx="25415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[+0]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移</a:t>
            </a:r>
            <a:r>
              <a:rPr kumimoji="1" lang="zh-CN" altLang="en-US" b="1">
                <a:latin typeface="Times New Roman" panose="02020603050405020304" pitchFamily="18" charset="0"/>
              </a:rPr>
              <a:t> </a:t>
            </a:r>
            <a:r>
              <a:rPr kumimoji="1" lang="en-US" altLang="zh-CN" b="1">
                <a:latin typeface="Times New Roman" panose="02020603050405020304" pitchFamily="18" charset="0"/>
              </a:rPr>
              <a:t>= 2</a:t>
            </a:r>
            <a:r>
              <a:rPr kumimoji="1" lang="en-US" altLang="zh-CN" b="1" baseline="40000">
                <a:latin typeface="Times New Roman" panose="02020603050405020304" pitchFamily="18" charset="0"/>
              </a:rPr>
              <a:t>5</a:t>
            </a:r>
            <a:r>
              <a:rPr kumimoji="1" lang="en-US" altLang="zh-CN" b="1">
                <a:latin typeface="Times New Roman" panose="02020603050405020304" pitchFamily="18" charset="0"/>
              </a:rPr>
              <a:t> + 0</a:t>
            </a:r>
          </a:p>
        </p:txBody>
      </p:sp>
      <p:sp>
        <p:nvSpPr>
          <p:cNvPr id="30724" name="Text Box 4">
            <a:extLst>
              <a:ext uri="{FF2B5EF4-FFF2-40B4-BE49-F238E27FC236}">
                <a16:creationId xmlns:a16="http://schemas.microsoft.com/office/drawing/2014/main" id="{42ADAB24-765E-44B8-B3A0-E3297F9B41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200400"/>
            <a:ext cx="24876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Ø"/>
            </a:pP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b="1">
                <a:latin typeface="Times New Roman" panose="02020603050405020304" pitchFamily="18" charset="0"/>
              </a:rPr>
              <a:t>当 </a:t>
            </a:r>
            <a:r>
              <a:rPr kumimoji="1" lang="en-US" altLang="zh-CN" b="1" i="1">
                <a:latin typeface="Times New Roman" panose="02020603050405020304" pitchFamily="18" charset="0"/>
              </a:rPr>
              <a:t>n</a:t>
            </a:r>
            <a:r>
              <a:rPr kumimoji="1" lang="en-US" altLang="zh-CN" b="1">
                <a:latin typeface="Times New Roman" panose="02020603050405020304" pitchFamily="18" charset="0"/>
              </a:rPr>
              <a:t> = 5 </a:t>
            </a:r>
            <a:r>
              <a:rPr kumimoji="1" lang="zh-CN" altLang="en-US" b="1">
                <a:latin typeface="Times New Roman" panose="02020603050405020304" pitchFamily="18" charset="0"/>
              </a:rPr>
              <a:t>时</a:t>
            </a:r>
          </a:p>
        </p:txBody>
      </p:sp>
      <p:sp>
        <p:nvSpPr>
          <p:cNvPr id="30725" name="Text Box 5">
            <a:extLst>
              <a:ext uri="{FF2B5EF4-FFF2-40B4-BE49-F238E27FC236}">
                <a16:creationId xmlns:a16="http://schemas.microsoft.com/office/drawing/2014/main" id="{FA3EBE66-1E44-44BF-86DC-F3ED9EA412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6325" y="4667250"/>
            <a:ext cx="5384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可见，</a:t>
            </a: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最小真值的移码为全 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33798" name="Text Box 6">
            <a:extLst>
              <a:ext uri="{FF2B5EF4-FFF2-40B4-BE49-F238E27FC236}">
                <a16:creationId xmlns:a16="http://schemas.microsoft.com/office/drawing/2014/main" id="{C46D663C-5CA2-4AB3-A446-41B6E75F6A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152400"/>
            <a:ext cx="4038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(4)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移码的特点</a:t>
            </a:r>
          </a:p>
        </p:txBody>
      </p:sp>
      <p:sp>
        <p:nvSpPr>
          <p:cNvPr id="30727" name="Text Box 7">
            <a:extLst>
              <a:ext uri="{FF2B5EF4-FFF2-40B4-BE49-F238E27FC236}">
                <a16:creationId xmlns:a16="http://schemas.microsoft.com/office/drawing/2014/main" id="{82391BF6-8917-4ABB-901A-0006A12189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5925" y="5334000"/>
            <a:ext cx="46720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用移码表示浮点数的阶码</a:t>
            </a:r>
          </a:p>
        </p:txBody>
      </p:sp>
      <p:sp>
        <p:nvSpPr>
          <p:cNvPr id="30728" name="Text Box 8">
            <a:extLst>
              <a:ext uri="{FF2B5EF4-FFF2-40B4-BE49-F238E27FC236}">
                <a16:creationId xmlns:a16="http://schemas.microsoft.com/office/drawing/2014/main" id="{9CD9DD36-C410-417F-8601-B12C940CB4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1800" y="5913438"/>
            <a:ext cx="58959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能方便地判断浮点数的阶码大小</a:t>
            </a:r>
          </a:p>
        </p:txBody>
      </p:sp>
      <p:sp>
        <p:nvSpPr>
          <p:cNvPr id="30729" name="Text Box 9">
            <a:extLst>
              <a:ext uri="{FF2B5EF4-FFF2-40B4-BE49-F238E27FC236}">
                <a16:creationId xmlns:a16="http://schemas.microsoft.com/office/drawing/2014/main" id="{A8978A1F-1B86-4CCB-8629-F5023F1580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914400"/>
            <a:ext cx="18383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= 1,00000</a:t>
            </a:r>
          </a:p>
        </p:txBody>
      </p:sp>
      <p:sp>
        <p:nvSpPr>
          <p:cNvPr id="30730" name="Text Box 10">
            <a:extLst>
              <a:ext uri="{FF2B5EF4-FFF2-40B4-BE49-F238E27FC236}">
                <a16:creationId xmlns:a16="http://schemas.microsoft.com/office/drawing/2014/main" id="{BCC0E4EA-D994-45A1-88AF-269168360E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1477963"/>
            <a:ext cx="18383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= 1,00000</a:t>
            </a:r>
          </a:p>
        </p:txBody>
      </p:sp>
      <p:sp>
        <p:nvSpPr>
          <p:cNvPr id="30731" name="Text Box 11">
            <a:extLst>
              <a:ext uri="{FF2B5EF4-FFF2-40B4-BE49-F238E27FC236}">
                <a16:creationId xmlns:a16="http://schemas.microsoft.com/office/drawing/2014/main" id="{CAEE1186-B443-4994-ABBD-BC9AAE73B1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5275" y="3840163"/>
            <a:ext cx="21748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=   000000</a:t>
            </a:r>
          </a:p>
        </p:txBody>
      </p:sp>
      <p:grpSp>
        <p:nvGrpSpPr>
          <p:cNvPr id="2" name="Group 13">
            <a:extLst>
              <a:ext uri="{FF2B5EF4-FFF2-40B4-BE49-F238E27FC236}">
                <a16:creationId xmlns:a16="http://schemas.microsoft.com/office/drawing/2014/main" id="{98B3DD1C-8867-40B0-891A-51B5308D7EEC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1530350"/>
            <a:ext cx="2281238" cy="579438"/>
            <a:chOff x="2112" y="964"/>
            <a:chExt cx="1437" cy="365"/>
          </a:xfrm>
        </p:grpSpPr>
        <p:sp>
          <p:nvSpPr>
            <p:cNvPr id="33822" name="Text Box 14">
              <a:extLst>
                <a:ext uri="{FF2B5EF4-FFF2-40B4-BE49-F238E27FC236}">
                  <a16:creationId xmlns:a16="http://schemas.microsoft.com/office/drawing/2014/main" id="{CED97E7B-185E-48C7-9F16-679E834D5F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12" y="964"/>
              <a:ext cx="143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[  0]</a:t>
              </a:r>
              <a:r>
                <a:rPr kumimoji="1" lang="zh-CN" altLang="en-US" sz="2800" b="1" baseline="-25000">
                  <a:latin typeface="Times New Roman" panose="02020603050405020304" pitchFamily="18" charset="0"/>
                </a:rPr>
                <a:t>移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= 2</a:t>
              </a:r>
              <a:r>
                <a:rPr kumimoji="1" lang="en-US" altLang="zh-CN" b="1" baseline="40000">
                  <a:latin typeface="Times New Roman" panose="02020603050405020304" pitchFamily="18" charset="0"/>
                </a:rPr>
                <a:t>5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 0</a:t>
              </a:r>
            </a:p>
          </p:txBody>
        </p:sp>
        <p:sp>
          <p:nvSpPr>
            <p:cNvPr id="33823" name="Line 15">
              <a:extLst>
                <a:ext uri="{FF2B5EF4-FFF2-40B4-BE49-F238E27FC236}">
                  <a16:creationId xmlns:a16="http://schemas.microsoft.com/office/drawing/2014/main" id="{F0DA69BA-4632-4C66-BC57-19BC664ED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45" y="1162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3824" name="Line 16">
              <a:extLst>
                <a:ext uri="{FF2B5EF4-FFF2-40B4-BE49-F238E27FC236}">
                  <a16:creationId xmlns:a16="http://schemas.microsoft.com/office/drawing/2014/main" id="{389C759C-6717-45AC-ACC2-E953695DB5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3" y="1162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" name="Group 17">
            <a:extLst>
              <a:ext uri="{FF2B5EF4-FFF2-40B4-BE49-F238E27FC236}">
                <a16:creationId xmlns:a16="http://schemas.microsoft.com/office/drawing/2014/main" id="{EDFE0046-6151-47CE-938D-66E59FCAB863}"/>
              </a:ext>
            </a:extLst>
          </p:cNvPr>
          <p:cNvGrpSpPr>
            <a:grpSpLocks/>
          </p:cNvGrpSpPr>
          <p:nvPr/>
        </p:nvGrpSpPr>
        <p:grpSpPr bwMode="auto">
          <a:xfrm>
            <a:off x="2840038" y="2239963"/>
            <a:ext cx="3006725" cy="579437"/>
            <a:chOff x="2112" y="1411"/>
            <a:chExt cx="1894" cy="365"/>
          </a:xfrm>
        </p:grpSpPr>
        <p:sp>
          <p:nvSpPr>
            <p:cNvPr id="33820" name="Text Box 18">
              <a:extLst>
                <a:ext uri="{FF2B5EF4-FFF2-40B4-BE49-F238E27FC236}">
                  <a16:creationId xmlns:a16="http://schemas.microsoft.com/office/drawing/2014/main" id="{C3BCF846-B8F5-43C4-9F03-CE88A12697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12" y="1411"/>
              <a:ext cx="189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∴ [+0]</a:t>
              </a:r>
              <a:r>
                <a:rPr kumimoji="1" lang="zh-CN" altLang="en-US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移 </a:t>
              </a: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= [  0]</a:t>
              </a:r>
              <a:r>
                <a:rPr kumimoji="1" lang="zh-CN" altLang="en-US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移</a:t>
              </a:r>
            </a:p>
          </p:txBody>
        </p:sp>
        <p:sp>
          <p:nvSpPr>
            <p:cNvPr id="33821" name="Line 19">
              <a:extLst>
                <a:ext uri="{FF2B5EF4-FFF2-40B4-BE49-F238E27FC236}">
                  <a16:creationId xmlns:a16="http://schemas.microsoft.com/office/drawing/2014/main" id="{0C2F03D0-49AE-40A3-BE52-9D014D1991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4" y="1616"/>
              <a:ext cx="96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" name="Group 20">
            <a:extLst>
              <a:ext uri="{FF2B5EF4-FFF2-40B4-BE49-F238E27FC236}">
                <a16:creationId xmlns:a16="http://schemas.microsoft.com/office/drawing/2014/main" id="{2C13315E-96A9-4353-BF4F-D91F05E6A3EC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3840163"/>
            <a:ext cx="2322513" cy="579437"/>
            <a:chOff x="1440" y="2419"/>
            <a:chExt cx="1463" cy="365"/>
          </a:xfrm>
        </p:grpSpPr>
        <p:sp>
          <p:nvSpPr>
            <p:cNvPr id="33818" name="Text Box 21">
              <a:extLst>
                <a:ext uri="{FF2B5EF4-FFF2-40B4-BE49-F238E27FC236}">
                  <a16:creationId xmlns:a16="http://schemas.microsoft.com/office/drawing/2014/main" id="{FCD1384A-85A4-4400-B3B3-14C76D69F9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0" y="2419"/>
              <a:ext cx="14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100000]</a:t>
              </a:r>
              <a:r>
                <a:rPr kumimoji="1" lang="zh-CN" altLang="en-US" b="1" baseline="-25000">
                  <a:latin typeface="Times New Roman" panose="02020603050405020304" pitchFamily="18" charset="0"/>
                </a:rPr>
                <a:t>移</a:t>
              </a:r>
              <a:endParaRPr kumimoji="1" lang="zh-CN" altLang="en-US" b="1">
                <a:latin typeface="Times New Roman" panose="02020603050405020304" pitchFamily="18" charset="0"/>
              </a:endParaRPr>
            </a:p>
          </p:txBody>
        </p:sp>
        <p:sp>
          <p:nvSpPr>
            <p:cNvPr id="33819" name="Line 22">
              <a:extLst>
                <a:ext uri="{FF2B5EF4-FFF2-40B4-BE49-F238E27FC236}">
                  <a16:creationId xmlns:a16="http://schemas.microsoft.com/office/drawing/2014/main" id="{D819AD61-544C-412E-B321-CBB7FD72BF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9" y="2614"/>
              <a:ext cx="10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5" name="Group 23">
            <a:extLst>
              <a:ext uri="{FF2B5EF4-FFF2-40B4-BE49-F238E27FC236}">
                <a16:creationId xmlns:a16="http://schemas.microsoft.com/office/drawing/2014/main" id="{A52C1A10-A4CB-458F-B951-F6E08C97008B}"/>
              </a:ext>
            </a:extLst>
          </p:cNvPr>
          <p:cNvGrpSpPr>
            <a:grpSpLocks/>
          </p:cNvGrpSpPr>
          <p:nvPr/>
        </p:nvGrpSpPr>
        <p:grpSpPr bwMode="auto">
          <a:xfrm>
            <a:off x="4438650" y="3840163"/>
            <a:ext cx="2339975" cy="579437"/>
            <a:chOff x="2796" y="2419"/>
            <a:chExt cx="1474" cy="365"/>
          </a:xfrm>
        </p:grpSpPr>
        <p:sp>
          <p:nvSpPr>
            <p:cNvPr id="33816" name="Text Box 24">
              <a:extLst>
                <a:ext uri="{FF2B5EF4-FFF2-40B4-BE49-F238E27FC236}">
                  <a16:creationId xmlns:a16="http://schemas.microsoft.com/office/drawing/2014/main" id="{507AAF1D-EB54-4696-AEC6-047953F957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96" y="2419"/>
              <a:ext cx="147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= 2</a:t>
              </a:r>
              <a:r>
                <a:rPr kumimoji="1" lang="en-US" altLang="zh-CN" b="1" baseline="40000">
                  <a:latin typeface="Times New Roman" panose="02020603050405020304" pitchFamily="18" charset="0"/>
                </a:rPr>
                <a:t>5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  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100000</a:t>
              </a:r>
            </a:p>
          </p:txBody>
        </p:sp>
        <p:sp>
          <p:nvSpPr>
            <p:cNvPr id="33817" name="Line 25">
              <a:extLst>
                <a:ext uri="{FF2B5EF4-FFF2-40B4-BE49-F238E27FC236}">
                  <a16:creationId xmlns:a16="http://schemas.microsoft.com/office/drawing/2014/main" id="{168578A2-F0FE-4F4F-BC76-091FAC3174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" y="2614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6" name="Group 26">
            <a:extLst>
              <a:ext uri="{FF2B5EF4-FFF2-40B4-BE49-F238E27FC236}">
                <a16:creationId xmlns:a16="http://schemas.microsoft.com/office/drawing/2014/main" id="{F3599D29-0199-4A08-BB02-B44C7D47BA24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3200400"/>
            <a:ext cx="3273425" cy="579438"/>
            <a:chOff x="2160" y="2016"/>
            <a:chExt cx="2062" cy="365"/>
          </a:xfrm>
        </p:grpSpPr>
        <p:sp>
          <p:nvSpPr>
            <p:cNvPr id="33814" name="Text Box 27">
              <a:extLst>
                <a:ext uri="{FF2B5EF4-FFF2-40B4-BE49-F238E27FC236}">
                  <a16:creationId xmlns:a16="http://schemas.microsoft.com/office/drawing/2014/main" id="{D6FF703A-AEC5-4F20-8ABC-E84117CEC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0" y="2016"/>
              <a:ext cx="206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最小的真值为  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b="1" baseline="40000">
                  <a:latin typeface="Times New Roman" panose="02020603050405020304" pitchFamily="18" charset="0"/>
                </a:rPr>
                <a:t>5</a:t>
              </a:r>
            </a:p>
          </p:txBody>
        </p:sp>
        <p:sp>
          <p:nvSpPr>
            <p:cNvPr id="33815" name="Line 28">
              <a:extLst>
                <a:ext uri="{FF2B5EF4-FFF2-40B4-BE49-F238E27FC236}">
                  <a16:creationId xmlns:a16="http://schemas.microsoft.com/office/drawing/2014/main" id="{E7C8C5FF-D9CF-423E-9D39-B33A054BB7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3" y="2205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7" name="Group 29">
            <a:extLst>
              <a:ext uri="{FF2B5EF4-FFF2-40B4-BE49-F238E27FC236}">
                <a16:creationId xmlns:a16="http://schemas.microsoft.com/office/drawing/2014/main" id="{ED42112B-4800-430C-8815-26653EFEF84F}"/>
              </a:ext>
            </a:extLst>
          </p:cNvPr>
          <p:cNvGrpSpPr>
            <a:grpSpLocks/>
          </p:cNvGrpSpPr>
          <p:nvPr/>
        </p:nvGrpSpPr>
        <p:grpSpPr bwMode="auto">
          <a:xfrm>
            <a:off x="6645275" y="3200400"/>
            <a:ext cx="2133600" cy="579438"/>
            <a:chOff x="4186" y="2016"/>
            <a:chExt cx="1344" cy="365"/>
          </a:xfrm>
        </p:grpSpPr>
        <p:sp>
          <p:nvSpPr>
            <p:cNvPr id="33812" name="Text Box 30">
              <a:extLst>
                <a:ext uri="{FF2B5EF4-FFF2-40B4-BE49-F238E27FC236}">
                  <a16:creationId xmlns:a16="http://schemas.microsoft.com/office/drawing/2014/main" id="{EBD660DD-77B5-4ABB-845F-B5BDBD03E0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6" y="2016"/>
              <a:ext cx="13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= 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100000</a:t>
              </a:r>
            </a:p>
          </p:txBody>
        </p:sp>
        <p:sp>
          <p:nvSpPr>
            <p:cNvPr id="33813" name="Line 31">
              <a:extLst>
                <a:ext uri="{FF2B5EF4-FFF2-40B4-BE49-F238E27FC236}">
                  <a16:creationId xmlns:a16="http://schemas.microsoft.com/office/drawing/2014/main" id="{B88B0EA2-5F15-4ECD-BCD9-1316680FB2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3" y="2205"/>
              <a:ext cx="103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33" name="矩形 32">
            <a:extLst>
              <a:ext uri="{FF2B5EF4-FFF2-40B4-BE49-F238E27FC236}">
                <a16:creationId xmlns:a16="http://schemas.microsoft.com/office/drawing/2014/main" id="{628C1297-2FF3-40EB-A2F9-F51BB1898A10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0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0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0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07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0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307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30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30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30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722" grpId="0" autoUpdateAnimBg="0"/>
      <p:bldP spid="30723" grpId="0" autoUpdateAnimBg="0"/>
      <p:bldP spid="30724" grpId="0" autoUpdateAnimBg="0"/>
      <p:bldP spid="30725" grpId="0" autoUpdateAnimBg="0"/>
      <p:bldP spid="30727" grpId="0" autoUpdateAnimBg="0"/>
      <p:bldP spid="30728" grpId="0" autoUpdateAnimBg="0"/>
      <p:bldP spid="30729" grpId="0" autoUpdateAnimBg="0"/>
      <p:bldP spid="30730" grpId="0" autoUpdateAnimBg="0"/>
      <p:bldP spid="30731" grpId="0" autoUpdateAnimBg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85995BFD-2C65-453A-80A0-331E5D5BBA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53309" y="131763"/>
            <a:ext cx="7772400" cy="1143000"/>
          </a:xfrm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/>
            <a:r>
              <a:rPr lang="zh-CN" altLang="en-US" b="1" dirty="0"/>
              <a:t>定点数小结</a:t>
            </a:r>
          </a:p>
        </p:txBody>
      </p:sp>
      <p:sp>
        <p:nvSpPr>
          <p:cNvPr id="31747" name="Text Box 3">
            <a:extLst>
              <a:ext uri="{FF2B5EF4-FFF2-40B4-BE49-F238E27FC236}">
                <a16:creationId xmlns:a16="http://schemas.microsoft.com/office/drawing/2014/main" id="{51EC16CB-EB10-4494-AADB-0BB793CA9C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725" y="1295400"/>
            <a:ext cx="42640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小数点按约定方式标出</a:t>
            </a: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81B0ED7D-1692-4C8D-BAA4-F814AB976D54}"/>
              </a:ext>
            </a:extLst>
          </p:cNvPr>
          <p:cNvGrpSpPr>
            <a:grpSpLocks/>
          </p:cNvGrpSpPr>
          <p:nvPr/>
        </p:nvGrpSpPr>
        <p:grpSpPr bwMode="auto">
          <a:xfrm>
            <a:off x="1205759" y="1939304"/>
            <a:ext cx="6858000" cy="1684337"/>
            <a:chOff x="816" y="1541"/>
            <a:chExt cx="4320" cy="1061"/>
          </a:xfrm>
        </p:grpSpPr>
        <p:sp>
          <p:nvSpPr>
            <p:cNvPr id="34835" name="Text Box 6">
              <a:extLst>
                <a:ext uri="{FF2B5EF4-FFF2-40B4-BE49-F238E27FC236}">
                  <a16:creationId xmlns:a16="http://schemas.microsoft.com/office/drawing/2014/main" id="{0C49DFC7-A871-485D-9176-897B03A4E9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" y="1646"/>
              <a:ext cx="13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 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</a:t>
              </a:r>
              <a:r>
                <a:rPr kumimoji="1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800" b="1" i="1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</a:p>
          </p:txBody>
        </p:sp>
        <p:sp>
          <p:nvSpPr>
            <p:cNvPr id="34836" name="Text Box 7">
              <a:extLst>
                <a:ext uri="{FF2B5EF4-FFF2-40B4-BE49-F238E27FC236}">
                  <a16:creationId xmlns:a16="http://schemas.microsoft.com/office/drawing/2014/main" id="{A6703A4F-9618-46B0-9BDE-A2AFB4F576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2" y="1550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837" name="Rectangle 8">
              <a:extLst>
                <a:ext uri="{FF2B5EF4-FFF2-40B4-BE49-F238E27FC236}">
                  <a16:creationId xmlns:a16="http://schemas.microsoft.com/office/drawing/2014/main" id="{D7B1BD5B-8344-47EE-87CB-CFC88E729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" y="1685"/>
              <a:ext cx="1344" cy="288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38" name="Line 9">
              <a:extLst>
                <a:ext uri="{FF2B5EF4-FFF2-40B4-BE49-F238E27FC236}">
                  <a16:creationId xmlns:a16="http://schemas.microsoft.com/office/drawing/2014/main" id="{5C014111-FA01-4EA0-8A6E-98589C5BF1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0" y="1685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39" name="Line 10">
              <a:extLst>
                <a:ext uri="{FF2B5EF4-FFF2-40B4-BE49-F238E27FC236}">
                  <a16:creationId xmlns:a16="http://schemas.microsoft.com/office/drawing/2014/main" id="{6D1D0E6F-D233-4581-9199-6CD3CD04AF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0" y="1973"/>
              <a:ext cx="0" cy="432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40" name="Text Box 11">
              <a:extLst>
                <a:ext uri="{FF2B5EF4-FFF2-40B4-BE49-F238E27FC236}">
                  <a16:creationId xmlns:a16="http://schemas.microsoft.com/office/drawing/2014/main" id="{DCDEA78F-8A57-4B73-A5EB-22458BA341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5" y="1992"/>
              <a:ext cx="308" cy="3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数符</a:t>
              </a:r>
            </a:p>
          </p:txBody>
        </p:sp>
        <p:sp>
          <p:nvSpPr>
            <p:cNvPr id="34841" name="Text Box 12">
              <a:extLst>
                <a:ext uri="{FF2B5EF4-FFF2-40B4-BE49-F238E27FC236}">
                  <a16:creationId xmlns:a16="http://schemas.microsoft.com/office/drawing/2014/main" id="{18A49A54-1724-40E4-A716-A03C5BF74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52" y="2059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数值部分</a:t>
              </a:r>
            </a:p>
          </p:txBody>
        </p:sp>
        <p:sp>
          <p:nvSpPr>
            <p:cNvPr id="34842" name="Text Box 13">
              <a:extLst>
                <a:ext uri="{FF2B5EF4-FFF2-40B4-BE49-F238E27FC236}">
                  <a16:creationId xmlns:a16="http://schemas.microsoft.com/office/drawing/2014/main" id="{14F3B397-BC70-44C2-AA2B-F2DE02D968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" y="2352"/>
              <a:ext cx="9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小数点位置</a:t>
              </a:r>
            </a:p>
          </p:txBody>
        </p:sp>
        <p:sp>
          <p:nvSpPr>
            <p:cNvPr id="34843" name="Text Box 14">
              <a:extLst>
                <a:ext uri="{FF2B5EF4-FFF2-40B4-BE49-F238E27FC236}">
                  <a16:creationId xmlns:a16="http://schemas.microsoft.com/office/drawing/2014/main" id="{C82C8365-5299-4D14-8BF6-60665A0899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2" y="1637"/>
              <a:ext cx="13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 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800" b="1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</a:p>
          </p:txBody>
        </p:sp>
        <p:sp>
          <p:nvSpPr>
            <p:cNvPr id="34844" name="Text Box 15">
              <a:extLst>
                <a:ext uri="{FF2B5EF4-FFF2-40B4-BE49-F238E27FC236}">
                  <a16:creationId xmlns:a16="http://schemas.microsoft.com/office/drawing/2014/main" id="{04D1E7E1-66A4-40FE-95AF-669F0423BC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2" y="1541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34845" name="Rectangle 16">
              <a:extLst>
                <a:ext uri="{FF2B5EF4-FFF2-40B4-BE49-F238E27FC236}">
                  <a16:creationId xmlns:a16="http://schemas.microsoft.com/office/drawing/2014/main" id="{1CD6D6BF-5E3A-422E-A371-82470E06C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4" y="1676"/>
              <a:ext cx="1344" cy="288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46" name="Line 17">
              <a:extLst>
                <a:ext uri="{FF2B5EF4-FFF2-40B4-BE49-F238E27FC236}">
                  <a16:creationId xmlns:a16="http://schemas.microsoft.com/office/drawing/2014/main" id="{CE417D25-6313-49FF-A597-00753F0938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0" y="1676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47" name="Line 18">
              <a:extLst>
                <a:ext uri="{FF2B5EF4-FFF2-40B4-BE49-F238E27FC236}">
                  <a16:creationId xmlns:a16="http://schemas.microsoft.com/office/drawing/2014/main" id="{39FC2543-2D83-46BD-80C4-E519292B81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9" y="1964"/>
              <a:ext cx="0" cy="432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48" name="Text Box 19">
              <a:extLst>
                <a:ext uri="{FF2B5EF4-FFF2-40B4-BE49-F238E27FC236}">
                  <a16:creationId xmlns:a16="http://schemas.microsoft.com/office/drawing/2014/main" id="{C361176E-A79C-477E-9E7F-6AD66C177B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5" y="1983"/>
              <a:ext cx="308" cy="3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数符</a:t>
              </a:r>
            </a:p>
          </p:txBody>
        </p:sp>
        <p:sp>
          <p:nvSpPr>
            <p:cNvPr id="34849" name="Text Box 20">
              <a:extLst>
                <a:ext uri="{FF2B5EF4-FFF2-40B4-BE49-F238E27FC236}">
                  <a16:creationId xmlns:a16="http://schemas.microsoft.com/office/drawing/2014/main" id="{BC5BB0D3-C5C8-42ED-9108-2E2E4EE54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6" y="2059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数值部分</a:t>
              </a:r>
            </a:p>
          </p:txBody>
        </p:sp>
        <p:sp>
          <p:nvSpPr>
            <p:cNvPr id="34850" name="Text Box 21">
              <a:extLst>
                <a:ext uri="{FF2B5EF4-FFF2-40B4-BE49-F238E27FC236}">
                  <a16:creationId xmlns:a16="http://schemas.microsoft.com/office/drawing/2014/main" id="{057A5F4B-F310-468B-857C-714AF4BC4F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5" y="2348"/>
              <a:ext cx="9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小数点位置</a:t>
              </a:r>
            </a:p>
          </p:txBody>
        </p:sp>
        <p:sp>
          <p:nvSpPr>
            <p:cNvPr id="34851" name="AutoShape 22">
              <a:extLst>
                <a:ext uri="{FF2B5EF4-FFF2-40B4-BE49-F238E27FC236}">
                  <a16:creationId xmlns:a16="http://schemas.microsoft.com/office/drawing/2014/main" id="{8E659BC4-78CE-4E7A-8A9F-104F5A32FB10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656" y="1517"/>
              <a:ext cx="96" cy="1008"/>
            </a:xfrm>
            <a:prstGeom prst="leftBrace">
              <a:avLst>
                <a:gd name="adj1" fmla="val 87500"/>
                <a:gd name="adj2" fmla="val 50000"/>
              </a:avLst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52" name="AutoShape 23">
              <a:extLst>
                <a:ext uri="{FF2B5EF4-FFF2-40B4-BE49-F238E27FC236}">
                  <a16:creationId xmlns:a16="http://schemas.microsoft.com/office/drawing/2014/main" id="{5B6A5C6E-7FDD-4FBD-A0CA-8A7CEC5DD98B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056" y="1517"/>
              <a:ext cx="96" cy="1008"/>
            </a:xfrm>
            <a:prstGeom prst="leftBrace">
              <a:avLst>
                <a:gd name="adj1" fmla="val 87500"/>
                <a:gd name="adj2" fmla="val 50000"/>
              </a:avLst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53" name="Text Box 24">
              <a:extLst>
                <a:ext uri="{FF2B5EF4-FFF2-40B4-BE49-F238E27FC236}">
                  <a16:creationId xmlns:a16="http://schemas.microsoft.com/office/drawing/2014/main" id="{A948FD48-856F-4D50-815D-7331A877C0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4" y="1665"/>
              <a:ext cx="34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或</a:t>
              </a:r>
            </a:p>
          </p:txBody>
        </p:sp>
      </p:grpSp>
      <p:sp>
        <p:nvSpPr>
          <p:cNvPr id="31769" name="Text Box 25">
            <a:extLst>
              <a:ext uri="{FF2B5EF4-FFF2-40B4-BE49-F238E27FC236}">
                <a16:creationId xmlns:a16="http://schemas.microsoft.com/office/drawing/2014/main" id="{D4AC7DA9-1B28-4AEB-8B50-842D2AA58E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446" y="3962744"/>
            <a:ext cx="125571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定点机</a:t>
            </a:r>
          </a:p>
        </p:txBody>
      </p:sp>
      <p:sp>
        <p:nvSpPr>
          <p:cNvPr id="31770" name="Text Box 26">
            <a:extLst>
              <a:ext uri="{FF2B5EF4-FFF2-40B4-BE49-F238E27FC236}">
                <a16:creationId xmlns:a16="http://schemas.microsoft.com/office/drawing/2014/main" id="{B388193C-3550-415F-A4E9-CB8EEC15F9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1034" y="3962744"/>
            <a:ext cx="197008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小数定点机</a:t>
            </a:r>
          </a:p>
        </p:txBody>
      </p:sp>
      <p:sp>
        <p:nvSpPr>
          <p:cNvPr id="31771" name="Text Box 27">
            <a:extLst>
              <a:ext uri="{FF2B5EF4-FFF2-40B4-BE49-F238E27FC236}">
                <a16:creationId xmlns:a16="http://schemas.microsoft.com/office/drawing/2014/main" id="{005634D0-9786-4137-B133-E494BBC4F0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7634" y="3962744"/>
            <a:ext cx="197008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整数定点机</a:t>
            </a:r>
          </a:p>
        </p:txBody>
      </p:sp>
      <p:sp>
        <p:nvSpPr>
          <p:cNvPr id="31772" name="Text Box 28">
            <a:extLst>
              <a:ext uri="{FF2B5EF4-FFF2-40B4-BE49-F238E27FC236}">
                <a16:creationId xmlns:a16="http://schemas.microsoft.com/office/drawing/2014/main" id="{55A77FCF-E3AC-4371-BB93-B9050C3577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446" y="4546944"/>
            <a:ext cx="898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原码</a:t>
            </a:r>
          </a:p>
        </p:txBody>
      </p:sp>
      <p:sp>
        <p:nvSpPr>
          <p:cNvPr id="31773" name="Text Box 29">
            <a:extLst>
              <a:ext uri="{FF2B5EF4-FFF2-40B4-BE49-F238E27FC236}">
                <a16:creationId xmlns:a16="http://schemas.microsoft.com/office/drawing/2014/main" id="{A2EE04A7-AB7A-4251-AB73-602586CA3C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446" y="5131144"/>
            <a:ext cx="898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补码</a:t>
            </a:r>
          </a:p>
        </p:txBody>
      </p:sp>
      <p:sp>
        <p:nvSpPr>
          <p:cNvPr id="31774" name="Text Box 30">
            <a:extLst>
              <a:ext uri="{FF2B5EF4-FFF2-40B4-BE49-F238E27FC236}">
                <a16:creationId xmlns:a16="http://schemas.microsoft.com/office/drawing/2014/main" id="{99344BAA-267B-4BB4-96B3-F204B72CC9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446" y="5715344"/>
            <a:ext cx="898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反码</a:t>
            </a:r>
          </a:p>
        </p:txBody>
      </p:sp>
      <p:sp>
        <p:nvSpPr>
          <p:cNvPr id="31775" name="Text Box 31">
            <a:extLst>
              <a:ext uri="{FF2B5EF4-FFF2-40B4-BE49-F238E27FC236}">
                <a16:creationId xmlns:a16="http://schemas.microsoft.com/office/drawing/2014/main" id="{DC3EDFDA-7697-4918-B630-20B1B6767B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4121" y="4546944"/>
            <a:ext cx="3257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(1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2</a:t>
            </a:r>
            <a:r>
              <a:rPr kumimoji="1" lang="en-US" altLang="zh-CN" sz="2800" b="1" i="0" u="none" strike="noStrike" kern="1200" cap="none" spc="0" normalizeH="0" baseline="4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-</a:t>
            </a:r>
            <a:r>
              <a:rPr kumimoji="1" lang="en-US" altLang="zh-CN" sz="2800" b="1" i="1" u="none" strike="noStrike" kern="1200" cap="none" spc="0" normalizeH="0" baseline="4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 ~ +(1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2</a:t>
            </a:r>
            <a:r>
              <a:rPr kumimoji="1" lang="en-US" altLang="zh-CN" sz="2800" b="1" i="0" u="none" strike="noStrike" kern="1200" cap="none" spc="0" normalizeH="0" baseline="4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-</a:t>
            </a:r>
            <a:r>
              <a:rPr kumimoji="1" lang="en-US" altLang="zh-CN" sz="2800" b="1" i="1" u="none" strike="noStrike" kern="1200" cap="none" spc="0" normalizeH="0" baseline="4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</a:t>
            </a:r>
          </a:p>
        </p:txBody>
      </p:sp>
      <p:sp>
        <p:nvSpPr>
          <p:cNvPr id="31776" name="Text Box 32">
            <a:extLst>
              <a:ext uri="{FF2B5EF4-FFF2-40B4-BE49-F238E27FC236}">
                <a16:creationId xmlns:a16="http://schemas.microsoft.com/office/drawing/2014/main" id="{1C10F745-689F-41FF-B410-1FEE6F2262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52346" y="4546944"/>
            <a:ext cx="31273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(2</a:t>
            </a:r>
            <a:r>
              <a:rPr kumimoji="1" lang="en-US" altLang="zh-CN" sz="2800" b="1" i="1" u="none" strike="noStrike" kern="1200" cap="none" spc="0" normalizeH="0" baseline="4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4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1) ~ +( 2</a:t>
            </a:r>
            <a:r>
              <a:rPr kumimoji="1" lang="en-US" altLang="zh-CN" sz="2800" b="1" i="1" u="none" strike="noStrike" kern="1200" cap="none" spc="0" normalizeH="0" baseline="4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3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1)</a:t>
            </a:r>
          </a:p>
        </p:txBody>
      </p:sp>
      <p:sp>
        <p:nvSpPr>
          <p:cNvPr id="31777" name="Text Box 33">
            <a:extLst>
              <a:ext uri="{FF2B5EF4-FFF2-40B4-BE49-F238E27FC236}">
                <a16:creationId xmlns:a16="http://schemas.microsoft.com/office/drawing/2014/main" id="{223765B2-CC59-4089-9309-2D106178A7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7409" y="5131144"/>
            <a:ext cx="3124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1 ~ +(1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2</a:t>
            </a:r>
            <a:r>
              <a:rPr kumimoji="1" lang="en-US" altLang="zh-CN" sz="2800" b="1" i="0" u="none" strike="noStrike" kern="1200" cap="none" spc="0" normalizeH="0" baseline="4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-</a:t>
            </a:r>
            <a:r>
              <a:rPr kumimoji="1" lang="en-US" altLang="zh-CN" sz="2800" b="1" i="1" u="none" strike="noStrike" kern="1200" cap="none" spc="0" normalizeH="0" baseline="4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</a:t>
            </a:r>
          </a:p>
        </p:txBody>
      </p:sp>
      <p:sp>
        <p:nvSpPr>
          <p:cNvPr id="31778" name="Text Box 34">
            <a:extLst>
              <a:ext uri="{FF2B5EF4-FFF2-40B4-BE49-F238E27FC236}">
                <a16:creationId xmlns:a16="http://schemas.microsoft.com/office/drawing/2014/main" id="{D5EA28FA-E6AE-4CDF-9D2E-48E0BC72A8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00046" y="5131144"/>
            <a:ext cx="35083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2</a:t>
            </a:r>
            <a:r>
              <a:rPr kumimoji="1" lang="en-US" altLang="zh-CN" sz="2800" b="1" i="1" u="none" strike="noStrike" kern="1200" cap="none" spc="0" normalizeH="0" baseline="4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~ +( 2</a:t>
            </a:r>
            <a:r>
              <a:rPr kumimoji="1" lang="en-US" altLang="zh-CN" sz="2800" b="1" i="1" u="none" strike="noStrike" kern="1200" cap="none" spc="0" normalizeH="0" baseline="4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3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1)</a:t>
            </a:r>
          </a:p>
        </p:txBody>
      </p:sp>
      <p:sp>
        <p:nvSpPr>
          <p:cNvPr id="31779" name="Text Box 35">
            <a:extLst>
              <a:ext uri="{FF2B5EF4-FFF2-40B4-BE49-F238E27FC236}">
                <a16:creationId xmlns:a16="http://schemas.microsoft.com/office/drawing/2014/main" id="{036E84E5-B62A-47B2-822D-020BE528CE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4121" y="5715344"/>
            <a:ext cx="3257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(1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2</a:t>
            </a:r>
            <a:r>
              <a:rPr kumimoji="1" lang="en-US" altLang="zh-CN" sz="2800" b="1" i="0" u="none" strike="noStrike" kern="1200" cap="none" spc="0" normalizeH="0" baseline="4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-</a:t>
            </a:r>
            <a:r>
              <a:rPr kumimoji="1" lang="en-US" altLang="zh-CN" sz="2800" b="1" i="1" u="none" strike="noStrike" kern="1200" cap="none" spc="0" normalizeH="0" baseline="4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 ~ +(1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2</a:t>
            </a:r>
            <a:r>
              <a:rPr kumimoji="1" lang="en-US" altLang="zh-CN" sz="2800" b="1" i="0" u="none" strike="noStrike" kern="1200" cap="none" spc="0" normalizeH="0" baseline="4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-</a:t>
            </a:r>
            <a:r>
              <a:rPr kumimoji="1" lang="en-US" altLang="zh-CN" sz="2800" b="1" i="1" u="none" strike="noStrike" kern="1200" cap="none" spc="0" normalizeH="0" baseline="4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</a:t>
            </a:r>
          </a:p>
        </p:txBody>
      </p:sp>
      <p:sp>
        <p:nvSpPr>
          <p:cNvPr id="31780" name="Text Box 36">
            <a:extLst>
              <a:ext uri="{FF2B5EF4-FFF2-40B4-BE49-F238E27FC236}">
                <a16:creationId xmlns:a16="http://schemas.microsoft.com/office/drawing/2014/main" id="{F1B75ADB-D4D2-4319-88F7-7DE8AD0DDA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9809" y="5715344"/>
            <a:ext cx="35083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(2</a:t>
            </a:r>
            <a:r>
              <a:rPr kumimoji="1" lang="en-US" altLang="zh-CN" sz="2800" b="1" i="1" u="none" strike="noStrike" kern="1200" cap="none" spc="0" normalizeH="0" baseline="4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4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4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1) ~ +( 2</a:t>
            </a:r>
            <a:r>
              <a:rPr kumimoji="1" lang="en-US" altLang="zh-CN" sz="2800" b="1" i="1" u="none" strike="noStrike" kern="1200" cap="none" spc="0" normalizeH="0" baseline="4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3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1)</a:t>
            </a:r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2D2E20E0-05FE-459F-AC8F-554E4FFB6C22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2. 1  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数据的表示方法</a:t>
            </a:r>
          </a:p>
        </p:txBody>
      </p:sp>
    </p:spTree>
    <p:extLst>
      <p:ext uri="{BB962C8B-B14F-4D97-AF65-F5344CB8AC3E}">
        <p14:creationId xmlns:p14="http://schemas.microsoft.com/office/powerpoint/2010/main" val="3884456726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1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1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31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17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31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3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317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3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3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317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317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747" grpId="0" autoUpdateAnimBg="0"/>
      <p:bldP spid="31769" grpId="0" autoUpdateAnimBg="0"/>
      <p:bldP spid="31770" grpId="0" autoUpdateAnimBg="0"/>
      <p:bldP spid="31771" grpId="0" autoUpdateAnimBg="0"/>
      <p:bldP spid="31772" grpId="0" autoUpdateAnimBg="0"/>
      <p:bldP spid="31773" grpId="0" autoUpdateAnimBg="0"/>
      <p:bldP spid="31774" grpId="0" autoUpdateAnimBg="0"/>
      <p:bldP spid="31775" grpId="0" autoUpdateAnimBg="0"/>
      <p:bldP spid="31776" grpId="0" autoUpdateAnimBg="0"/>
      <p:bldP spid="31777" grpId="0" autoUpdateAnimBg="0"/>
      <p:bldP spid="31778" grpId="0" autoUpdateAnimBg="0"/>
      <p:bldP spid="31779" grpId="0" autoUpdateAnimBg="0"/>
      <p:bldP spid="31780" grpId="0" autoUpdateAnimBg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2.1</a:t>
            </a:r>
            <a:r>
              <a:rPr lang="zh-CN" altLang="en-US" sz="4400" b="1" dirty="0">
                <a:solidFill>
                  <a:srgbClr val="FF0000"/>
                </a:solidFill>
              </a:rPr>
              <a:t> </a:t>
            </a:r>
            <a:r>
              <a:rPr lang="en-US" altLang="zh-CN" sz="4400" b="1" dirty="0">
                <a:solidFill>
                  <a:srgbClr val="FF0000"/>
                </a:solidFill>
              </a:rPr>
              <a:t> </a:t>
            </a:r>
            <a:r>
              <a:rPr lang="zh-CN" altLang="en-US" sz="4400" b="1" dirty="0">
                <a:solidFill>
                  <a:srgbClr val="FF0000"/>
                </a:solidFill>
              </a:rPr>
              <a:t>数据的表示方法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lvl="0" eaLnBrk="1" hangingPunct="1">
              <a:buNone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lang="en-US" altLang="zh-CN" dirty="0"/>
              <a:t>.</a:t>
            </a:r>
            <a:r>
              <a:rPr lang="zh-CN" altLang="en-US" dirty="0"/>
              <a:t>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语言中基本数据类型的存储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3. </a:t>
            </a:r>
            <a:r>
              <a:rPr lang="zh-CN" altLang="en-US" dirty="0"/>
              <a:t>浮点数的表示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2. </a:t>
            </a:r>
            <a:r>
              <a:rPr lang="zh-CN" altLang="en-US" dirty="0"/>
              <a:t>定点数的表示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4.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非数值数据的表示</a:t>
            </a:r>
          </a:p>
        </p:txBody>
      </p:sp>
    </p:spTree>
    <p:extLst>
      <p:ext uri="{BB962C8B-B14F-4D97-AF65-F5344CB8AC3E}">
        <p14:creationId xmlns:p14="http://schemas.microsoft.com/office/powerpoint/2010/main" val="256921220"/>
      </p:ext>
    </p:extLst>
  </p:cSld>
  <p:clrMapOvr>
    <a:masterClrMapping/>
  </p:clrMapOvr>
  <p:transition spd="slow"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Text Box 2">
            <a:extLst>
              <a:ext uri="{FF2B5EF4-FFF2-40B4-BE49-F238E27FC236}">
                <a16:creationId xmlns:a16="http://schemas.microsoft.com/office/drawing/2014/main" id="{82FE68CE-1C06-415B-BA84-297FC84352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" y="244475"/>
            <a:ext cx="296427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 dirty="0">
                <a:latin typeface="Times New Roman" panose="02020603050405020304" pitchFamily="18" charset="0"/>
              </a:rPr>
              <a:t>三、浮点表示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EC97D2BC-7B57-4D69-A52B-26FC077CBCBC}"/>
              </a:ext>
            </a:extLst>
          </p:cNvPr>
          <p:cNvGrpSpPr>
            <a:grpSpLocks/>
          </p:cNvGrpSpPr>
          <p:nvPr/>
        </p:nvGrpSpPr>
        <p:grpSpPr bwMode="auto">
          <a:xfrm>
            <a:off x="1657350" y="1020763"/>
            <a:ext cx="5632450" cy="579437"/>
            <a:chOff x="1044" y="643"/>
            <a:chExt cx="3548" cy="365"/>
          </a:xfrm>
        </p:grpSpPr>
        <p:sp>
          <p:nvSpPr>
            <p:cNvPr id="35865" name="Text Box 4">
              <a:extLst>
                <a:ext uri="{FF2B5EF4-FFF2-40B4-BE49-F238E27FC236}">
                  <a16:creationId xmlns:a16="http://schemas.microsoft.com/office/drawing/2014/main" id="{AE7596E7-D2E9-496C-8D24-50E13DE442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4" y="643"/>
              <a:ext cx="108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N</a:t>
              </a:r>
              <a:r>
                <a:rPr kumimoji="1" lang="en-US" altLang="zh-CN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= </a:t>
              </a:r>
              <a:r>
                <a:rPr kumimoji="1" lang="en-US" altLang="zh-CN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S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×</a:t>
              </a:r>
              <a:r>
                <a:rPr kumimoji="1" lang="en-US" altLang="zh-CN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r</a:t>
              </a:r>
              <a:r>
                <a:rPr kumimoji="1" lang="en-US" altLang="zh-CN" b="1" i="1" baseline="30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j</a:t>
              </a:r>
            </a:p>
          </p:txBody>
        </p:sp>
        <p:sp>
          <p:nvSpPr>
            <p:cNvPr id="35866" name="Text Box 5">
              <a:extLst>
                <a:ext uri="{FF2B5EF4-FFF2-40B4-BE49-F238E27FC236}">
                  <a16:creationId xmlns:a16="http://schemas.microsoft.com/office/drawing/2014/main" id="{6A13CF14-06BC-4964-9378-10DB437932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6" y="676"/>
              <a:ext cx="19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浮点数的一般形式</a:t>
              </a:r>
            </a:p>
          </p:txBody>
        </p:sp>
      </p:grpSp>
      <p:grpSp>
        <p:nvGrpSpPr>
          <p:cNvPr id="3" name="Group 6">
            <a:extLst>
              <a:ext uri="{FF2B5EF4-FFF2-40B4-BE49-F238E27FC236}">
                <a16:creationId xmlns:a16="http://schemas.microsoft.com/office/drawing/2014/main" id="{2FC9BA36-2D24-4E9C-BC74-F46087F5370C}"/>
              </a:ext>
            </a:extLst>
          </p:cNvPr>
          <p:cNvGrpSpPr>
            <a:grpSpLocks/>
          </p:cNvGrpSpPr>
          <p:nvPr/>
        </p:nvGrpSpPr>
        <p:grpSpPr bwMode="auto">
          <a:xfrm>
            <a:off x="1657350" y="1614488"/>
            <a:ext cx="5230813" cy="519112"/>
            <a:chOff x="1044" y="1017"/>
            <a:chExt cx="3295" cy="327"/>
          </a:xfrm>
        </p:grpSpPr>
        <p:sp>
          <p:nvSpPr>
            <p:cNvPr id="35862" name="Text Box 7">
              <a:extLst>
                <a:ext uri="{FF2B5EF4-FFF2-40B4-BE49-F238E27FC236}">
                  <a16:creationId xmlns:a16="http://schemas.microsoft.com/office/drawing/2014/main" id="{4737014C-59FB-411D-B0F2-E22B5BD66A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4" y="1017"/>
              <a:ext cx="74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S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尾数</a:t>
              </a:r>
            </a:p>
          </p:txBody>
        </p:sp>
        <p:sp>
          <p:nvSpPr>
            <p:cNvPr id="35863" name="Text Box 8">
              <a:extLst>
                <a:ext uri="{FF2B5EF4-FFF2-40B4-BE49-F238E27FC236}">
                  <a16:creationId xmlns:a16="http://schemas.microsoft.com/office/drawing/2014/main" id="{E6397EB1-4F64-4644-86D3-F00B7D4D71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5" y="1017"/>
              <a:ext cx="68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j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阶码</a:t>
              </a:r>
            </a:p>
          </p:txBody>
        </p:sp>
        <p:sp>
          <p:nvSpPr>
            <p:cNvPr id="35864" name="Text Box 9">
              <a:extLst>
                <a:ext uri="{FF2B5EF4-FFF2-40B4-BE49-F238E27FC236}">
                  <a16:creationId xmlns:a16="http://schemas.microsoft.com/office/drawing/2014/main" id="{3ED7CB57-EBD6-4F52-A28B-CE6E058F01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36" y="1017"/>
              <a:ext cx="160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r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基数（基值）</a:t>
              </a:r>
            </a:p>
          </p:txBody>
        </p:sp>
      </p:grpSp>
      <p:sp>
        <p:nvSpPr>
          <p:cNvPr id="32778" name="Text Box 10">
            <a:extLst>
              <a:ext uri="{FF2B5EF4-FFF2-40B4-BE49-F238E27FC236}">
                <a16:creationId xmlns:a16="http://schemas.microsoft.com/office/drawing/2014/main" id="{FE2D8C94-173B-499A-9800-23E32CAE00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0" y="2286000"/>
            <a:ext cx="61150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计算机中 </a:t>
            </a:r>
            <a:r>
              <a:rPr kumimoji="1" lang="en-US" altLang="zh-CN" b="1" i="1">
                <a:solidFill>
                  <a:schemeClr val="folHlink"/>
                </a:solidFill>
                <a:latin typeface="Times New Roman" panose="02020603050405020304" pitchFamily="18" charset="0"/>
              </a:rPr>
              <a:t>r</a:t>
            </a:r>
            <a:r>
              <a:rPr kumimoji="1" lang="en-US" altLang="zh-CN" b="1">
                <a:latin typeface="Times New Roman" panose="02020603050405020304" pitchFamily="18" charset="0"/>
              </a:rPr>
              <a:t> </a:t>
            </a:r>
            <a:r>
              <a:rPr kumimoji="1" lang="zh-CN" altLang="en-US" b="1">
                <a:latin typeface="Times New Roman" panose="02020603050405020304" pitchFamily="18" charset="0"/>
              </a:rPr>
              <a:t>取 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、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、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8</a:t>
            </a: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、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16</a:t>
            </a:r>
            <a:r>
              <a:rPr kumimoji="1" lang="en-US" altLang="zh-CN" b="1">
                <a:latin typeface="Times New Roman" panose="02020603050405020304" pitchFamily="18" charset="0"/>
              </a:rPr>
              <a:t> </a:t>
            </a:r>
            <a:r>
              <a:rPr kumimoji="1" lang="zh-CN" altLang="en-US" b="1">
                <a:latin typeface="Times New Roman" panose="02020603050405020304" pitchFamily="18" charset="0"/>
              </a:rPr>
              <a:t>等</a:t>
            </a:r>
          </a:p>
        </p:txBody>
      </p:sp>
      <p:sp>
        <p:nvSpPr>
          <p:cNvPr id="32779" name="Text Box 11">
            <a:extLst>
              <a:ext uri="{FF2B5EF4-FFF2-40B4-BE49-F238E27FC236}">
                <a16:creationId xmlns:a16="http://schemas.microsoft.com/office/drawing/2014/main" id="{F876AB6C-86AE-4669-9FE3-1B023B6B74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7350" y="2971800"/>
            <a:ext cx="14890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当 </a:t>
            </a:r>
            <a:r>
              <a:rPr kumimoji="1" lang="en-US" altLang="zh-CN" b="1" i="1">
                <a:solidFill>
                  <a:schemeClr val="folHlink"/>
                </a:solidFill>
                <a:latin typeface="Times New Roman" panose="02020603050405020304" pitchFamily="18" charset="0"/>
              </a:rPr>
              <a:t>r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 = 2</a:t>
            </a:r>
          </a:p>
        </p:txBody>
      </p:sp>
      <p:sp>
        <p:nvSpPr>
          <p:cNvPr id="32780" name="Text Box 12">
            <a:extLst>
              <a:ext uri="{FF2B5EF4-FFF2-40B4-BE49-F238E27FC236}">
                <a16:creationId xmlns:a16="http://schemas.microsoft.com/office/drawing/2014/main" id="{A14CFA08-4C29-4E94-B067-4F9466A771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7600" y="2873375"/>
            <a:ext cx="225901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i="1">
                <a:latin typeface="Times New Roman" panose="02020603050405020304" pitchFamily="18" charset="0"/>
              </a:rPr>
              <a:t>N</a:t>
            </a:r>
            <a:r>
              <a:rPr kumimoji="1" lang="en-US" altLang="zh-CN" b="1">
                <a:latin typeface="Times New Roman" panose="02020603050405020304" pitchFamily="18" charset="0"/>
              </a:rPr>
              <a:t> = 11</a:t>
            </a:r>
            <a:r>
              <a:rPr kumimoji="1" lang="en-US" altLang="zh-CN" sz="4000" b="1">
                <a:solidFill>
                  <a:schemeClr val="folHlink"/>
                </a:solidFill>
                <a:latin typeface="Times New Roman" panose="02020603050405020304" pitchFamily="18" charset="0"/>
              </a:rPr>
              <a:t>.</a:t>
            </a:r>
            <a:r>
              <a:rPr kumimoji="1" lang="en-US" altLang="zh-CN" b="1">
                <a:latin typeface="Times New Roman" panose="02020603050405020304" pitchFamily="18" charset="0"/>
              </a:rPr>
              <a:t>0101</a:t>
            </a:r>
          </a:p>
        </p:txBody>
      </p:sp>
      <p:sp>
        <p:nvSpPr>
          <p:cNvPr id="32781" name="Text Box 13">
            <a:extLst>
              <a:ext uri="{FF2B5EF4-FFF2-40B4-BE49-F238E27FC236}">
                <a16:creationId xmlns:a16="http://schemas.microsoft.com/office/drawing/2014/main" id="{0976D053-F829-46C7-AC7B-17589327F3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38600" y="3357563"/>
            <a:ext cx="301148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= 0</a:t>
            </a:r>
            <a:r>
              <a:rPr kumimoji="1" lang="en-US" altLang="zh-CN" sz="4000" b="1">
                <a:solidFill>
                  <a:schemeClr val="folHlink"/>
                </a:solidFill>
                <a:latin typeface="Times New Roman" panose="02020603050405020304" pitchFamily="18" charset="0"/>
              </a:rPr>
              <a:t>.</a:t>
            </a:r>
            <a:r>
              <a:rPr kumimoji="1" lang="en-US" altLang="zh-CN" b="1">
                <a:latin typeface="Times New Roman" panose="02020603050405020304" pitchFamily="18" charset="0"/>
              </a:rPr>
              <a:t>110101×2</a:t>
            </a:r>
            <a:r>
              <a:rPr kumimoji="1" lang="en-US" altLang="zh-CN" b="1" baseline="40000">
                <a:latin typeface="Times New Roman" panose="02020603050405020304" pitchFamily="18" charset="0"/>
              </a:rPr>
              <a:t>10 </a:t>
            </a:r>
          </a:p>
        </p:txBody>
      </p:sp>
      <p:sp>
        <p:nvSpPr>
          <p:cNvPr id="32782" name="Text Box 14">
            <a:extLst>
              <a:ext uri="{FF2B5EF4-FFF2-40B4-BE49-F238E27FC236}">
                <a16:creationId xmlns:a16="http://schemas.microsoft.com/office/drawing/2014/main" id="{9FB73B35-BE4A-48D2-B5A7-671AD69FEC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54475" y="3841750"/>
            <a:ext cx="267493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= 1</a:t>
            </a:r>
            <a:r>
              <a:rPr kumimoji="1" lang="en-US" altLang="zh-CN" sz="4000" b="1">
                <a:solidFill>
                  <a:schemeClr val="folHlink"/>
                </a:solidFill>
                <a:latin typeface="Times New Roman" panose="02020603050405020304" pitchFamily="18" charset="0"/>
              </a:rPr>
              <a:t>.</a:t>
            </a:r>
            <a:r>
              <a:rPr kumimoji="1" lang="en-US" altLang="zh-CN" b="1">
                <a:latin typeface="Times New Roman" panose="02020603050405020304" pitchFamily="18" charset="0"/>
              </a:rPr>
              <a:t>10101×2</a:t>
            </a:r>
            <a:r>
              <a:rPr kumimoji="1" lang="en-US" altLang="zh-CN" b="1" baseline="40000">
                <a:latin typeface="Times New Roman" panose="02020603050405020304" pitchFamily="18" charset="0"/>
              </a:rPr>
              <a:t>1 </a:t>
            </a:r>
          </a:p>
        </p:txBody>
      </p:sp>
      <p:sp>
        <p:nvSpPr>
          <p:cNvPr id="32783" name="Text Box 15">
            <a:extLst>
              <a:ext uri="{FF2B5EF4-FFF2-40B4-BE49-F238E27FC236}">
                <a16:creationId xmlns:a16="http://schemas.microsoft.com/office/drawing/2014/main" id="{FE4B5142-F803-4D47-876D-8385DABB9A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54475" y="4325938"/>
            <a:ext cx="289718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= 1101</a:t>
            </a:r>
            <a:r>
              <a:rPr kumimoji="1" lang="en-US" altLang="zh-CN" sz="4000" b="1">
                <a:solidFill>
                  <a:schemeClr val="folHlink"/>
                </a:solidFill>
                <a:latin typeface="Times New Roman" panose="02020603050405020304" pitchFamily="18" charset="0"/>
              </a:rPr>
              <a:t>.</a:t>
            </a:r>
            <a:r>
              <a:rPr kumimoji="1" lang="en-US" altLang="zh-CN" b="1">
                <a:latin typeface="Times New Roman" panose="02020603050405020304" pitchFamily="18" charset="0"/>
              </a:rPr>
              <a:t>01×2</a:t>
            </a:r>
            <a:r>
              <a:rPr kumimoji="1" lang="en-US" altLang="zh-CN" b="1" baseline="40000">
                <a:latin typeface="Times New Roman" panose="02020603050405020304" pitchFamily="18" charset="0"/>
              </a:rPr>
              <a:t>-10</a:t>
            </a:r>
            <a:r>
              <a:rPr kumimoji="1" lang="en-US" altLang="zh-CN" b="1" baseline="30000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32784" name="Text Box 16">
            <a:extLst>
              <a:ext uri="{FF2B5EF4-FFF2-40B4-BE49-F238E27FC236}">
                <a16:creationId xmlns:a16="http://schemas.microsoft.com/office/drawing/2014/main" id="{4E2FBDFC-8D8A-477A-8CCA-B97BFBF289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54475" y="4808538"/>
            <a:ext cx="35528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= 0</a:t>
            </a:r>
            <a:r>
              <a:rPr kumimoji="1" lang="en-US" altLang="zh-CN" sz="4000" b="1">
                <a:solidFill>
                  <a:schemeClr val="folHlink"/>
                </a:solidFill>
                <a:latin typeface="Times New Roman" panose="02020603050405020304" pitchFamily="18" charset="0"/>
              </a:rPr>
              <a:t>.</a:t>
            </a:r>
            <a:r>
              <a:rPr kumimoji="1" lang="en-US" altLang="zh-CN" b="1">
                <a:latin typeface="Times New Roman" panose="02020603050405020304" pitchFamily="18" charset="0"/>
              </a:rPr>
              <a:t>00110101×2</a:t>
            </a:r>
            <a:r>
              <a:rPr kumimoji="1" lang="en-US" altLang="zh-CN" b="1" baseline="40000">
                <a:latin typeface="Times New Roman" panose="02020603050405020304" pitchFamily="18" charset="0"/>
              </a:rPr>
              <a:t>100</a:t>
            </a:r>
            <a:r>
              <a:rPr kumimoji="1" lang="en-US" altLang="zh-CN" b="1" baseline="30000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32785" name="Text Box 17">
            <a:extLst>
              <a:ext uri="{FF2B5EF4-FFF2-40B4-BE49-F238E27FC236}">
                <a16:creationId xmlns:a16="http://schemas.microsoft.com/office/drawing/2014/main" id="{A1D66731-F113-4B46-9EC0-098F59D59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5725" y="5581650"/>
            <a:ext cx="69500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计算机中    </a:t>
            </a:r>
            <a:r>
              <a:rPr kumimoji="1" lang="en-US" altLang="zh-CN" b="1" i="1">
                <a:solidFill>
                  <a:schemeClr val="folHlink"/>
                </a:solidFill>
                <a:latin typeface="Times New Roman" panose="02020603050405020304" pitchFamily="18" charset="0"/>
              </a:rPr>
              <a:t>S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   </a:t>
            </a: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小数、可正可负</a:t>
            </a:r>
          </a:p>
        </p:txBody>
      </p:sp>
      <p:sp>
        <p:nvSpPr>
          <p:cNvPr id="32786" name="Text Box 18">
            <a:extLst>
              <a:ext uri="{FF2B5EF4-FFF2-40B4-BE49-F238E27FC236}">
                <a16:creationId xmlns:a16="http://schemas.microsoft.com/office/drawing/2014/main" id="{06524B1F-D24B-4407-B206-2698639723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4563" y="6115050"/>
            <a:ext cx="4364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i="1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   </a:t>
            </a: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整数、可正可负</a:t>
            </a:r>
          </a:p>
        </p:txBody>
      </p:sp>
      <p:sp>
        <p:nvSpPr>
          <p:cNvPr id="32787" name="Text Box 19">
            <a:extLst>
              <a:ext uri="{FF2B5EF4-FFF2-40B4-BE49-F238E27FC236}">
                <a16:creationId xmlns:a16="http://schemas.microsoft.com/office/drawing/2014/main" id="{E464B9B9-9BEF-4372-AF18-1517DC4DBB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0625" y="3505200"/>
            <a:ext cx="5524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ü"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32788" name="Text Box 20">
            <a:extLst>
              <a:ext uri="{FF2B5EF4-FFF2-40B4-BE49-F238E27FC236}">
                <a16:creationId xmlns:a16="http://schemas.microsoft.com/office/drawing/2014/main" id="{1B21E1CA-64D4-4D4C-9E83-AE0E55770B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49675" y="4967288"/>
            <a:ext cx="5524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ü"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32789" name="Text Box 21">
            <a:extLst>
              <a:ext uri="{FF2B5EF4-FFF2-40B4-BE49-F238E27FC236}">
                <a16:creationId xmlns:a16="http://schemas.microsoft.com/office/drawing/2014/main" id="{5E7CAA18-4739-4EBB-A1C1-2D463E900F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6275" y="3443288"/>
            <a:ext cx="16129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规格化数</a:t>
            </a:r>
          </a:p>
        </p:txBody>
      </p:sp>
      <p:grpSp>
        <p:nvGrpSpPr>
          <p:cNvPr id="4" name="Group 22">
            <a:extLst>
              <a:ext uri="{FF2B5EF4-FFF2-40B4-BE49-F238E27FC236}">
                <a16:creationId xmlns:a16="http://schemas.microsoft.com/office/drawing/2014/main" id="{5814B2EE-2ECE-4BD2-A7FD-676253677DCE}"/>
              </a:ext>
            </a:extLst>
          </p:cNvPr>
          <p:cNvGrpSpPr>
            <a:grpSpLocks/>
          </p:cNvGrpSpPr>
          <p:nvPr/>
        </p:nvGrpSpPr>
        <p:grpSpPr bwMode="auto">
          <a:xfrm>
            <a:off x="6621463" y="2879725"/>
            <a:ext cx="2309812" cy="930275"/>
            <a:chOff x="4171" y="1814"/>
            <a:chExt cx="1455" cy="586"/>
          </a:xfrm>
        </p:grpSpPr>
        <p:sp>
          <p:nvSpPr>
            <p:cNvPr id="35860" name="AutoShape 23">
              <a:extLst>
                <a:ext uri="{FF2B5EF4-FFF2-40B4-BE49-F238E27FC236}">
                  <a16:creationId xmlns:a16="http://schemas.microsoft.com/office/drawing/2014/main" id="{178DA39C-1360-479F-AF4D-21E898300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1" y="2160"/>
              <a:ext cx="227" cy="240"/>
            </a:xfrm>
            <a:prstGeom prst="wedgeRoundRectCallout">
              <a:avLst>
                <a:gd name="adj1" fmla="val 145153"/>
                <a:gd name="adj2" fmla="val -105000"/>
                <a:gd name="adj3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35861" name="Text Box 24">
              <a:extLst>
                <a:ext uri="{FF2B5EF4-FFF2-40B4-BE49-F238E27FC236}">
                  <a16:creationId xmlns:a16="http://schemas.microsoft.com/office/drawing/2014/main" id="{A9FB198C-2B6E-46D6-8E60-C89CAF717E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0" y="1814"/>
              <a:ext cx="10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2000" b="1">
                  <a:latin typeface="Times New Roman" panose="02020603050405020304" pitchFamily="18" charset="0"/>
                </a:rPr>
                <a:t>二进制表示</a:t>
              </a:r>
            </a:p>
          </p:txBody>
        </p:sp>
      </p:grpSp>
      <p:sp>
        <p:nvSpPr>
          <p:cNvPr id="27" name="矩形 26">
            <a:extLst>
              <a:ext uri="{FF2B5EF4-FFF2-40B4-BE49-F238E27FC236}">
                <a16:creationId xmlns:a16="http://schemas.microsoft.com/office/drawing/2014/main" id="{E56BC9A4-A6CF-46B8-8FDF-6DA945978C9B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27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2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27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327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32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32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327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327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327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327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32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32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778" grpId="0" autoUpdateAnimBg="0"/>
      <p:bldP spid="32779" grpId="0" autoUpdateAnimBg="0"/>
      <p:bldP spid="32780" grpId="0" autoUpdateAnimBg="0"/>
      <p:bldP spid="32781" grpId="0" autoUpdateAnimBg="0"/>
      <p:bldP spid="32782" grpId="0" autoUpdateAnimBg="0"/>
      <p:bldP spid="32783" grpId="0" autoUpdateAnimBg="0"/>
      <p:bldP spid="32784" grpId="0" autoUpdateAnimBg="0"/>
      <p:bldP spid="32785" grpId="0" autoUpdateAnimBg="0"/>
      <p:bldP spid="32786" grpId="0" autoUpdateAnimBg="0"/>
      <p:bldP spid="32787" grpId="0" autoUpdateAnimBg="0"/>
      <p:bldP spid="32788" grpId="0" autoUpdateAnimBg="0"/>
      <p:bldP spid="32789" grpId="0" autoUpdateAnimBg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Text Box 2">
            <a:extLst>
              <a:ext uri="{FF2B5EF4-FFF2-40B4-BE49-F238E27FC236}">
                <a16:creationId xmlns:a16="http://schemas.microsoft.com/office/drawing/2014/main" id="{3A997C39-0451-4C8C-A8EC-EC4F90B84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288" y="476250"/>
            <a:ext cx="43116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1.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浮点数的表示形式</a:t>
            </a:r>
          </a:p>
        </p:txBody>
      </p:sp>
      <p:sp>
        <p:nvSpPr>
          <p:cNvPr id="33795" name="Text Box 3">
            <a:extLst>
              <a:ext uri="{FF2B5EF4-FFF2-40B4-BE49-F238E27FC236}">
                <a16:creationId xmlns:a16="http://schemas.microsoft.com/office/drawing/2014/main" id="{0F57152C-FE59-4BF0-96AC-47F05DBF27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8613" y="4010025"/>
            <a:ext cx="3775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solidFill>
                  <a:schemeClr val="folHlink"/>
                </a:solidFill>
                <a:latin typeface="Times New Roman" panose="02020603050405020304" pitchFamily="18" charset="0"/>
              </a:rPr>
              <a:t>S</a:t>
            </a:r>
            <a:r>
              <a:rPr kumimoji="1" lang="en-US" altLang="zh-CN" sz="2400" b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f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          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代表浮点数的符号</a:t>
            </a:r>
          </a:p>
        </p:txBody>
      </p:sp>
      <p:sp>
        <p:nvSpPr>
          <p:cNvPr id="33796" name="Text Box 4">
            <a:extLst>
              <a:ext uri="{FF2B5EF4-FFF2-40B4-BE49-F238E27FC236}">
                <a16:creationId xmlns:a16="http://schemas.microsoft.com/office/drawing/2014/main" id="{F87C5DDC-0EC6-43BF-9C50-606BA5AAF5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8613" y="4648200"/>
            <a:ext cx="47148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solidFill>
                  <a:schemeClr val="folHlink"/>
                </a:solidFill>
                <a:latin typeface="Times New Roman" panose="02020603050405020304" pitchFamily="18" charset="0"/>
              </a:rPr>
              <a:t>n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           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其位数反映浮点数的精度</a:t>
            </a:r>
          </a:p>
        </p:txBody>
      </p:sp>
      <p:sp>
        <p:nvSpPr>
          <p:cNvPr id="33797" name="Text Box 5">
            <a:extLst>
              <a:ext uri="{FF2B5EF4-FFF2-40B4-BE49-F238E27FC236}">
                <a16:creationId xmlns:a16="http://schemas.microsoft.com/office/drawing/2014/main" id="{7CCE17FA-2B0C-49F7-8B91-5CD870AC5D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8613" y="5286375"/>
            <a:ext cx="53181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solidFill>
                  <a:schemeClr val="folHlink"/>
                </a:solidFill>
                <a:latin typeface="Times New Roman" panose="02020603050405020304" pitchFamily="18" charset="0"/>
              </a:rPr>
              <a:t>m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          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其位数反映浮点数的表示范围</a:t>
            </a:r>
          </a:p>
        </p:txBody>
      </p:sp>
      <p:sp>
        <p:nvSpPr>
          <p:cNvPr id="33798" name="Text Box 6">
            <a:extLst>
              <a:ext uri="{FF2B5EF4-FFF2-40B4-BE49-F238E27FC236}">
                <a16:creationId xmlns:a16="http://schemas.microsoft.com/office/drawing/2014/main" id="{70593342-15F7-4F74-B252-829F8FC594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8613" y="5924550"/>
            <a:ext cx="60975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kumimoji="1" lang="en-US" altLang="zh-CN" sz="2400" b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f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 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和 </a:t>
            </a:r>
            <a:r>
              <a:rPr kumimoji="1" lang="en-US" altLang="zh-CN" sz="2400" b="1" i="1">
                <a:solidFill>
                  <a:schemeClr val="folHlink"/>
                </a:solidFill>
                <a:latin typeface="Times New Roman" panose="02020603050405020304" pitchFamily="18" charset="0"/>
              </a:rPr>
              <a:t>m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  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共同表示小数点的实际位置</a:t>
            </a:r>
          </a:p>
        </p:txBody>
      </p:sp>
      <p:grpSp>
        <p:nvGrpSpPr>
          <p:cNvPr id="2" name="Group 8">
            <a:extLst>
              <a:ext uri="{FF2B5EF4-FFF2-40B4-BE49-F238E27FC236}">
                <a16:creationId xmlns:a16="http://schemas.microsoft.com/office/drawing/2014/main" id="{BD20C3F5-53E5-4D7C-99D6-93DB5761F663}"/>
              </a:ext>
            </a:extLst>
          </p:cNvPr>
          <p:cNvGrpSpPr>
            <a:grpSpLocks/>
          </p:cNvGrpSpPr>
          <p:nvPr/>
        </p:nvGrpSpPr>
        <p:grpSpPr bwMode="auto">
          <a:xfrm>
            <a:off x="1517650" y="1524000"/>
            <a:ext cx="6254750" cy="2157413"/>
            <a:chOff x="956" y="960"/>
            <a:chExt cx="3940" cy="1359"/>
          </a:xfrm>
        </p:grpSpPr>
        <p:grpSp>
          <p:nvGrpSpPr>
            <p:cNvPr id="36874" name="Group 9">
              <a:extLst>
                <a:ext uri="{FF2B5EF4-FFF2-40B4-BE49-F238E27FC236}">
                  <a16:creationId xmlns:a16="http://schemas.microsoft.com/office/drawing/2014/main" id="{7CA0794E-81E0-43FE-B3C8-73189A0EBC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6" y="960"/>
              <a:ext cx="3940" cy="1248"/>
              <a:chOff x="956" y="960"/>
              <a:chExt cx="3940" cy="1248"/>
            </a:xfrm>
          </p:grpSpPr>
          <p:sp>
            <p:nvSpPr>
              <p:cNvPr id="36878" name="Text Box 10">
                <a:extLst>
                  <a:ext uri="{FF2B5EF4-FFF2-40B4-BE49-F238E27FC236}">
                    <a16:creationId xmlns:a16="http://schemas.microsoft.com/office/drawing/2014/main" id="{BDF29B60-700B-44AB-9353-E85AB806B6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98" y="1242"/>
                <a:ext cx="384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j</a:t>
                </a:r>
                <a:r>
                  <a:rPr kumimoji="1" lang="en-US" altLang="zh-CN" sz="2800" b="1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f</a:t>
                </a: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  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j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1</a:t>
                </a:r>
                <a:r>
                  <a:rPr kumimoji="1" lang="en-US" altLang="zh-CN" sz="2800" b="1" baseline="-25000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800" b="1" i="1" baseline="-25000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j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2</a:t>
                </a:r>
                <a:r>
                  <a:rPr kumimoji="1" lang="en-US" altLang="zh-CN" sz="2800" b="1" baseline="-25000">
                    <a:latin typeface="Times New Roman" panose="02020603050405020304" pitchFamily="18" charset="0"/>
                  </a:rPr>
                  <a:t>        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     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j</a:t>
                </a:r>
                <a:r>
                  <a:rPr kumimoji="1" lang="en-US" altLang="zh-CN" sz="2400" b="1" i="1" baseline="-25000">
                    <a:latin typeface="Times New Roman" panose="02020603050405020304" pitchFamily="18" charset="0"/>
                  </a:rPr>
                  <a:t>m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  </a:t>
                </a:r>
                <a:r>
                  <a:rPr kumimoji="1" lang="en-US" altLang="zh-CN" sz="2800" b="1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S</a:t>
                </a:r>
                <a:r>
                  <a:rPr kumimoji="1" lang="en-US" altLang="zh-CN" sz="2400" b="1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f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  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S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1  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S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2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                  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S</a:t>
                </a:r>
                <a:r>
                  <a:rPr kumimoji="1" lang="en-US" altLang="zh-CN" sz="2800" b="1" i="1" baseline="-25000">
                    <a:latin typeface="Times New Roman" panose="02020603050405020304" pitchFamily="18" charset="0"/>
                  </a:rPr>
                  <a:t>n</a:t>
                </a:r>
                <a:r>
                  <a:rPr kumimoji="1" lang="en-US" altLang="zh-CN" sz="2800" b="1" baseline="-25000">
                    <a:latin typeface="Times New Roman" panose="02020603050405020304" pitchFamily="18" charset="0"/>
                  </a:rPr>
                  <a:t> </a:t>
                </a:r>
              </a:p>
            </p:txBody>
          </p:sp>
          <p:sp>
            <p:nvSpPr>
              <p:cNvPr id="36879" name="Rectangle 11">
                <a:extLst>
                  <a:ext uri="{FF2B5EF4-FFF2-40B4-BE49-F238E27FC236}">
                    <a16:creationId xmlns:a16="http://schemas.microsoft.com/office/drawing/2014/main" id="{EB665953-3F89-44E7-B1D2-1392A8DB5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" y="1248"/>
                <a:ext cx="3936" cy="336"/>
              </a:xfrm>
              <a:prstGeom prst="rect">
                <a:avLst/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  <p:sp>
            <p:nvSpPr>
              <p:cNvPr id="36880" name="Line 12">
                <a:extLst>
                  <a:ext uri="{FF2B5EF4-FFF2-40B4-BE49-F238E27FC236}">
                    <a16:creationId xmlns:a16="http://schemas.microsoft.com/office/drawing/2014/main" id="{1AE175E5-84A8-4AF5-81EE-B467FA478A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48" y="1248"/>
                <a:ext cx="0" cy="33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881" name="Line 13">
                <a:extLst>
                  <a:ext uri="{FF2B5EF4-FFF2-40B4-BE49-F238E27FC236}">
                    <a16:creationId xmlns:a16="http://schemas.microsoft.com/office/drawing/2014/main" id="{2E6E0BE6-5F77-43F3-A29D-88E1B0F6AA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0" y="1248"/>
                <a:ext cx="0" cy="336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882" name="Line 14">
                <a:extLst>
                  <a:ext uri="{FF2B5EF4-FFF2-40B4-BE49-F238E27FC236}">
                    <a16:creationId xmlns:a16="http://schemas.microsoft.com/office/drawing/2014/main" id="{9AAD16A2-8E4A-4121-8BD3-C1C31A7167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76" y="1248"/>
                <a:ext cx="0" cy="33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883" name="Text Box 15">
                <a:extLst>
                  <a:ext uri="{FF2B5EF4-FFF2-40B4-BE49-F238E27FC236}">
                    <a16:creationId xmlns:a16="http://schemas.microsoft.com/office/drawing/2014/main" id="{ED51D220-E64B-47CE-ADF7-10A859DF2B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56" y="1200"/>
                <a:ext cx="39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latin typeface="Times New Roman" panose="02020603050405020304" pitchFamily="18" charset="0"/>
                  </a:rPr>
                  <a:t>… </a:t>
                </a:r>
              </a:p>
            </p:txBody>
          </p:sp>
          <p:sp>
            <p:nvSpPr>
              <p:cNvPr id="36884" name="Text Box 16">
                <a:extLst>
                  <a:ext uri="{FF2B5EF4-FFF2-40B4-BE49-F238E27FC236}">
                    <a16:creationId xmlns:a16="http://schemas.microsoft.com/office/drawing/2014/main" id="{8B062E77-6BEB-4ADD-9174-96A700C789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4" y="1200"/>
                <a:ext cx="39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latin typeface="Times New Roman" panose="02020603050405020304" pitchFamily="18" charset="0"/>
                  </a:rPr>
                  <a:t>… </a:t>
                </a:r>
              </a:p>
            </p:txBody>
          </p:sp>
          <p:sp>
            <p:nvSpPr>
              <p:cNvPr id="36885" name="Line 17">
                <a:extLst>
                  <a:ext uri="{FF2B5EF4-FFF2-40B4-BE49-F238E27FC236}">
                    <a16:creationId xmlns:a16="http://schemas.microsoft.com/office/drawing/2014/main" id="{0DA0C75E-117D-454E-88A4-F1F6DC8353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0" y="1056"/>
                <a:ext cx="0" cy="19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886" name="Line 18">
                <a:extLst>
                  <a:ext uri="{FF2B5EF4-FFF2-40B4-BE49-F238E27FC236}">
                    <a16:creationId xmlns:a16="http://schemas.microsoft.com/office/drawing/2014/main" id="{C02D3BE1-12D4-4651-A34B-BF885FB902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0" y="1056"/>
                <a:ext cx="0" cy="19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887" name="Line 19">
                <a:extLst>
                  <a:ext uri="{FF2B5EF4-FFF2-40B4-BE49-F238E27FC236}">
                    <a16:creationId xmlns:a16="http://schemas.microsoft.com/office/drawing/2014/main" id="{A6EF85C4-50A4-4CEB-9360-BC0EB7D6AE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6" y="1056"/>
                <a:ext cx="0" cy="19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888" name="Line 20">
                <a:extLst>
                  <a:ext uri="{FF2B5EF4-FFF2-40B4-BE49-F238E27FC236}">
                    <a16:creationId xmlns:a16="http://schemas.microsoft.com/office/drawing/2014/main" id="{27C641DD-8D2A-4470-9287-7483DFB357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60" y="1152"/>
                <a:ext cx="56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889" name="Line 21">
                <a:extLst>
                  <a:ext uri="{FF2B5EF4-FFF2-40B4-BE49-F238E27FC236}">
                    <a16:creationId xmlns:a16="http://schemas.microsoft.com/office/drawing/2014/main" id="{C7D16892-4A47-4F26-99F8-067097CBD5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40" y="1152"/>
                <a:ext cx="723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890" name="Line 22">
                <a:extLst>
                  <a:ext uri="{FF2B5EF4-FFF2-40B4-BE49-F238E27FC236}">
                    <a16:creationId xmlns:a16="http://schemas.microsoft.com/office/drawing/2014/main" id="{A8465CDB-8B71-4659-A255-5FB149B7BB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 flipH="1">
                <a:off x="2208" y="1151"/>
                <a:ext cx="431" cy="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891" name="Line 23">
                <a:extLst>
                  <a:ext uri="{FF2B5EF4-FFF2-40B4-BE49-F238E27FC236}">
                    <a16:creationId xmlns:a16="http://schemas.microsoft.com/office/drawing/2014/main" id="{D8BA2F15-C998-48E1-8BAE-76BAFC63D8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 flipH="1">
                <a:off x="4170" y="1150"/>
                <a:ext cx="723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892" name="Text Box 24">
                <a:extLst>
                  <a:ext uri="{FF2B5EF4-FFF2-40B4-BE49-F238E27FC236}">
                    <a16:creationId xmlns:a16="http://schemas.microsoft.com/office/drawing/2014/main" id="{C246F74B-BEF0-4696-8A99-A7B5F34512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84" y="960"/>
                <a:ext cx="72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j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  </a:t>
                </a:r>
                <a:r>
                  <a:rPr kumimoji="1" lang="zh-CN" altLang="en-US" sz="2000" b="1">
                    <a:latin typeface="Times New Roman" panose="02020603050405020304" pitchFamily="18" charset="0"/>
                  </a:rPr>
                  <a:t>阶码</a:t>
                </a:r>
              </a:p>
            </p:txBody>
          </p:sp>
          <p:sp>
            <p:nvSpPr>
              <p:cNvPr id="36893" name="Text Box 25">
                <a:extLst>
                  <a:ext uri="{FF2B5EF4-FFF2-40B4-BE49-F238E27FC236}">
                    <a16:creationId xmlns:a16="http://schemas.microsoft.com/office/drawing/2014/main" id="{40C19B15-0B66-47AA-B265-B148074542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56" y="960"/>
                <a:ext cx="72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S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  </a:t>
                </a:r>
                <a:r>
                  <a:rPr kumimoji="1" lang="zh-CN" altLang="en-US" sz="2000" b="1">
                    <a:latin typeface="Times New Roman" panose="02020603050405020304" pitchFamily="18" charset="0"/>
                  </a:rPr>
                  <a:t>尾数</a:t>
                </a:r>
              </a:p>
            </p:txBody>
          </p:sp>
          <p:sp>
            <p:nvSpPr>
              <p:cNvPr id="36894" name="Text Box 26">
                <a:extLst>
                  <a:ext uri="{FF2B5EF4-FFF2-40B4-BE49-F238E27FC236}">
                    <a16:creationId xmlns:a16="http://schemas.microsoft.com/office/drawing/2014/main" id="{85AEAE0F-652B-4147-B1E9-33E61A238E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6" y="1642"/>
                <a:ext cx="308" cy="5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阶符</a:t>
                </a:r>
              </a:p>
            </p:txBody>
          </p:sp>
          <p:sp>
            <p:nvSpPr>
              <p:cNvPr id="36895" name="Text Box 27">
                <a:extLst>
                  <a:ext uri="{FF2B5EF4-FFF2-40B4-BE49-F238E27FC236}">
                    <a16:creationId xmlns:a16="http://schemas.microsoft.com/office/drawing/2014/main" id="{FBECC1C0-7853-4643-AB90-DA6330F53F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8" y="1642"/>
                <a:ext cx="308" cy="5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数符</a:t>
                </a:r>
              </a:p>
            </p:txBody>
          </p:sp>
          <p:sp>
            <p:nvSpPr>
              <p:cNvPr id="36896" name="Text Box 28">
                <a:extLst>
                  <a:ext uri="{FF2B5EF4-FFF2-40B4-BE49-F238E27FC236}">
                    <a16:creationId xmlns:a16="http://schemas.microsoft.com/office/drawing/2014/main" id="{CE2A5E55-9D87-4250-A3C8-17B34A2095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6" y="1670"/>
                <a:ext cx="984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阶码的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数值部分</a:t>
                </a:r>
              </a:p>
            </p:txBody>
          </p:sp>
          <p:sp>
            <p:nvSpPr>
              <p:cNvPr id="36897" name="Text Box 29">
                <a:extLst>
                  <a:ext uri="{FF2B5EF4-FFF2-40B4-BE49-F238E27FC236}">
                    <a16:creationId xmlns:a16="http://schemas.microsoft.com/office/drawing/2014/main" id="{E511DDB9-DCBC-498F-9657-C5661D3903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37" y="1728"/>
                <a:ext cx="151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尾数的数值部分</a:t>
                </a:r>
              </a:p>
            </p:txBody>
          </p:sp>
          <p:sp>
            <p:nvSpPr>
              <p:cNvPr id="36898" name="AutoShape 30">
                <a:extLst>
                  <a:ext uri="{FF2B5EF4-FFF2-40B4-BE49-F238E27FC236}">
                    <a16:creationId xmlns:a16="http://schemas.microsoft.com/office/drawing/2014/main" id="{3CC9C9D8-BBDC-4D86-B48F-819F371A9B04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1896" y="936"/>
                <a:ext cx="96" cy="1392"/>
              </a:xfrm>
              <a:prstGeom prst="leftBrace">
                <a:avLst>
                  <a:gd name="adj1" fmla="val 120833"/>
                  <a:gd name="adj2" fmla="val 50000"/>
                </a:avLst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  <p:sp>
            <p:nvSpPr>
              <p:cNvPr id="36899" name="AutoShape 31">
                <a:extLst>
                  <a:ext uri="{FF2B5EF4-FFF2-40B4-BE49-F238E27FC236}">
                    <a16:creationId xmlns:a16="http://schemas.microsoft.com/office/drawing/2014/main" id="{704194F1-0DC1-45C1-8DB3-EB19CE0D661B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3888" y="672"/>
                <a:ext cx="96" cy="1920"/>
              </a:xfrm>
              <a:prstGeom prst="leftBrace">
                <a:avLst>
                  <a:gd name="adj1" fmla="val 166667"/>
                  <a:gd name="adj2" fmla="val 50000"/>
                </a:avLst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</p:grpSp>
        <p:sp>
          <p:nvSpPr>
            <p:cNvPr id="36875" name="Line 32">
              <a:extLst>
                <a:ext uri="{FF2B5EF4-FFF2-40B4-BE49-F238E27FC236}">
                  <a16:creationId xmlns:a16="http://schemas.microsoft.com/office/drawing/2014/main" id="{F7A073F4-1314-4A1F-B086-EC2C76B030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32" y="1649"/>
              <a:ext cx="0" cy="432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6876" name="Line 33">
              <a:extLst>
                <a:ext uri="{FF2B5EF4-FFF2-40B4-BE49-F238E27FC236}">
                  <a16:creationId xmlns:a16="http://schemas.microsoft.com/office/drawing/2014/main" id="{0166117E-67A2-4A65-9AD1-9E7C2341A8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5" y="1649"/>
              <a:ext cx="0" cy="432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36877" name="Text Box 34">
              <a:extLst>
                <a:ext uri="{FF2B5EF4-FFF2-40B4-BE49-F238E27FC236}">
                  <a16:creationId xmlns:a16="http://schemas.microsoft.com/office/drawing/2014/main" id="{D70C0471-1846-42EF-812C-126C23C88D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1" y="2069"/>
              <a:ext cx="9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0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小数点位置</a:t>
              </a:r>
            </a:p>
          </p:txBody>
        </p:sp>
      </p:grpSp>
      <p:sp>
        <p:nvSpPr>
          <p:cNvPr id="36" name="矩形 35">
            <a:extLst>
              <a:ext uri="{FF2B5EF4-FFF2-40B4-BE49-F238E27FC236}">
                <a16:creationId xmlns:a16="http://schemas.microsoft.com/office/drawing/2014/main" id="{649F2C29-2744-4DE2-B025-80C36A3E831D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37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37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3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37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795" grpId="0" autoUpdateAnimBg="0"/>
      <p:bldP spid="33796" grpId="0" autoUpdateAnimBg="0"/>
      <p:bldP spid="33797" grpId="0" autoUpdateAnimBg="0"/>
      <p:bldP spid="33798" grpId="0" autoUpdateAnimBg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Text Box 2">
            <a:extLst>
              <a:ext uri="{FF2B5EF4-FFF2-40B4-BE49-F238E27FC236}">
                <a16:creationId xmlns:a16="http://schemas.microsoft.com/office/drawing/2014/main" id="{F2C62588-8B68-4C98-B4CA-CB6F690DDF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725" y="228600"/>
            <a:ext cx="43116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2.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浮点数的表示范围</a:t>
            </a:r>
          </a:p>
        </p:txBody>
      </p:sp>
      <p:sp>
        <p:nvSpPr>
          <p:cNvPr id="34819" name="Text Box 3">
            <a:extLst>
              <a:ext uri="{FF2B5EF4-FFF2-40B4-BE49-F238E27FC236}">
                <a16:creationId xmlns:a16="http://schemas.microsoft.com/office/drawing/2014/main" id="{CD269C15-CAA7-44BF-9F46-421D1619B4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3756025"/>
            <a:ext cx="2971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>
                <a:latin typeface="Times New Roman" panose="02020603050405020304" pitchFamily="18" charset="0"/>
              </a:rPr>
              <a:t>2</a:t>
            </a:r>
            <a:r>
              <a:rPr kumimoji="1" lang="en-US" altLang="zh-CN" sz="2400" b="1" baseline="30000">
                <a:latin typeface="Times New Roman" panose="02020603050405020304" pitchFamily="18" charset="0"/>
              </a:rPr>
              <a:t>( </a:t>
            </a:r>
            <a:r>
              <a:rPr kumimoji="1" lang="en-US" altLang="zh-CN" sz="2800" b="1" baseline="30000">
                <a:latin typeface="Times New Roman" panose="02020603050405020304" pitchFamily="18" charset="0"/>
              </a:rPr>
              <a:t>2</a:t>
            </a:r>
            <a:r>
              <a:rPr kumimoji="1" lang="en-US" altLang="zh-CN" sz="2400" b="1" i="1" baseline="60000">
                <a:latin typeface="Times New Roman" panose="02020603050405020304" pitchFamily="18" charset="0"/>
              </a:rPr>
              <a:t>m</a:t>
            </a:r>
            <a:r>
              <a:rPr kumimoji="1" lang="en-US" altLang="zh-CN" sz="2800" b="1" baseline="30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baseline="30000">
                <a:latin typeface="Times New Roman" panose="02020603050405020304" pitchFamily="18" charset="0"/>
              </a:rPr>
              <a:t>1)</a:t>
            </a:r>
            <a:r>
              <a:rPr kumimoji="1" lang="en-US" altLang="zh-CN" sz="2400" b="1">
                <a:latin typeface="Times New Roman" panose="02020603050405020304" pitchFamily="18" charset="0"/>
              </a:rPr>
              <a:t>×( 1</a:t>
            </a:r>
            <a:r>
              <a:rPr kumimoji="1" lang="en-US" altLang="zh-CN" sz="10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10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2</a:t>
            </a:r>
            <a:r>
              <a:rPr kumimoji="1" lang="en-US" altLang="zh-CN" sz="2800" b="1" baseline="30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i="1" baseline="30000">
                <a:latin typeface="Times New Roman" panose="02020603050405020304" pitchFamily="18" charset="0"/>
              </a:rPr>
              <a:t>n</a:t>
            </a:r>
            <a:r>
              <a:rPr kumimoji="1" lang="en-US" altLang="zh-CN" sz="2400" b="1"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34820" name="Text Box 4">
            <a:extLst>
              <a:ext uri="{FF2B5EF4-FFF2-40B4-BE49-F238E27FC236}">
                <a16:creationId xmlns:a16="http://schemas.microsoft.com/office/drawing/2014/main" id="{171581DD-D897-40DE-BA32-0DF2244795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5789613"/>
            <a:ext cx="2438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>
                <a:latin typeface="Times New Roman" panose="02020603050405020304" pitchFamily="18" charset="0"/>
              </a:rPr>
              <a:t>2</a:t>
            </a:r>
            <a:r>
              <a:rPr kumimoji="1" lang="en-US" altLang="zh-CN" sz="2800" b="1" baseline="30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baseline="30000">
                <a:latin typeface="Times New Roman" panose="02020603050405020304" pitchFamily="18" charset="0"/>
              </a:rPr>
              <a:t>( </a:t>
            </a:r>
            <a:r>
              <a:rPr kumimoji="1" lang="en-US" altLang="zh-CN" sz="2800" b="1" baseline="30000">
                <a:latin typeface="Times New Roman" panose="02020603050405020304" pitchFamily="18" charset="0"/>
              </a:rPr>
              <a:t>2</a:t>
            </a:r>
            <a:r>
              <a:rPr kumimoji="1" lang="en-US" altLang="zh-CN" sz="2400" b="1" i="1" baseline="60000">
                <a:latin typeface="Times New Roman" panose="02020603050405020304" pitchFamily="18" charset="0"/>
              </a:rPr>
              <a:t>m</a:t>
            </a:r>
            <a:r>
              <a:rPr kumimoji="1" lang="en-US" altLang="zh-CN" sz="2800" b="1" baseline="30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baseline="30000">
                <a:latin typeface="Times New Roman" panose="02020603050405020304" pitchFamily="18" charset="0"/>
              </a:rPr>
              <a:t>1)</a:t>
            </a:r>
            <a:r>
              <a:rPr kumimoji="1" lang="en-US" altLang="zh-CN" sz="2400" b="1">
                <a:latin typeface="Times New Roman" panose="02020603050405020304" pitchFamily="18" charset="0"/>
              </a:rPr>
              <a:t>×2</a:t>
            </a:r>
            <a:r>
              <a:rPr kumimoji="1" lang="en-US" altLang="zh-CN" sz="2800" b="1" baseline="40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i="1" baseline="40000">
                <a:latin typeface="Times New Roman" panose="02020603050405020304" pitchFamily="18" charset="0"/>
              </a:rPr>
              <a:t>n</a:t>
            </a:r>
          </a:p>
        </p:txBody>
      </p:sp>
      <p:sp>
        <p:nvSpPr>
          <p:cNvPr id="34821" name="Text Box 5">
            <a:extLst>
              <a:ext uri="{FF2B5EF4-FFF2-40B4-BE49-F238E27FC236}">
                <a16:creationId xmlns:a16="http://schemas.microsoft.com/office/drawing/2014/main" id="{FFE42A4C-DF8B-4596-B4B2-48A5E4F7F1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3778250"/>
            <a:ext cx="2667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2</a:t>
            </a:r>
            <a:r>
              <a:rPr kumimoji="1" lang="en-US" altLang="zh-CN" sz="2400" b="1" baseline="30000">
                <a:latin typeface="Times New Roman" panose="02020603050405020304" pitchFamily="18" charset="0"/>
              </a:rPr>
              <a:t>( </a:t>
            </a:r>
            <a:r>
              <a:rPr kumimoji="1" lang="en-US" altLang="zh-CN" sz="2800" b="1" baseline="30000">
                <a:latin typeface="Times New Roman" panose="02020603050405020304" pitchFamily="18" charset="0"/>
              </a:rPr>
              <a:t>2</a:t>
            </a:r>
            <a:r>
              <a:rPr kumimoji="1" lang="en-US" altLang="zh-CN" sz="2400" b="1" i="1" baseline="60000">
                <a:latin typeface="Times New Roman" panose="02020603050405020304" pitchFamily="18" charset="0"/>
              </a:rPr>
              <a:t>m</a:t>
            </a:r>
            <a:r>
              <a:rPr kumimoji="1" lang="en-US" altLang="zh-CN" sz="2800" b="1" baseline="30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baseline="30000">
                <a:latin typeface="Times New Roman" panose="02020603050405020304" pitchFamily="18" charset="0"/>
              </a:rPr>
              <a:t>1)</a:t>
            </a:r>
            <a:r>
              <a:rPr kumimoji="1" lang="en-US" altLang="zh-CN" sz="2400" b="1">
                <a:latin typeface="Times New Roman" panose="02020603050405020304" pitchFamily="18" charset="0"/>
              </a:rPr>
              <a:t>×( 1</a:t>
            </a:r>
            <a:r>
              <a:rPr kumimoji="1" lang="en-US" altLang="zh-CN" sz="10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–</a:t>
            </a:r>
            <a:r>
              <a:rPr kumimoji="1" lang="en-US" altLang="zh-CN" sz="10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2</a:t>
            </a:r>
            <a:r>
              <a:rPr kumimoji="1" lang="en-US" altLang="zh-CN" sz="2800" b="1" baseline="40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i="1" baseline="40000">
                <a:latin typeface="Times New Roman" panose="02020603050405020304" pitchFamily="18" charset="0"/>
              </a:rPr>
              <a:t>n</a:t>
            </a:r>
            <a:r>
              <a:rPr kumimoji="1" lang="en-US" altLang="zh-CN" sz="2400" b="1"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34822" name="Text Box 6">
            <a:extLst>
              <a:ext uri="{FF2B5EF4-FFF2-40B4-BE49-F238E27FC236}">
                <a16:creationId xmlns:a16="http://schemas.microsoft.com/office/drawing/2014/main" id="{263EC1A1-EC20-43F3-BCB6-F59CB5EC54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05288" y="4514850"/>
            <a:ext cx="2286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2</a:t>
            </a:r>
            <a:r>
              <a:rPr kumimoji="1" lang="en-US" altLang="zh-CN" sz="2800" b="1" baseline="30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baseline="30000">
                <a:latin typeface="Times New Roman" panose="02020603050405020304" pitchFamily="18" charset="0"/>
              </a:rPr>
              <a:t>( </a:t>
            </a:r>
            <a:r>
              <a:rPr kumimoji="1" lang="en-US" altLang="zh-CN" sz="2800" b="1" baseline="30000">
                <a:latin typeface="Times New Roman" panose="02020603050405020304" pitchFamily="18" charset="0"/>
              </a:rPr>
              <a:t>2</a:t>
            </a:r>
            <a:r>
              <a:rPr kumimoji="1" lang="en-US" altLang="zh-CN" sz="2400" b="1" i="1" baseline="60000">
                <a:latin typeface="Times New Roman" panose="02020603050405020304" pitchFamily="18" charset="0"/>
              </a:rPr>
              <a:t>m</a:t>
            </a:r>
            <a:r>
              <a:rPr kumimoji="1" lang="en-US" altLang="zh-CN" sz="2800" b="1" baseline="30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baseline="30000">
                <a:latin typeface="Times New Roman" panose="02020603050405020304" pitchFamily="18" charset="0"/>
              </a:rPr>
              <a:t>1)</a:t>
            </a:r>
            <a:r>
              <a:rPr kumimoji="1" lang="en-US" altLang="zh-CN" sz="2400" b="1">
                <a:latin typeface="Times New Roman" panose="02020603050405020304" pitchFamily="18" charset="0"/>
              </a:rPr>
              <a:t>×2</a:t>
            </a:r>
            <a:r>
              <a:rPr kumimoji="1" lang="en-US" altLang="zh-CN" sz="2800" b="1" baseline="40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i="1" baseline="40000">
                <a:latin typeface="Times New Roman" panose="02020603050405020304" pitchFamily="18" charset="0"/>
              </a:rPr>
              <a:t>n</a:t>
            </a:r>
          </a:p>
        </p:txBody>
      </p:sp>
      <p:grpSp>
        <p:nvGrpSpPr>
          <p:cNvPr id="2" name="Group 7">
            <a:extLst>
              <a:ext uri="{FF2B5EF4-FFF2-40B4-BE49-F238E27FC236}">
                <a16:creationId xmlns:a16="http://schemas.microsoft.com/office/drawing/2014/main" id="{8DAC15E7-6BD6-43BD-A991-90BDCE1A6530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2971800"/>
            <a:ext cx="1411288" cy="838200"/>
            <a:chOff x="720" y="1661"/>
            <a:chExt cx="769" cy="528"/>
          </a:xfrm>
        </p:grpSpPr>
        <p:sp>
          <p:nvSpPr>
            <p:cNvPr id="37934" name="Text Box 8">
              <a:extLst>
                <a:ext uri="{FF2B5EF4-FFF2-40B4-BE49-F238E27FC236}">
                  <a16:creationId xmlns:a16="http://schemas.microsoft.com/office/drawing/2014/main" id="{E2085AB7-A554-4D74-9437-9CEF97EB55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1901"/>
              <a:ext cx="76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最小负数</a:t>
              </a:r>
            </a:p>
          </p:txBody>
        </p:sp>
        <p:sp>
          <p:nvSpPr>
            <p:cNvPr id="37935" name="Line 9">
              <a:extLst>
                <a:ext uri="{FF2B5EF4-FFF2-40B4-BE49-F238E27FC236}">
                  <a16:creationId xmlns:a16="http://schemas.microsoft.com/office/drawing/2014/main" id="{CC19DACC-8F35-48B6-9F9B-CD862AD51B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" y="1661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" name="Group 10">
            <a:extLst>
              <a:ext uri="{FF2B5EF4-FFF2-40B4-BE49-F238E27FC236}">
                <a16:creationId xmlns:a16="http://schemas.microsoft.com/office/drawing/2014/main" id="{0CCDBF4C-5BD2-4323-B361-A829F1986F45}"/>
              </a:ext>
            </a:extLst>
          </p:cNvPr>
          <p:cNvGrpSpPr>
            <a:grpSpLocks/>
          </p:cNvGrpSpPr>
          <p:nvPr/>
        </p:nvGrpSpPr>
        <p:grpSpPr bwMode="auto">
          <a:xfrm>
            <a:off x="3162300" y="2971800"/>
            <a:ext cx="1416050" cy="2879725"/>
            <a:chOff x="1992" y="1872"/>
            <a:chExt cx="892" cy="1814"/>
          </a:xfrm>
        </p:grpSpPr>
        <p:sp>
          <p:nvSpPr>
            <p:cNvPr id="37932" name="Text Box 11">
              <a:extLst>
                <a:ext uri="{FF2B5EF4-FFF2-40B4-BE49-F238E27FC236}">
                  <a16:creationId xmlns:a16="http://schemas.microsoft.com/office/drawing/2014/main" id="{732D257D-3E32-49FA-BB72-EFF6B7D958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92" y="3398"/>
              <a:ext cx="89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最大负数</a:t>
              </a:r>
            </a:p>
          </p:txBody>
        </p:sp>
        <p:sp>
          <p:nvSpPr>
            <p:cNvPr id="37933" name="Freeform 12">
              <a:extLst>
                <a:ext uri="{FF2B5EF4-FFF2-40B4-BE49-F238E27FC236}">
                  <a16:creationId xmlns:a16="http://schemas.microsoft.com/office/drawing/2014/main" id="{EF87EAFE-1466-43D5-A605-45BD6BC54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872"/>
              <a:ext cx="1" cy="1524"/>
            </a:xfrm>
            <a:custGeom>
              <a:avLst/>
              <a:gdLst>
                <a:gd name="T0" fmla="*/ 0 w 1"/>
                <a:gd name="T1" fmla="*/ 1524 h 1524"/>
                <a:gd name="T2" fmla="*/ 1 w 1"/>
                <a:gd name="T3" fmla="*/ 0 h 1524"/>
                <a:gd name="T4" fmla="*/ 0 60000 65536"/>
                <a:gd name="T5" fmla="*/ 0 60000 65536"/>
                <a:gd name="T6" fmla="*/ 0 w 1"/>
                <a:gd name="T7" fmla="*/ 0 h 1524"/>
                <a:gd name="T8" fmla="*/ 1 w 1"/>
                <a:gd name="T9" fmla="*/ 1524 h 152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24">
                  <a:moveTo>
                    <a:pt x="0" y="1524"/>
                  </a:moveTo>
                  <a:lnTo>
                    <a:pt x="1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" name="Group 13">
            <a:extLst>
              <a:ext uri="{FF2B5EF4-FFF2-40B4-BE49-F238E27FC236}">
                <a16:creationId xmlns:a16="http://schemas.microsoft.com/office/drawing/2014/main" id="{30104501-080A-4D56-9989-AFD74BDFF202}"/>
              </a:ext>
            </a:extLst>
          </p:cNvPr>
          <p:cNvGrpSpPr>
            <a:grpSpLocks/>
          </p:cNvGrpSpPr>
          <p:nvPr/>
        </p:nvGrpSpPr>
        <p:grpSpPr bwMode="auto">
          <a:xfrm>
            <a:off x="6748463" y="2971800"/>
            <a:ext cx="1568450" cy="838200"/>
            <a:chOff x="4296" y="1661"/>
            <a:chExt cx="888" cy="528"/>
          </a:xfrm>
        </p:grpSpPr>
        <p:sp>
          <p:nvSpPr>
            <p:cNvPr id="37930" name="Text Box 14">
              <a:extLst>
                <a:ext uri="{FF2B5EF4-FFF2-40B4-BE49-F238E27FC236}">
                  <a16:creationId xmlns:a16="http://schemas.microsoft.com/office/drawing/2014/main" id="{6A300BFC-2180-4E2E-8698-9D29ADAE79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6" y="1901"/>
              <a:ext cx="8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最大正数</a:t>
              </a:r>
            </a:p>
          </p:txBody>
        </p:sp>
        <p:sp>
          <p:nvSpPr>
            <p:cNvPr id="37931" name="Line 15">
              <a:extLst>
                <a:ext uri="{FF2B5EF4-FFF2-40B4-BE49-F238E27FC236}">
                  <a16:creationId xmlns:a16="http://schemas.microsoft.com/office/drawing/2014/main" id="{77FCFE70-2DCA-4A6D-A1A8-8DE16E5C38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08" y="1661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5" name="Group 16">
            <a:extLst>
              <a:ext uri="{FF2B5EF4-FFF2-40B4-BE49-F238E27FC236}">
                <a16:creationId xmlns:a16="http://schemas.microsoft.com/office/drawing/2014/main" id="{3D0BDA13-E11C-41B8-8A0B-5EB81FFA7BF1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2971800"/>
            <a:ext cx="1409700" cy="1524000"/>
            <a:chOff x="2784" y="1661"/>
            <a:chExt cx="888" cy="960"/>
          </a:xfrm>
        </p:grpSpPr>
        <p:sp>
          <p:nvSpPr>
            <p:cNvPr id="37928" name="Text Box 17">
              <a:extLst>
                <a:ext uri="{FF2B5EF4-FFF2-40B4-BE49-F238E27FC236}">
                  <a16:creationId xmlns:a16="http://schemas.microsoft.com/office/drawing/2014/main" id="{2F3112DD-A37F-451D-B7DA-6BE09DCFA0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4" y="2333"/>
              <a:ext cx="8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最小正数</a:t>
              </a:r>
            </a:p>
          </p:txBody>
        </p:sp>
        <p:sp>
          <p:nvSpPr>
            <p:cNvPr id="37929" name="Freeform 18">
              <a:extLst>
                <a:ext uri="{FF2B5EF4-FFF2-40B4-BE49-F238E27FC236}">
                  <a16:creationId xmlns:a16="http://schemas.microsoft.com/office/drawing/2014/main" id="{68CCB8AB-0A98-4243-9534-0064B752A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661"/>
              <a:ext cx="1" cy="687"/>
            </a:xfrm>
            <a:custGeom>
              <a:avLst/>
              <a:gdLst>
                <a:gd name="T0" fmla="*/ 0 w 1"/>
                <a:gd name="T1" fmla="*/ 687 h 687"/>
                <a:gd name="T2" fmla="*/ 1 w 1"/>
                <a:gd name="T3" fmla="*/ 0 h 687"/>
                <a:gd name="T4" fmla="*/ 0 60000 65536"/>
                <a:gd name="T5" fmla="*/ 0 60000 65536"/>
                <a:gd name="T6" fmla="*/ 0 w 1"/>
                <a:gd name="T7" fmla="*/ 0 h 687"/>
                <a:gd name="T8" fmla="*/ 1 w 1"/>
                <a:gd name="T9" fmla="*/ 687 h 6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687">
                  <a:moveTo>
                    <a:pt x="0" y="687"/>
                  </a:moveTo>
                  <a:lnTo>
                    <a:pt x="1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6" name="Group 19">
            <a:extLst>
              <a:ext uri="{FF2B5EF4-FFF2-40B4-BE49-F238E27FC236}">
                <a16:creationId xmlns:a16="http://schemas.microsoft.com/office/drawing/2014/main" id="{9CE8F514-2327-47FA-A4AF-15A7E18BD726}"/>
              </a:ext>
            </a:extLst>
          </p:cNvPr>
          <p:cNvGrpSpPr>
            <a:grpSpLocks/>
          </p:cNvGrpSpPr>
          <p:nvPr/>
        </p:nvGrpSpPr>
        <p:grpSpPr bwMode="auto">
          <a:xfrm>
            <a:off x="609600" y="1758950"/>
            <a:ext cx="7848600" cy="1822450"/>
            <a:chOff x="384" y="897"/>
            <a:chExt cx="4944" cy="1148"/>
          </a:xfrm>
        </p:grpSpPr>
        <p:grpSp>
          <p:nvGrpSpPr>
            <p:cNvPr id="37910" name="Group 20">
              <a:extLst>
                <a:ext uri="{FF2B5EF4-FFF2-40B4-BE49-F238E27FC236}">
                  <a16:creationId xmlns:a16="http://schemas.microsoft.com/office/drawing/2014/main" id="{09599B54-95C7-4CD5-A163-11F6C91D64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" y="1229"/>
              <a:ext cx="4944" cy="525"/>
              <a:chOff x="384" y="1229"/>
              <a:chExt cx="4944" cy="525"/>
            </a:xfrm>
          </p:grpSpPr>
          <p:grpSp>
            <p:nvGrpSpPr>
              <p:cNvPr id="37921" name="Group 21">
                <a:extLst>
                  <a:ext uri="{FF2B5EF4-FFF2-40B4-BE49-F238E27FC236}">
                    <a16:creationId xmlns:a16="http://schemas.microsoft.com/office/drawing/2014/main" id="{5C42C4C3-02FF-46B4-8F07-E7A284C7A51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4" y="1229"/>
                <a:ext cx="4944" cy="525"/>
                <a:chOff x="384" y="1229"/>
                <a:chExt cx="4944" cy="525"/>
              </a:xfrm>
            </p:grpSpPr>
            <p:grpSp>
              <p:nvGrpSpPr>
                <p:cNvPr id="37923" name="Group 22">
                  <a:extLst>
                    <a:ext uri="{FF2B5EF4-FFF2-40B4-BE49-F238E27FC236}">
                      <a16:creationId xmlns:a16="http://schemas.microsoft.com/office/drawing/2014/main" id="{4A2B8265-8123-47F4-90D5-932540EB32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04" y="1229"/>
                  <a:ext cx="1752" cy="525"/>
                  <a:chOff x="1104" y="1229"/>
                  <a:chExt cx="1752" cy="525"/>
                </a:xfrm>
              </p:grpSpPr>
              <p:sp>
                <p:nvSpPr>
                  <p:cNvPr id="37926" name="Line 23">
                    <a:extLst>
                      <a:ext uri="{FF2B5EF4-FFF2-40B4-BE49-F238E27FC236}">
                        <a16:creationId xmlns:a16="http://schemas.microsoft.com/office/drawing/2014/main" id="{D60E3499-99BE-48B6-A332-83D0DD8607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56" y="1661"/>
                    <a:ext cx="0" cy="93"/>
                  </a:xfrm>
                  <a:prstGeom prst="line">
                    <a:avLst/>
                  </a:prstGeom>
                  <a:noFill/>
                  <a:ln w="28575">
                    <a:solidFill>
                      <a:schemeClr val="folHlink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37927" name="Line 24">
                    <a:extLst>
                      <a:ext uri="{FF2B5EF4-FFF2-40B4-BE49-F238E27FC236}">
                        <a16:creationId xmlns:a16="http://schemas.microsoft.com/office/drawing/2014/main" id="{C6A4A084-DC4D-4961-BB67-98538F049E5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104" y="1229"/>
                    <a:ext cx="0" cy="432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37924" name="Line 25">
                  <a:extLst>
                    <a:ext uri="{FF2B5EF4-FFF2-40B4-BE49-F238E27FC236}">
                      <a16:creationId xmlns:a16="http://schemas.microsoft.com/office/drawing/2014/main" id="{0EDC79B9-744D-4089-BE92-7927CB846E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64" y="1229"/>
                  <a:ext cx="0" cy="43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37925" name="Line 26">
                  <a:extLst>
                    <a:ext uri="{FF2B5EF4-FFF2-40B4-BE49-F238E27FC236}">
                      <a16:creationId xmlns:a16="http://schemas.microsoft.com/office/drawing/2014/main" id="{1DFA43BC-2AE3-4508-ACD7-9B86ECF356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4" y="1661"/>
                  <a:ext cx="49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37922" name="Line 27">
                <a:extLst>
                  <a:ext uri="{FF2B5EF4-FFF2-40B4-BE49-F238E27FC236}">
                    <a16:creationId xmlns:a16="http://schemas.microsoft.com/office/drawing/2014/main" id="{C933D551-5B99-4A02-9799-4D77893F93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08" y="1229"/>
                <a:ext cx="0" cy="432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37911" name="Group 28">
              <a:extLst>
                <a:ext uri="{FF2B5EF4-FFF2-40B4-BE49-F238E27FC236}">
                  <a16:creationId xmlns:a16="http://schemas.microsoft.com/office/drawing/2014/main" id="{0A61253F-09A4-4206-A987-2F4ED8A80E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" y="897"/>
              <a:ext cx="4944" cy="1148"/>
              <a:chOff x="384" y="897"/>
              <a:chExt cx="4944" cy="1148"/>
            </a:xfrm>
          </p:grpSpPr>
          <p:sp>
            <p:nvSpPr>
              <p:cNvPr id="37912" name="Rectangle 29">
                <a:extLst>
                  <a:ext uri="{FF2B5EF4-FFF2-40B4-BE49-F238E27FC236}">
                    <a16:creationId xmlns:a16="http://schemas.microsoft.com/office/drawing/2014/main" id="{005CC2C7-FAC5-401D-8C6D-0D68A8BA8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" y="1229"/>
                <a:ext cx="720" cy="432"/>
              </a:xfrm>
              <a:prstGeom prst="rect">
                <a:avLst/>
              </a:prstGeom>
              <a:solidFill>
                <a:schemeClr val="folHlink">
                  <a:alpha val="50195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kumimoji="1" lang="zh-CN" altLang="zh-CN" b="1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7913" name="Line 30">
                <a:extLst>
                  <a:ext uri="{FF2B5EF4-FFF2-40B4-BE49-F238E27FC236}">
                    <a16:creationId xmlns:a16="http://schemas.microsoft.com/office/drawing/2014/main" id="{FB1BF34D-FD40-4760-BB22-3AC96A9103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8" y="1229"/>
                <a:ext cx="0" cy="43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7914" name="Rectangle 31">
                <a:extLst>
                  <a:ext uri="{FF2B5EF4-FFF2-40B4-BE49-F238E27FC236}">
                    <a16:creationId xmlns:a16="http://schemas.microsoft.com/office/drawing/2014/main" id="{F05DABDD-B1EA-4E66-A1C0-669E1F8F0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8" y="1229"/>
                <a:ext cx="720" cy="432"/>
              </a:xfrm>
              <a:prstGeom prst="rect">
                <a:avLst/>
              </a:prstGeom>
              <a:solidFill>
                <a:schemeClr val="folHlink">
                  <a:alpha val="50195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kumimoji="1" lang="zh-CN" altLang="zh-CN" b="1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7915" name="Text Box 32">
                <a:extLst>
                  <a:ext uri="{FF2B5EF4-FFF2-40B4-BE49-F238E27FC236}">
                    <a16:creationId xmlns:a16="http://schemas.microsoft.com/office/drawing/2014/main" id="{2355CC6F-D44F-4EE2-82D4-0C2E0FC505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1" y="1310"/>
                <a:ext cx="79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800" b="1">
                    <a:latin typeface="Times New Roman" panose="02020603050405020304" pitchFamily="18" charset="0"/>
                  </a:rPr>
                  <a:t>负数区</a:t>
                </a:r>
              </a:p>
            </p:txBody>
          </p:sp>
          <p:sp>
            <p:nvSpPr>
              <p:cNvPr id="37916" name="Text Box 33">
                <a:extLst>
                  <a:ext uri="{FF2B5EF4-FFF2-40B4-BE49-F238E27FC236}">
                    <a16:creationId xmlns:a16="http://schemas.microsoft.com/office/drawing/2014/main" id="{2CC0DCAA-A38F-45EC-B70B-882CCF3D65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1" y="1310"/>
                <a:ext cx="79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800" b="1">
                    <a:latin typeface="Times New Roman" panose="02020603050405020304" pitchFamily="18" charset="0"/>
                  </a:rPr>
                  <a:t>正数区</a:t>
                </a:r>
              </a:p>
            </p:txBody>
          </p:sp>
          <p:sp>
            <p:nvSpPr>
              <p:cNvPr id="37917" name="Text Box 34">
                <a:extLst>
                  <a:ext uri="{FF2B5EF4-FFF2-40B4-BE49-F238E27FC236}">
                    <a16:creationId xmlns:a16="http://schemas.microsoft.com/office/drawing/2014/main" id="{91E4E9E6-2BC6-4C55-B4D0-CDE5A24C7C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38" y="1310"/>
                <a:ext cx="56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下溢</a:t>
                </a:r>
              </a:p>
            </p:txBody>
          </p:sp>
          <p:sp>
            <p:nvSpPr>
              <p:cNvPr id="37918" name="Text Box 35">
                <a:extLst>
                  <a:ext uri="{FF2B5EF4-FFF2-40B4-BE49-F238E27FC236}">
                    <a16:creationId xmlns:a16="http://schemas.microsoft.com/office/drawing/2014/main" id="{F6DE42D6-FE38-4DCE-964E-6ADC4C7F61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4" y="1680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37919" name="Text Box 36">
                <a:extLst>
                  <a:ext uri="{FF2B5EF4-FFF2-40B4-BE49-F238E27FC236}">
                    <a16:creationId xmlns:a16="http://schemas.microsoft.com/office/drawing/2014/main" id="{AC8CDF4E-1638-4647-9963-3DB251C2E5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2" y="897"/>
                <a:ext cx="56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上溢</a:t>
                </a:r>
              </a:p>
            </p:txBody>
          </p:sp>
          <p:sp>
            <p:nvSpPr>
              <p:cNvPr id="37920" name="Text Box 37">
                <a:extLst>
                  <a:ext uri="{FF2B5EF4-FFF2-40B4-BE49-F238E27FC236}">
                    <a16:creationId xmlns:a16="http://schemas.microsoft.com/office/drawing/2014/main" id="{F08F3C2A-D837-45C5-BEAF-8EC1C60A81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08" y="897"/>
                <a:ext cx="56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上溢</a:t>
                </a:r>
              </a:p>
            </p:txBody>
          </p:sp>
        </p:grpSp>
      </p:grpSp>
      <p:sp>
        <p:nvSpPr>
          <p:cNvPr id="34854" name="Text Box 38">
            <a:extLst>
              <a:ext uri="{FF2B5EF4-FFF2-40B4-BE49-F238E27FC236}">
                <a16:creationId xmlns:a16="http://schemas.microsoft.com/office/drawing/2014/main" id="{A6AC9B1F-2EE6-4F82-8774-0BA9B8D9F9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4221163"/>
            <a:ext cx="2590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–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kumimoji="1" lang="en-US" altLang="zh-CN" sz="2400" b="1" baseline="50000">
                <a:solidFill>
                  <a:schemeClr val="folHlink"/>
                </a:solidFill>
                <a:latin typeface="Times New Roman" panose="02020603050405020304" pitchFamily="18" charset="0"/>
              </a:rPr>
              <a:t>15</a:t>
            </a:r>
            <a:r>
              <a:rPr kumimoji="1" lang="en-US" altLang="zh-CN" b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×( 1</a:t>
            </a:r>
            <a:r>
              <a:rPr kumimoji="1" lang="en-US" altLang="zh-CN" sz="10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–</a:t>
            </a:r>
            <a:r>
              <a:rPr kumimoji="1" lang="en-US" altLang="zh-CN" sz="9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kumimoji="1" lang="zh-CN" altLang="zh-CN" sz="2800" b="1" baseline="50000">
                <a:solidFill>
                  <a:schemeClr val="folHlink"/>
                </a:solidFill>
                <a:latin typeface="Times New Roman" panose="02020603050405020304" pitchFamily="18" charset="0"/>
              </a:rPr>
              <a:t>-</a:t>
            </a:r>
            <a:r>
              <a:rPr kumimoji="1" lang="zh-CN" altLang="zh-CN" sz="2400" b="1" baseline="50000">
                <a:solidFill>
                  <a:schemeClr val="folHlink"/>
                </a:solidFill>
                <a:latin typeface="Times New Roman" panose="02020603050405020304" pitchFamily="18" charset="0"/>
              </a:rPr>
              <a:t>10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)</a:t>
            </a:r>
            <a:r>
              <a:rPr kumimoji="1" lang="en-US" altLang="zh-CN" b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34855" name="Text Box 39">
            <a:extLst>
              <a:ext uri="{FF2B5EF4-FFF2-40B4-BE49-F238E27FC236}">
                <a16:creationId xmlns:a16="http://schemas.microsoft.com/office/drawing/2014/main" id="{24F399C5-4753-4385-B55A-A5B8A71747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3263" y="6202363"/>
            <a:ext cx="2209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–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kumimoji="1" lang="en-US" altLang="zh-CN" b="1" baseline="40000">
                <a:solidFill>
                  <a:schemeClr val="folHlink"/>
                </a:solidFill>
                <a:latin typeface="Times New Roman" panose="02020603050405020304" pitchFamily="18" charset="0"/>
              </a:rPr>
              <a:t>-</a:t>
            </a:r>
            <a:r>
              <a:rPr kumimoji="1" lang="en-US" altLang="zh-CN" sz="2400" b="1" baseline="50000">
                <a:solidFill>
                  <a:schemeClr val="folHlink"/>
                </a:solidFill>
                <a:latin typeface="Times New Roman" panose="02020603050405020304" pitchFamily="18" charset="0"/>
              </a:rPr>
              <a:t>15</a:t>
            </a:r>
            <a:r>
              <a:rPr kumimoji="1" lang="en-US" altLang="zh-CN" b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×2</a:t>
            </a:r>
            <a:r>
              <a:rPr kumimoji="1" lang="en-US" altLang="zh-CN" b="1" baseline="40000">
                <a:solidFill>
                  <a:schemeClr val="folHlink"/>
                </a:solidFill>
                <a:latin typeface="Times New Roman" panose="02020603050405020304" pitchFamily="18" charset="0"/>
              </a:rPr>
              <a:t>-</a:t>
            </a:r>
            <a:r>
              <a:rPr kumimoji="1" lang="en-US" altLang="zh-CN" sz="2400" b="1" baseline="50000">
                <a:solidFill>
                  <a:schemeClr val="folHlink"/>
                </a:solidFill>
                <a:latin typeface="Times New Roman" panose="02020603050405020304" pitchFamily="18" charset="0"/>
              </a:rPr>
              <a:t>10</a:t>
            </a:r>
            <a:r>
              <a:rPr kumimoji="1" lang="en-US" altLang="zh-CN" b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34856" name="Text Box 40">
            <a:extLst>
              <a:ext uri="{FF2B5EF4-FFF2-40B4-BE49-F238E27FC236}">
                <a16:creationId xmlns:a16="http://schemas.microsoft.com/office/drawing/2014/main" id="{7B1E06A2-5009-4E80-A0DE-2A50B36AF0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94513" y="4221163"/>
            <a:ext cx="2590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kumimoji="1" lang="en-US" altLang="zh-CN" sz="2400" b="1" baseline="50000">
                <a:solidFill>
                  <a:schemeClr val="folHlink"/>
                </a:solidFill>
                <a:latin typeface="Times New Roman" panose="02020603050405020304" pitchFamily="18" charset="0"/>
              </a:rPr>
              <a:t>15</a:t>
            </a:r>
            <a:r>
              <a:rPr kumimoji="1" lang="en-US" altLang="zh-CN" b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×( 1</a:t>
            </a:r>
            <a:r>
              <a:rPr kumimoji="1" lang="en-US" altLang="zh-CN" sz="10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–</a:t>
            </a:r>
            <a:r>
              <a:rPr kumimoji="1" lang="en-US" altLang="zh-CN" sz="10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kumimoji="1" lang="en-US" altLang="zh-CN" b="1" baseline="40000">
                <a:solidFill>
                  <a:schemeClr val="folHlink"/>
                </a:solidFill>
                <a:latin typeface="Times New Roman" panose="02020603050405020304" pitchFamily="18" charset="0"/>
              </a:rPr>
              <a:t>-</a:t>
            </a:r>
            <a:r>
              <a:rPr kumimoji="1" lang="en-US" altLang="zh-CN" sz="2400" b="1" baseline="50000">
                <a:solidFill>
                  <a:schemeClr val="folHlink"/>
                </a:solidFill>
                <a:latin typeface="Times New Roman" panose="02020603050405020304" pitchFamily="18" charset="0"/>
              </a:rPr>
              <a:t>10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)</a:t>
            </a:r>
            <a:r>
              <a:rPr kumimoji="1" lang="en-US" altLang="zh-CN" b="1" baseline="30000">
                <a:latin typeface="Times New Roman" panose="02020603050405020304" pitchFamily="18" charset="0"/>
              </a:rPr>
              <a:t> </a:t>
            </a:r>
          </a:p>
        </p:txBody>
      </p:sp>
      <p:grpSp>
        <p:nvGrpSpPr>
          <p:cNvPr id="17" name="Group 41">
            <a:extLst>
              <a:ext uri="{FF2B5EF4-FFF2-40B4-BE49-F238E27FC236}">
                <a16:creationId xmlns:a16="http://schemas.microsoft.com/office/drawing/2014/main" id="{84014AB3-A208-4133-9E0F-8636E048F1FA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5364163"/>
            <a:ext cx="3124200" cy="990600"/>
            <a:chOff x="144" y="3024"/>
            <a:chExt cx="1968" cy="624"/>
          </a:xfrm>
        </p:grpSpPr>
        <p:sp>
          <p:nvSpPr>
            <p:cNvPr id="37908" name="Text Box 42">
              <a:extLst>
                <a:ext uri="{FF2B5EF4-FFF2-40B4-BE49-F238E27FC236}">
                  <a16:creationId xmlns:a16="http://schemas.microsoft.com/office/drawing/2014/main" id="{AB002D19-B1FF-47B0-96B7-DA8F696009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" y="3024"/>
              <a:ext cx="163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设  </a:t>
              </a: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m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= 4</a:t>
              </a:r>
            </a:p>
          </p:txBody>
        </p:sp>
        <p:sp>
          <p:nvSpPr>
            <p:cNvPr id="37909" name="Text Box 43">
              <a:extLst>
                <a:ext uri="{FF2B5EF4-FFF2-40B4-BE49-F238E27FC236}">
                  <a16:creationId xmlns:a16="http://schemas.microsoft.com/office/drawing/2014/main" id="{2F3EF421-27B1-4F00-92C8-3FBDE449E5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" y="3321"/>
              <a:ext cx="163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=10</a:t>
              </a:r>
            </a:p>
          </p:txBody>
        </p:sp>
      </p:grpSp>
      <p:sp>
        <p:nvSpPr>
          <p:cNvPr id="34860" name="Text Box 44">
            <a:extLst>
              <a:ext uri="{FF2B5EF4-FFF2-40B4-BE49-F238E27FC236}">
                <a16:creationId xmlns:a16="http://schemas.microsoft.com/office/drawing/2014/main" id="{1770CE80-BE5F-416F-88CF-9B79694591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062038"/>
            <a:ext cx="6781800" cy="842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7200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60000"/>
              </a:lnSpc>
              <a:spcBef>
                <a:spcPct val="5000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上溢   阶码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&gt;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最大阶码</a:t>
            </a:r>
          </a:p>
          <a:p>
            <a:pPr eaLnBrk="1" hangingPunct="1">
              <a:lnSpc>
                <a:spcPct val="60000"/>
              </a:lnSpc>
              <a:spcBef>
                <a:spcPct val="5000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下溢   阶码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&lt;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最小阶码   按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机器零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处理</a:t>
            </a:r>
          </a:p>
        </p:txBody>
      </p:sp>
      <p:sp>
        <p:nvSpPr>
          <p:cNvPr id="34863" name="Text Box 47">
            <a:extLst>
              <a:ext uri="{FF2B5EF4-FFF2-40B4-BE49-F238E27FC236}">
                <a16:creationId xmlns:a16="http://schemas.microsoft.com/office/drawing/2014/main" id="{10787DBF-ED33-4071-87ED-16B7F57246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1850" y="4941888"/>
            <a:ext cx="2209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kumimoji="1" lang="en-US" altLang="zh-CN" b="1" baseline="40000">
                <a:solidFill>
                  <a:schemeClr val="folHlink"/>
                </a:solidFill>
                <a:latin typeface="Times New Roman" panose="02020603050405020304" pitchFamily="18" charset="0"/>
              </a:rPr>
              <a:t>-</a:t>
            </a:r>
            <a:r>
              <a:rPr kumimoji="1" lang="en-US" altLang="zh-CN" sz="2400" b="1" baseline="50000">
                <a:solidFill>
                  <a:schemeClr val="folHlink"/>
                </a:solidFill>
                <a:latin typeface="Times New Roman" panose="02020603050405020304" pitchFamily="18" charset="0"/>
              </a:rPr>
              <a:t>15</a:t>
            </a:r>
            <a:r>
              <a:rPr kumimoji="1" lang="en-US" altLang="zh-CN" b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×2</a:t>
            </a:r>
            <a:r>
              <a:rPr kumimoji="1" lang="en-US" altLang="zh-CN" b="1" baseline="40000">
                <a:solidFill>
                  <a:schemeClr val="folHlink"/>
                </a:solidFill>
                <a:latin typeface="Times New Roman" panose="02020603050405020304" pitchFamily="18" charset="0"/>
              </a:rPr>
              <a:t>-</a:t>
            </a:r>
            <a:r>
              <a:rPr kumimoji="1" lang="en-US" altLang="zh-CN" sz="2400" b="1" baseline="50000">
                <a:solidFill>
                  <a:schemeClr val="folHlink"/>
                </a:solidFill>
                <a:latin typeface="Times New Roman" panose="02020603050405020304" pitchFamily="18" charset="0"/>
              </a:rPr>
              <a:t>10</a:t>
            </a:r>
            <a:r>
              <a:rPr kumimoji="1" lang="en-US" altLang="zh-CN" b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48" name="矩形 47">
            <a:extLst>
              <a:ext uri="{FF2B5EF4-FFF2-40B4-BE49-F238E27FC236}">
                <a16:creationId xmlns:a16="http://schemas.microsoft.com/office/drawing/2014/main" id="{58D8C874-91FE-4314-A791-F5234D0D7793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2" dur="500"/>
                                        <p:tgtEl>
                                          <p:spTgt spid="34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7" dur="500"/>
                                        <p:tgtEl>
                                          <p:spTgt spid="34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2" dur="500"/>
                                        <p:tgtEl>
                                          <p:spTgt spid="34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7" dur="500"/>
                                        <p:tgtEl>
                                          <p:spTgt spid="34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7" dur="500"/>
                                        <p:tgtEl>
                                          <p:spTgt spid="348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2" dur="500"/>
                                        <p:tgtEl>
                                          <p:spTgt spid="34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500"/>
                                        <p:tgtEl>
                                          <p:spTgt spid="34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2" dur="500"/>
                                        <p:tgtEl>
                                          <p:spTgt spid="34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34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819" grpId="0" autoUpdateAnimBg="0"/>
      <p:bldP spid="34820" grpId="0" autoUpdateAnimBg="0"/>
      <p:bldP spid="34821" grpId="0" autoUpdateAnimBg="0"/>
      <p:bldP spid="34822" grpId="0" autoUpdateAnimBg="0"/>
      <p:bldP spid="34854" grpId="0" autoUpdateAnimBg="0"/>
      <p:bldP spid="34855" grpId="0" autoUpdateAnimBg="0"/>
      <p:bldP spid="34856" grpId="0" autoUpdateAnimBg="0"/>
      <p:bldP spid="34860" grpId="0" autoUpdateAnimBg="0"/>
      <p:bldP spid="34863" grpId="0" autoUpdateAnimBg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Text Box 2">
            <a:extLst>
              <a:ext uri="{FF2B5EF4-FFF2-40B4-BE49-F238E27FC236}">
                <a16:creationId xmlns:a16="http://schemas.microsoft.com/office/drawing/2014/main" id="{08FF5194-4DF6-4D99-8AB3-C7CD3049E2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304800"/>
            <a:ext cx="10001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练习</a:t>
            </a:r>
          </a:p>
        </p:txBody>
      </p:sp>
      <p:sp>
        <p:nvSpPr>
          <p:cNvPr id="35843" name="Text Box 3">
            <a:extLst>
              <a:ext uri="{FF2B5EF4-FFF2-40B4-BE49-F238E27FC236}">
                <a16:creationId xmlns:a16="http://schemas.microsoft.com/office/drawing/2014/main" id="{B6E82FAF-1ACD-422E-AB01-908EE9F89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1036638"/>
            <a:ext cx="8610600" cy="1633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15000"/>
              </a:lnSpc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      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设机器数字长为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24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位，欲表示</a:t>
            </a:r>
            <a:r>
              <a:rPr kumimoji="1" lang="en-US" altLang="zh-CN" sz="2800" b="1">
                <a:latin typeface="Times New Roman" panose="02020603050405020304" pitchFamily="18" charset="0"/>
              </a:rPr>
              <a:t>±3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万的十进制数，试问在保证数的最大精度的前提下，除阶符、数符各 取</a:t>
            </a:r>
            <a:r>
              <a:rPr kumimoji="1" lang="en-US" altLang="zh-CN" sz="2800" b="1">
                <a:latin typeface="Times New Roman" panose="02020603050405020304" pitchFamily="18" charset="0"/>
              </a:rPr>
              <a:t>1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位外，阶码、尾数各取几位？</a:t>
            </a:r>
          </a:p>
        </p:txBody>
      </p:sp>
      <p:sp>
        <p:nvSpPr>
          <p:cNvPr id="35844" name="Text Box 4">
            <a:extLst>
              <a:ext uri="{FF2B5EF4-FFF2-40B4-BE49-F238E27FC236}">
                <a16:creationId xmlns:a16="http://schemas.microsoft.com/office/drawing/2014/main" id="{05092C2E-FCDB-42AC-B873-DF49E4BEFF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5943600"/>
            <a:ext cx="6705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满足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最大精度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可取</a:t>
            </a:r>
            <a:r>
              <a:rPr kumimoji="1" lang="zh-CN" altLang="en-US" b="1">
                <a:latin typeface="Times New Roman" panose="02020603050405020304" pitchFamily="18" charset="0"/>
              </a:rPr>
              <a:t> </a:t>
            </a:r>
            <a:r>
              <a:rPr kumimoji="1" lang="en-US" altLang="zh-CN" b="1" i="1">
                <a:solidFill>
                  <a:schemeClr val="folHlink"/>
                </a:solidFill>
                <a:latin typeface="Times New Roman" panose="02020603050405020304" pitchFamily="18" charset="0"/>
              </a:rPr>
              <a:t>m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 = 4</a:t>
            </a:r>
            <a:r>
              <a:rPr kumimoji="1" lang="zh-CN" altLang="en-US" b="1">
                <a:solidFill>
                  <a:schemeClr val="folHlink"/>
                </a:solidFill>
                <a:latin typeface="Times New Roman" panose="02020603050405020304" pitchFamily="18" charset="0"/>
              </a:rPr>
              <a:t>，</a:t>
            </a:r>
            <a:r>
              <a:rPr kumimoji="1" lang="en-US" altLang="zh-CN" b="1" i="1">
                <a:solidFill>
                  <a:schemeClr val="folHlink"/>
                </a:solidFill>
                <a:latin typeface="Times New Roman" panose="02020603050405020304" pitchFamily="18" charset="0"/>
              </a:rPr>
              <a:t>n</a:t>
            </a:r>
            <a:r>
              <a:rPr kumimoji="1" lang="en-US" altLang="zh-CN" b="1">
                <a:solidFill>
                  <a:schemeClr val="folHlink"/>
                </a:solidFill>
                <a:latin typeface="Times New Roman" panose="02020603050405020304" pitchFamily="18" charset="0"/>
              </a:rPr>
              <a:t> = 18</a:t>
            </a:r>
          </a:p>
        </p:txBody>
      </p:sp>
      <p:sp>
        <p:nvSpPr>
          <p:cNvPr id="35845" name="Text Box 5">
            <a:extLst>
              <a:ext uri="{FF2B5EF4-FFF2-40B4-BE49-F238E27FC236}">
                <a16:creationId xmlns:a16="http://schemas.microsoft.com/office/drawing/2014/main" id="{B4ADBA40-50EC-430B-9F2E-88651EB29B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2743200"/>
            <a:ext cx="10001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解：</a:t>
            </a:r>
          </a:p>
        </p:txBody>
      </p:sp>
      <p:grpSp>
        <p:nvGrpSpPr>
          <p:cNvPr id="2" name="Group 6">
            <a:extLst>
              <a:ext uri="{FF2B5EF4-FFF2-40B4-BE49-F238E27FC236}">
                <a16:creationId xmlns:a16="http://schemas.microsoft.com/office/drawing/2014/main" id="{650BCF53-DCA6-4755-BAA3-E7699DE59309}"/>
              </a:ext>
            </a:extLst>
          </p:cNvPr>
          <p:cNvGrpSpPr>
            <a:grpSpLocks/>
          </p:cNvGrpSpPr>
          <p:nvPr/>
        </p:nvGrpSpPr>
        <p:grpSpPr bwMode="auto">
          <a:xfrm>
            <a:off x="2219325" y="4191000"/>
            <a:ext cx="3100388" cy="1676400"/>
            <a:chOff x="1398" y="2640"/>
            <a:chExt cx="1953" cy="1056"/>
          </a:xfrm>
        </p:grpSpPr>
        <p:sp>
          <p:nvSpPr>
            <p:cNvPr id="38934" name="Text Box 7">
              <a:extLst>
                <a:ext uri="{FF2B5EF4-FFF2-40B4-BE49-F238E27FC236}">
                  <a16:creationId xmlns:a16="http://schemas.microsoft.com/office/drawing/2014/main" id="{26099169-564B-450A-AE2B-5E59466A13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9" y="3283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…</a:t>
              </a:r>
            </a:p>
          </p:txBody>
        </p:sp>
        <p:grpSp>
          <p:nvGrpSpPr>
            <p:cNvPr id="38935" name="Group 8">
              <a:extLst>
                <a:ext uri="{FF2B5EF4-FFF2-40B4-BE49-F238E27FC236}">
                  <a16:creationId xmlns:a16="http://schemas.microsoft.com/office/drawing/2014/main" id="{599419AE-6869-435D-8F54-5BDA86EE81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98" y="2640"/>
              <a:ext cx="1800" cy="1056"/>
              <a:chOff x="1398" y="2640"/>
              <a:chExt cx="1800" cy="1056"/>
            </a:xfrm>
          </p:grpSpPr>
          <p:sp>
            <p:nvSpPr>
              <p:cNvPr id="38936" name="Text Box 9">
                <a:extLst>
                  <a:ext uri="{FF2B5EF4-FFF2-40B4-BE49-F238E27FC236}">
                    <a16:creationId xmlns:a16="http://schemas.microsoft.com/office/drawing/2014/main" id="{BFE522F9-89E2-4C9B-90FB-23B32DF61E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8" y="3331"/>
                <a:ext cx="180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b="1" i="1">
                    <a:latin typeface="Times New Roman" panose="02020603050405020304" pitchFamily="18" charset="0"/>
                  </a:rPr>
                  <a:t>m</a:t>
                </a:r>
                <a:r>
                  <a:rPr kumimoji="1" lang="en-US" altLang="zh-CN" b="1">
                    <a:latin typeface="Times New Roman" panose="02020603050405020304" pitchFamily="18" charset="0"/>
                  </a:rPr>
                  <a:t> = 4</a:t>
                </a:r>
                <a:r>
                  <a:rPr kumimoji="1" lang="zh-CN" altLang="en-US" b="1">
                    <a:latin typeface="Times New Roman" panose="02020603050405020304" pitchFamily="18" charset="0"/>
                  </a:rPr>
                  <a:t>，</a:t>
                </a:r>
                <a:r>
                  <a:rPr kumimoji="1" lang="en-US" altLang="zh-CN" b="1">
                    <a:latin typeface="Times New Roman" panose="02020603050405020304" pitchFamily="18" charset="0"/>
                  </a:rPr>
                  <a:t>5</a:t>
                </a:r>
                <a:r>
                  <a:rPr kumimoji="1" lang="zh-CN" altLang="en-US" b="1">
                    <a:latin typeface="Times New Roman" panose="02020603050405020304" pitchFamily="18" charset="0"/>
                  </a:rPr>
                  <a:t>，</a:t>
                </a:r>
                <a:r>
                  <a:rPr kumimoji="1" lang="en-US" altLang="zh-CN" b="1">
                    <a:latin typeface="Times New Roman" panose="02020603050405020304" pitchFamily="18" charset="0"/>
                  </a:rPr>
                  <a:t>6</a:t>
                </a:r>
                <a:r>
                  <a:rPr kumimoji="1" lang="zh-CN" altLang="en-US" b="1">
                    <a:latin typeface="Times New Roman" panose="02020603050405020304" pitchFamily="18" charset="0"/>
                  </a:rPr>
                  <a:t>，</a:t>
                </a:r>
              </a:p>
            </p:txBody>
          </p:sp>
          <p:sp>
            <p:nvSpPr>
              <p:cNvPr id="38937" name="AutoShape 10">
                <a:extLst>
                  <a:ext uri="{FF2B5EF4-FFF2-40B4-BE49-F238E27FC236}">
                    <a16:creationId xmlns:a16="http://schemas.microsoft.com/office/drawing/2014/main" id="{F4FECD1E-4579-4CBA-A6B3-3DA37972D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640"/>
                <a:ext cx="240" cy="240"/>
              </a:xfrm>
              <a:prstGeom prst="wedgeRoundRectCallout">
                <a:avLst>
                  <a:gd name="adj1" fmla="val 11250"/>
                  <a:gd name="adj2" fmla="val 280000"/>
                  <a:gd name="adj3" fmla="val 16667"/>
                </a:avLst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kumimoji="1" lang="zh-CN" altLang="zh-CN" sz="2800" b="1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5" name="Group 11">
            <a:extLst>
              <a:ext uri="{FF2B5EF4-FFF2-40B4-BE49-F238E27FC236}">
                <a16:creationId xmlns:a16="http://schemas.microsoft.com/office/drawing/2014/main" id="{13713270-BC7F-47E1-AD6B-39B8BE0A5906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3459163"/>
            <a:ext cx="7772400" cy="579437"/>
            <a:chOff x="528" y="2179"/>
            <a:chExt cx="4896" cy="365"/>
          </a:xfrm>
        </p:grpSpPr>
        <p:sp>
          <p:nvSpPr>
            <p:cNvPr id="38932" name="Text Box 12">
              <a:extLst>
                <a:ext uri="{FF2B5EF4-FFF2-40B4-BE49-F238E27FC236}">
                  <a16:creationId xmlns:a16="http://schemas.microsoft.com/office/drawing/2014/main" id="{4953CC1A-035F-4209-BE20-195F4CF1D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" y="2209"/>
              <a:ext cx="450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15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位二进制数可反映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±3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万之间的十进制数 </a:t>
              </a:r>
            </a:p>
          </p:txBody>
        </p:sp>
        <p:sp>
          <p:nvSpPr>
            <p:cNvPr id="38933" name="Text Box 13">
              <a:extLst>
                <a:ext uri="{FF2B5EF4-FFF2-40B4-BE49-F238E27FC236}">
                  <a16:creationId xmlns:a16="http://schemas.microsoft.com/office/drawing/2014/main" id="{B4075435-5ED5-4386-B363-7FFED67943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179"/>
              <a:ext cx="6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∴</a:t>
              </a:r>
            </a:p>
          </p:txBody>
        </p:sp>
      </p:grpSp>
      <p:grpSp>
        <p:nvGrpSpPr>
          <p:cNvPr id="6" name="Group 14">
            <a:extLst>
              <a:ext uri="{FF2B5EF4-FFF2-40B4-BE49-F238E27FC236}">
                <a16:creationId xmlns:a16="http://schemas.microsoft.com/office/drawing/2014/main" id="{FA7D3ADE-96B9-4D27-9744-05BB360BD2EE}"/>
              </a:ext>
            </a:extLst>
          </p:cNvPr>
          <p:cNvGrpSpPr>
            <a:grpSpLocks/>
          </p:cNvGrpSpPr>
          <p:nvPr/>
        </p:nvGrpSpPr>
        <p:grpSpPr bwMode="auto">
          <a:xfrm>
            <a:off x="1600200" y="2819400"/>
            <a:ext cx="5511800" cy="579438"/>
            <a:chOff x="1008" y="1776"/>
            <a:chExt cx="3472" cy="365"/>
          </a:xfrm>
        </p:grpSpPr>
        <p:sp>
          <p:nvSpPr>
            <p:cNvPr id="38929" name="Text Box 15">
              <a:extLst>
                <a:ext uri="{FF2B5EF4-FFF2-40B4-BE49-F238E27FC236}">
                  <a16:creationId xmlns:a16="http://schemas.microsoft.com/office/drawing/2014/main" id="{AD92ECC5-B942-4269-9F8A-F61654E84D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6" y="1776"/>
              <a:ext cx="126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400" b="1" baseline="50000">
                  <a:latin typeface="Times New Roman" panose="02020603050405020304" pitchFamily="18" charset="0"/>
                </a:rPr>
                <a:t>15</a:t>
              </a:r>
              <a:r>
                <a:rPr kumimoji="1" lang="en-US" altLang="zh-CN" b="1" baseline="30000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= 32768</a:t>
              </a:r>
            </a:p>
          </p:txBody>
        </p:sp>
        <p:sp>
          <p:nvSpPr>
            <p:cNvPr id="38930" name="Text Box 16">
              <a:extLst>
                <a:ext uri="{FF2B5EF4-FFF2-40B4-BE49-F238E27FC236}">
                  <a16:creationId xmlns:a16="http://schemas.microsoft.com/office/drawing/2014/main" id="{691054B0-7F16-4D41-A8B1-8B6BB08060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6" y="1776"/>
              <a:ext cx="126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400" b="1" baseline="50000">
                  <a:latin typeface="Times New Roman" panose="02020603050405020304" pitchFamily="18" charset="0"/>
                </a:rPr>
                <a:t>14</a:t>
              </a:r>
              <a:r>
                <a:rPr kumimoji="1" lang="en-US" altLang="zh-CN" b="1" baseline="30000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= 16384</a:t>
              </a:r>
            </a:p>
          </p:txBody>
        </p:sp>
        <p:sp>
          <p:nvSpPr>
            <p:cNvPr id="38931" name="Text Box 17">
              <a:extLst>
                <a:ext uri="{FF2B5EF4-FFF2-40B4-BE49-F238E27FC236}">
                  <a16:creationId xmlns:a16="http://schemas.microsoft.com/office/drawing/2014/main" id="{767026F7-9B72-4EE6-85DF-38E5AFF52E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" y="1776"/>
              <a:ext cx="48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∵</a:t>
              </a:r>
            </a:p>
          </p:txBody>
        </p:sp>
      </p:grpSp>
      <p:grpSp>
        <p:nvGrpSpPr>
          <p:cNvPr id="7" name="Group 20">
            <a:extLst>
              <a:ext uri="{FF2B5EF4-FFF2-40B4-BE49-F238E27FC236}">
                <a16:creationId xmlns:a16="http://schemas.microsoft.com/office/drawing/2014/main" id="{6E1613B7-7379-4D75-A51C-7DF8F2ECCEEB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121150"/>
            <a:ext cx="4892675" cy="1255713"/>
            <a:chOff x="1286" y="2596"/>
            <a:chExt cx="3082" cy="791"/>
          </a:xfrm>
        </p:grpSpPr>
        <p:grpSp>
          <p:nvGrpSpPr>
            <p:cNvPr id="38924" name="Group 21">
              <a:extLst>
                <a:ext uri="{FF2B5EF4-FFF2-40B4-BE49-F238E27FC236}">
                  <a16:creationId xmlns:a16="http://schemas.microsoft.com/office/drawing/2014/main" id="{8AB15505-9278-47A5-AA66-E1AE97D336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86" y="2652"/>
              <a:ext cx="3082" cy="735"/>
              <a:chOff x="1286" y="2652"/>
              <a:chExt cx="3082" cy="735"/>
            </a:xfrm>
          </p:grpSpPr>
          <p:sp>
            <p:nvSpPr>
              <p:cNvPr id="38926" name="Text Box 22">
                <a:extLst>
                  <a:ext uri="{FF2B5EF4-FFF2-40B4-BE49-F238E27FC236}">
                    <a16:creationId xmlns:a16="http://schemas.microsoft.com/office/drawing/2014/main" id="{A7FF509D-AE15-4227-B8A5-8BF266A688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86" y="2652"/>
                <a:ext cx="308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b="1">
                    <a:latin typeface="Times New Roman" panose="02020603050405020304" pitchFamily="18" charset="0"/>
                  </a:rPr>
                  <a:t>2</a:t>
                </a:r>
                <a:r>
                  <a:rPr kumimoji="1" lang="en-US" altLang="zh-CN" sz="2400" b="1" baseline="50000">
                    <a:latin typeface="Times New Roman" panose="02020603050405020304" pitchFamily="18" charset="0"/>
                  </a:rPr>
                  <a:t>15</a:t>
                </a:r>
                <a:r>
                  <a:rPr kumimoji="1" lang="en-US" altLang="zh-CN" b="1">
                    <a:latin typeface="Times New Roman" panose="02020603050405020304" pitchFamily="18" charset="0"/>
                  </a:rPr>
                  <a:t> × 0.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××× </a:t>
                </a:r>
                <a:r>
                  <a:rPr kumimoji="1" lang="zh-CN" altLang="en-US" sz="1200" b="1">
                    <a:latin typeface="Times New Roman" panose="02020603050405020304" pitchFamily="18" charset="0"/>
                  </a:rPr>
                  <a:t>　 　          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×××</a:t>
                </a:r>
              </a:p>
            </p:txBody>
          </p:sp>
          <p:sp>
            <p:nvSpPr>
              <p:cNvPr id="38927" name="AutoShape 23">
                <a:extLst>
                  <a:ext uri="{FF2B5EF4-FFF2-40B4-BE49-F238E27FC236}">
                    <a16:creationId xmlns:a16="http://schemas.microsoft.com/office/drawing/2014/main" id="{B4C835DB-9F46-467F-AC2D-6F80E8B2BEF2}"/>
                  </a:ext>
                </a:extLst>
              </p:cNvPr>
              <p:cNvSpPr>
                <a:spLocks/>
              </p:cNvSpPr>
              <p:nvPr/>
            </p:nvSpPr>
            <p:spPr bwMode="auto">
              <a:xfrm rot="5380329">
                <a:off x="3047" y="2231"/>
                <a:ext cx="144" cy="1632"/>
              </a:xfrm>
              <a:prstGeom prst="rightBrace">
                <a:avLst>
                  <a:gd name="adj1" fmla="val 94444"/>
                  <a:gd name="adj2" fmla="val 50000"/>
                </a:avLst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  <p:sp>
            <p:nvSpPr>
              <p:cNvPr id="38928" name="Text Box 24">
                <a:extLst>
                  <a:ext uri="{FF2B5EF4-FFF2-40B4-BE49-F238E27FC236}">
                    <a16:creationId xmlns:a16="http://schemas.microsoft.com/office/drawing/2014/main" id="{CA1B9426-4940-4BC7-8A95-4C8875792B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80" y="3099"/>
                <a:ext cx="96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15</a:t>
                </a:r>
                <a:r>
                  <a:rPr kumimoji="1" lang="zh-CN" altLang="en-US" sz="2400" b="1">
                    <a:latin typeface="Times New Roman" panose="02020603050405020304" pitchFamily="18" charset="0"/>
                  </a:rPr>
                  <a:t>位</a:t>
                </a:r>
              </a:p>
            </p:txBody>
          </p:sp>
        </p:grpSp>
        <p:sp>
          <p:nvSpPr>
            <p:cNvPr id="38925" name="Text Box 25">
              <a:extLst>
                <a:ext uri="{FF2B5EF4-FFF2-40B4-BE49-F238E27FC236}">
                  <a16:creationId xmlns:a16="http://schemas.microsoft.com/office/drawing/2014/main" id="{A397647E-0893-42B0-A59E-5FE01E025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4" y="2596"/>
              <a:ext cx="5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…</a:t>
              </a:r>
              <a:endParaRPr kumimoji="1" lang="en-US" altLang="zh-CN" b="1">
                <a:latin typeface="宋体" panose="02010600030101010101" pitchFamily="2" charset="-122"/>
              </a:endParaRPr>
            </a:p>
          </p:txBody>
        </p:sp>
      </p:grpSp>
      <p:sp>
        <p:nvSpPr>
          <p:cNvPr id="26" name="矩形 25">
            <a:extLst>
              <a:ext uri="{FF2B5EF4-FFF2-40B4-BE49-F238E27FC236}">
                <a16:creationId xmlns:a16="http://schemas.microsoft.com/office/drawing/2014/main" id="{D781B3D6-B843-4423-802C-2F26B8B95D1E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5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5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5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843" grpId="0" autoUpdateAnimBg="0"/>
      <p:bldP spid="35844" grpId="0" autoUpdateAnimBg="0"/>
      <p:bldP spid="35845" grpId="0" autoUpdateAnimBg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Text Box 2">
            <a:extLst>
              <a:ext uri="{FF2B5EF4-FFF2-40B4-BE49-F238E27FC236}">
                <a16:creationId xmlns:a16="http://schemas.microsoft.com/office/drawing/2014/main" id="{BE6F5AB9-BA38-4BC6-811D-7E5A62A564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228600"/>
            <a:ext cx="5257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7200" indent="-457200" eaLnBrk="1" hangingPunct="1">
              <a:spcBef>
                <a:spcPct val="0"/>
              </a:spcBef>
              <a:buFont typeface="Wingdings" panose="05000000000000000000" pitchFamily="2" charset="2"/>
              <a:buChar char="l"/>
            </a:pPr>
            <a:r>
              <a:rPr kumimoji="1" lang="zh-CN" altLang="en-US" b="1" dirty="0">
                <a:latin typeface="Times New Roman" panose="02020603050405020304" pitchFamily="18" charset="0"/>
              </a:rPr>
              <a:t>浮点数的规格化形式</a:t>
            </a:r>
          </a:p>
        </p:txBody>
      </p:sp>
      <p:sp>
        <p:nvSpPr>
          <p:cNvPr id="36867" name="Text Box 3">
            <a:extLst>
              <a:ext uri="{FF2B5EF4-FFF2-40B4-BE49-F238E27FC236}">
                <a16:creationId xmlns:a16="http://schemas.microsoft.com/office/drawing/2014/main" id="{3D1BEF0D-031B-4505-8DAC-A8045C52F3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0275" y="823913"/>
            <a:ext cx="1736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r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= 2</a:t>
            </a:r>
          </a:p>
        </p:txBody>
      </p:sp>
      <p:sp>
        <p:nvSpPr>
          <p:cNvPr id="36868" name="Text Box 4">
            <a:extLst>
              <a:ext uri="{FF2B5EF4-FFF2-40B4-BE49-F238E27FC236}">
                <a16:creationId xmlns:a16="http://schemas.microsoft.com/office/drawing/2014/main" id="{5B067B87-A383-401A-A2F3-411D98C33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762000"/>
            <a:ext cx="3657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尾数最高位为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36869" name="Text Box 5">
            <a:extLst>
              <a:ext uri="{FF2B5EF4-FFF2-40B4-BE49-F238E27FC236}">
                <a16:creationId xmlns:a16="http://schemas.microsoft.com/office/drawing/2014/main" id="{1E0177D9-702F-4B25-9BF3-12508810F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0275" y="1276350"/>
            <a:ext cx="25749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r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= 4</a:t>
            </a:r>
          </a:p>
        </p:txBody>
      </p:sp>
      <p:sp>
        <p:nvSpPr>
          <p:cNvPr id="36870" name="Text Box 6">
            <a:extLst>
              <a:ext uri="{FF2B5EF4-FFF2-40B4-BE49-F238E27FC236}">
                <a16:creationId xmlns:a16="http://schemas.microsoft.com/office/drawing/2014/main" id="{01712DF2-FA60-4CF4-8BFD-C2A884B478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276350"/>
            <a:ext cx="3581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尾数最高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2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位不全为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36871" name="Text Box 7">
            <a:extLst>
              <a:ext uri="{FF2B5EF4-FFF2-40B4-BE49-F238E27FC236}">
                <a16:creationId xmlns:a16="http://schemas.microsoft.com/office/drawing/2014/main" id="{4F050BD0-F778-4538-8FDC-AF77B8FD2E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0275" y="1733550"/>
            <a:ext cx="1355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r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= 8</a:t>
            </a:r>
          </a:p>
        </p:txBody>
      </p:sp>
      <p:sp>
        <p:nvSpPr>
          <p:cNvPr id="36872" name="Text Box 8">
            <a:extLst>
              <a:ext uri="{FF2B5EF4-FFF2-40B4-BE49-F238E27FC236}">
                <a16:creationId xmlns:a16="http://schemas.microsoft.com/office/drawing/2014/main" id="{2125371B-443B-4F88-B90A-B2F51317BE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733550"/>
            <a:ext cx="4191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尾数最高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3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位不全为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36873" name="Text Box 9">
            <a:extLst>
              <a:ext uri="{FF2B5EF4-FFF2-40B4-BE49-F238E27FC236}">
                <a16:creationId xmlns:a16="http://schemas.microsoft.com/office/drawing/2014/main" id="{2C59D43C-F855-46B5-8B71-07D72C4BEB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2295525"/>
            <a:ext cx="353013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7200" indent="-457200" eaLnBrk="1" hangingPunct="1">
              <a:spcBef>
                <a:spcPct val="0"/>
              </a:spcBef>
              <a:buFont typeface="Wingdings" panose="05000000000000000000" pitchFamily="2" charset="2"/>
              <a:buChar char="l"/>
            </a:pPr>
            <a:r>
              <a:rPr kumimoji="1" lang="zh-CN" altLang="en-US" b="1" dirty="0">
                <a:latin typeface="Times New Roman" panose="02020603050405020304" pitchFamily="18" charset="0"/>
              </a:rPr>
              <a:t>浮点数的规格化</a:t>
            </a:r>
          </a:p>
        </p:txBody>
      </p:sp>
      <p:sp>
        <p:nvSpPr>
          <p:cNvPr id="36874" name="Text Box 10">
            <a:extLst>
              <a:ext uri="{FF2B5EF4-FFF2-40B4-BE49-F238E27FC236}">
                <a16:creationId xmlns:a16="http://schemas.microsoft.com/office/drawing/2014/main" id="{5681052C-6B62-4083-ABD9-A84134A093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2941638"/>
            <a:ext cx="7810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r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= 2</a:t>
            </a:r>
          </a:p>
        </p:txBody>
      </p:sp>
      <p:sp>
        <p:nvSpPr>
          <p:cNvPr id="36875" name="Text Box 11">
            <a:extLst>
              <a:ext uri="{FF2B5EF4-FFF2-40B4-BE49-F238E27FC236}">
                <a16:creationId xmlns:a16="http://schemas.microsoft.com/office/drawing/2014/main" id="{667A70DE-4359-4F0A-B3B6-4B5C7F1FE8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2941638"/>
            <a:ext cx="46212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左规       尾数左移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1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位，阶码减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36876" name="Text Box 12">
            <a:extLst>
              <a:ext uri="{FF2B5EF4-FFF2-40B4-BE49-F238E27FC236}">
                <a16:creationId xmlns:a16="http://schemas.microsoft.com/office/drawing/2014/main" id="{13035F5A-8D01-4228-B9EA-D3C12F9967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3416300"/>
            <a:ext cx="46212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右规       尾数右移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1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位，阶码加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36877" name="Text Box 13">
            <a:extLst>
              <a:ext uri="{FF2B5EF4-FFF2-40B4-BE49-F238E27FC236}">
                <a16:creationId xmlns:a16="http://schemas.microsoft.com/office/drawing/2014/main" id="{A23BEE11-ACB5-43EA-9B35-C6CAA2C3FA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1275" y="3890963"/>
            <a:ext cx="7810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r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= 4</a:t>
            </a:r>
          </a:p>
        </p:txBody>
      </p:sp>
      <p:sp>
        <p:nvSpPr>
          <p:cNvPr id="36878" name="Text Box 14">
            <a:extLst>
              <a:ext uri="{FF2B5EF4-FFF2-40B4-BE49-F238E27FC236}">
                <a16:creationId xmlns:a16="http://schemas.microsoft.com/office/drawing/2014/main" id="{8434C551-22B7-4E8B-B480-1B70FB54C1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3890963"/>
            <a:ext cx="46212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左规       尾数左移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2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位，阶码减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36879" name="Text Box 15">
            <a:extLst>
              <a:ext uri="{FF2B5EF4-FFF2-40B4-BE49-F238E27FC236}">
                <a16:creationId xmlns:a16="http://schemas.microsoft.com/office/drawing/2014/main" id="{65322865-D287-4F4F-8E1B-1FBC7D87A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365625"/>
            <a:ext cx="46212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右规       尾数右移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2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位，阶码加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36880" name="Text Box 16">
            <a:extLst>
              <a:ext uri="{FF2B5EF4-FFF2-40B4-BE49-F238E27FC236}">
                <a16:creationId xmlns:a16="http://schemas.microsoft.com/office/drawing/2014/main" id="{7F0FB4BE-CB7E-4B24-8A0D-37479D6587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1275" y="4840288"/>
            <a:ext cx="7810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r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= 8</a:t>
            </a:r>
          </a:p>
        </p:txBody>
      </p:sp>
      <p:sp>
        <p:nvSpPr>
          <p:cNvPr id="36881" name="Text Box 17">
            <a:extLst>
              <a:ext uri="{FF2B5EF4-FFF2-40B4-BE49-F238E27FC236}">
                <a16:creationId xmlns:a16="http://schemas.microsoft.com/office/drawing/2014/main" id="{52B743F5-CC75-4CD6-BF03-C163D817F4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840288"/>
            <a:ext cx="46212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左规       尾数左移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3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位，阶码减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36882" name="Text Box 18">
            <a:extLst>
              <a:ext uri="{FF2B5EF4-FFF2-40B4-BE49-F238E27FC236}">
                <a16:creationId xmlns:a16="http://schemas.microsoft.com/office/drawing/2014/main" id="{75FADEB0-9126-4A65-A6DC-90353C462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5314950"/>
            <a:ext cx="46212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右规       尾数右移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3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位，阶码加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36883" name="Text Box 19">
            <a:extLst>
              <a:ext uri="{FF2B5EF4-FFF2-40B4-BE49-F238E27FC236}">
                <a16:creationId xmlns:a16="http://schemas.microsoft.com/office/drawing/2014/main" id="{C15572C1-D120-4DC2-B5D4-4CD8967EB0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1600" y="5791200"/>
            <a:ext cx="640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基数 </a:t>
            </a:r>
            <a:r>
              <a:rPr kumimoji="1" lang="en-US" altLang="zh-CN" sz="2400" b="1" i="1">
                <a:solidFill>
                  <a:schemeClr val="folHlink"/>
                </a:solidFill>
                <a:latin typeface="Times New Roman" panose="02020603050405020304" pitchFamily="18" charset="0"/>
              </a:rPr>
              <a:t>r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越大，可表示的浮点数的范围越大</a:t>
            </a:r>
          </a:p>
        </p:txBody>
      </p:sp>
      <p:sp>
        <p:nvSpPr>
          <p:cNvPr id="36884" name="AutoShape 20">
            <a:extLst>
              <a:ext uri="{FF2B5EF4-FFF2-40B4-BE49-F238E27FC236}">
                <a16:creationId xmlns:a16="http://schemas.microsoft.com/office/drawing/2014/main" id="{0F58605B-825E-40D4-8E7D-5EA9FFC47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1149350"/>
            <a:ext cx="3160713" cy="1117600"/>
          </a:xfrm>
          <a:prstGeom prst="wedgeRoundRectCallout">
            <a:avLst>
              <a:gd name="adj1" fmla="val -43750"/>
              <a:gd name="adj2" fmla="val 70000"/>
              <a:gd name="adj3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基数不同，浮点数的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规格化形式不同</a:t>
            </a:r>
          </a:p>
        </p:txBody>
      </p:sp>
      <p:sp>
        <p:nvSpPr>
          <p:cNvPr id="36885" name="Text Box 21">
            <a:extLst>
              <a:ext uri="{FF2B5EF4-FFF2-40B4-BE49-F238E27FC236}">
                <a16:creationId xmlns:a16="http://schemas.microsoft.com/office/drawing/2014/main" id="{52B6DD4E-A71C-42C0-960C-AAC6BF628D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1600" y="6248400"/>
            <a:ext cx="44942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基数 </a:t>
            </a:r>
            <a:r>
              <a:rPr kumimoji="1" lang="en-US" altLang="zh-CN" sz="2400" b="1" i="1">
                <a:solidFill>
                  <a:schemeClr val="folHlink"/>
                </a:solidFill>
                <a:latin typeface="Times New Roman" panose="02020603050405020304" pitchFamily="18" charset="0"/>
              </a:rPr>
              <a:t>r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越大，浮点数的精度降低 </a:t>
            </a:r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C7DA3F52-D36C-4FDA-A660-6DF3CC3559A0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6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6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6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6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6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368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68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68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" dur="500"/>
                                        <p:tgtEl>
                                          <p:spTgt spid="36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" dur="500"/>
                                        <p:tgtEl>
                                          <p:spTgt spid="36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" dur="500"/>
                                        <p:tgtEl>
                                          <p:spTgt spid="36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8" dur="500"/>
                                        <p:tgtEl>
                                          <p:spTgt spid="36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3" dur="500"/>
                                        <p:tgtEl>
                                          <p:spTgt spid="36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8" dur="500"/>
                                        <p:tgtEl>
                                          <p:spTgt spid="368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3" dur="500"/>
                                        <p:tgtEl>
                                          <p:spTgt spid="36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8" dur="500"/>
                                        <p:tgtEl>
                                          <p:spTgt spid="36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3" dur="500"/>
                                        <p:tgtEl>
                                          <p:spTgt spid="36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8" dur="500"/>
                                        <p:tgtEl>
                                          <p:spTgt spid="36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3" dur="500"/>
                                        <p:tgtEl>
                                          <p:spTgt spid="36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8" dur="500"/>
                                        <p:tgtEl>
                                          <p:spTgt spid="36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867" grpId="0" autoUpdateAnimBg="0"/>
      <p:bldP spid="36868" grpId="0" autoUpdateAnimBg="0"/>
      <p:bldP spid="36869" grpId="0" autoUpdateAnimBg="0"/>
      <p:bldP spid="36870" grpId="0" autoUpdateAnimBg="0"/>
      <p:bldP spid="36871" grpId="0" autoUpdateAnimBg="0"/>
      <p:bldP spid="36872" grpId="0" autoUpdateAnimBg="0"/>
      <p:bldP spid="36873" grpId="0" autoUpdateAnimBg="0"/>
      <p:bldP spid="36874" grpId="0" autoUpdateAnimBg="0"/>
      <p:bldP spid="36875" grpId="0" autoUpdateAnimBg="0"/>
      <p:bldP spid="36876" grpId="0" autoUpdateAnimBg="0"/>
      <p:bldP spid="36877" grpId="0" autoUpdateAnimBg="0"/>
      <p:bldP spid="36878" grpId="0" autoUpdateAnimBg="0"/>
      <p:bldP spid="36879" grpId="0" autoUpdateAnimBg="0"/>
      <p:bldP spid="36880" grpId="0" autoUpdateAnimBg="0"/>
      <p:bldP spid="36881" grpId="0" autoUpdateAnimBg="0"/>
      <p:bldP spid="36882" grpId="0" autoUpdateAnimBg="0"/>
      <p:bldP spid="36883" grpId="0" autoUpdateAnimBg="0"/>
      <p:bldP spid="36884" grpId="0" autoUpdateAnimBg="0"/>
      <p:bldP spid="36885" grpId="0" autoUpdateAnimBg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Text Box 2">
            <a:extLst>
              <a:ext uri="{FF2B5EF4-FFF2-40B4-BE49-F238E27FC236}">
                <a16:creationId xmlns:a16="http://schemas.microsoft.com/office/drawing/2014/main" id="{446887CE-BEF3-4B9B-8B11-2DDE1A4543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304800"/>
            <a:ext cx="156051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>
                <a:latin typeface="Times New Roman" panose="02020603050405020304" pitchFamily="18" charset="0"/>
              </a:rPr>
              <a:t>例如：</a:t>
            </a:r>
          </a:p>
        </p:txBody>
      </p:sp>
      <p:sp>
        <p:nvSpPr>
          <p:cNvPr id="37891" name="Text Box 3">
            <a:extLst>
              <a:ext uri="{FF2B5EF4-FFF2-40B4-BE49-F238E27FC236}">
                <a16:creationId xmlns:a16="http://schemas.microsoft.com/office/drawing/2014/main" id="{6C2176A5-18D2-4F97-A416-144A16E294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1676400"/>
            <a:ext cx="16129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最大正数</a:t>
            </a:r>
          </a:p>
        </p:txBody>
      </p:sp>
      <p:sp>
        <p:nvSpPr>
          <p:cNvPr id="37892" name="Text Box 4">
            <a:extLst>
              <a:ext uri="{FF2B5EF4-FFF2-40B4-BE49-F238E27FC236}">
                <a16:creationId xmlns:a16="http://schemas.microsoft.com/office/drawing/2014/main" id="{7FB6E2F7-803F-4B0B-96D9-5F59034405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1676400"/>
            <a:ext cx="25574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2</a:t>
            </a:r>
            <a:r>
              <a:rPr kumimoji="1" lang="en-US" altLang="zh-CN" sz="2400" b="1" baseline="45000">
                <a:latin typeface="Times New Roman" panose="02020603050405020304" pitchFamily="18" charset="0"/>
              </a:rPr>
              <a:t>15</a:t>
            </a:r>
            <a:r>
              <a:rPr kumimoji="1" lang="en-US" altLang="zh-CN" sz="2800" b="1">
                <a:latin typeface="Times New Roman" panose="02020603050405020304" pitchFamily="18" charset="0"/>
              </a:rPr>
              <a:t>×( 1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–2</a:t>
            </a:r>
            <a:r>
              <a:rPr kumimoji="1" lang="en-US" altLang="zh-CN" sz="2400" b="1" baseline="45000">
                <a:latin typeface="Times New Roman" panose="02020603050405020304" pitchFamily="18" charset="0"/>
                <a:cs typeface="Times New Roman" panose="02020603050405020304" pitchFamily="18" charset="0"/>
              </a:rPr>
              <a:t>–10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 )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1BEAFF89-173E-4F8A-839C-5D211E0F107B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676400"/>
            <a:ext cx="3463925" cy="1082675"/>
            <a:chOff x="1344" y="1056"/>
            <a:chExt cx="2182" cy="682"/>
          </a:xfrm>
        </p:grpSpPr>
        <p:sp>
          <p:nvSpPr>
            <p:cNvPr id="40990" name="Text Box 6">
              <a:extLst>
                <a:ext uri="{FF2B5EF4-FFF2-40B4-BE49-F238E27FC236}">
                  <a16:creationId xmlns:a16="http://schemas.microsoft.com/office/drawing/2014/main" id="{D6CE1B11-3AED-47A3-88B5-E184AC1C76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4" y="1056"/>
              <a:ext cx="218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400" b="1" baseline="45000">
                  <a:latin typeface="Times New Roman" panose="02020603050405020304" pitchFamily="18" charset="0"/>
                </a:rPr>
                <a:t>+1111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× 0.1111111111</a:t>
              </a:r>
            </a:p>
          </p:txBody>
        </p:sp>
        <p:sp>
          <p:nvSpPr>
            <p:cNvPr id="40991" name="AutoShape 7">
              <a:extLst>
                <a:ext uri="{FF2B5EF4-FFF2-40B4-BE49-F238E27FC236}">
                  <a16:creationId xmlns:a16="http://schemas.microsoft.com/office/drawing/2014/main" id="{9004B936-C7A3-4BD9-BDF3-D28F1CCC12C3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13" y="883"/>
              <a:ext cx="144" cy="1066"/>
            </a:xfrm>
            <a:prstGeom prst="leftBrace">
              <a:avLst>
                <a:gd name="adj1" fmla="val 61690"/>
                <a:gd name="adj2" fmla="val 50000"/>
              </a:avLst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40992" name="Text Box 8">
              <a:extLst>
                <a:ext uri="{FF2B5EF4-FFF2-40B4-BE49-F238E27FC236}">
                  <a16:creationId xmlns:a16="http://schemas.microsoft.com/office/drawing/2014/main" id="{89B714FE-9CC9-48E0-A93F-7BC022C213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6" y="1488"/>
              <a:ext cx="59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10 </a:t>
              </a:r>
              <a:r>
                <a:rPr kumimoji="1" lang="zh-CN" altLang="en-US" sz="2000" b="1">
                  <a:latin typeface="Times New Roman" panose="02020603050405020304" pitchFamily="18" charset="0"/>
                </a:rPr>
                <a:t>个 </a:t>
              </a:r>
              <a:r>
                <a:rPr kumimoji="1" lang="en-US" altLang="zh-CN" sz="2000" b="1">
                  <a:latin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37897" name="Text Box 9">
            <a:extLst>
              <a:ext uri="{FF2B5EF4-FFF2-40B4-BE49-F238E27FC236}">
                <a16:creationId xmlns:a16="http://schemas.microsoft.com/office/drawing/2014/main" id="{FCEE9BAE-93BD-4C6B-BC50-B6CBCE41B0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4475" y="2971800"/>
            <a:ext cx="16129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最小正数</a:t>
            </a:r>
          </a:p>
        </p:txBody>
      </p:sp>
      <p:sp>
        <p:nvSpPr>
          <p:cNvPr id="37898" name="Text Box 10">
            <a:extLst>
              <a:ext uri="{FF2B5EF4-FFF2-40B4-BE49-F238E27FC236}">
                <a16:creationId xmlns:a16="http://schemas.microsoft.com/office/drawing/2014/main" id="{1B0602A9-5FAB-475D-8C4B-D2476688DC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4475" y="4267200"/>
            <a:ext cx="16129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最大负数</a:t>
            </a:r>
          </a:p>
        </p:txBody>
      </p:sp>
      <p:sp>
        <p:nvSpPr>
          <p:cNvPr id="37899" name="Text Box 11">
            <a:extLst>
              <a:ext uri="{FF2B5EF4-FFF2-40B4-BE49-F238E27FC236}">
                <a16:creationId xmlns:a16="http://schemas.microsoft.com/office/drawing/2014/main" id="{27A4AD4B-C5BE-4354-B483-ACEF09CCE3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4475" y="5500688"/>
            <a:ext cx="16129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最小负数</a:t>
            </a:r>
          </a:p>
        </p:txBody>
      </p:sp>
      <p:sp>
        <p:nvSpPr>
          <p:cNvPr id="37900" name="Text Box 12">
            <a:extLst>
              <a:ext uri="{FF2B5EF4-FFF2-40B4-BE49-F238E27FC236}">
                <a16:creationId xmlns:a16="http://schemas.microsoft.com/office/drawing/2014/main" id="{59E7552F-2F75-46AF-95A9-8517C47CDA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2971800"/>
            <a:ext cx="17859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2</a:t>
            </a:r>
            <a:r>
              <a:rPr kumimoji="1" lang="en-US" altLang="zh-CN" sz="2400" b="1" baseline="45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baseline="45000">
                <a:latin typeface="Times New Roman" panose="02020603050405020304" pitchFamily="18" charset="0"/>
              </a:rPr>
              <a:t>15</a:t>
            </a:r>
            <a:r>
              <a:rPr kumimoji="1" lang="en-US" altLang="zh-CN" sz="2800" b="1">
                <a:latin typeface="Times New Roman" panose="02020603050405020304" pitchFamily="18" charset="0"/>
              </a:rPr>
              <a:t>×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en-US" altLang="zh-CN" sz="2400" b="1" baseline="45000">
                <a:latin typeface="Times New Roman" panose="02020603050405020304" pitchFamily="18" charset="0"/>
                <a:cs typeface="Times New Roman" panose="02020603050405020304" pitchFamily="18" charset="0"/>
              </a:rPr>
              <a:t>–1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37901" name="Text Box 13">
            <a:extLst>
              <a:ext uri="{FF2B5EF4-FFF2-40B4-BE49-F238E27FC236}">
                <a16:creationId xmlns:a16="http://schemas.microsoft.com/office/drawing/2014/main" id="{F71993C2-600B-49A7-8B75-99B0B9493D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6475" y="5500688"/>
            <a:ext cx="27860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>
                <a:latin typeface="Times New Roman" panose="02020603050405020304" pitchFamily="18" charset="0"/>
              </a:rPr>
              <a:t>2</a:t>
            </a:r>
            <a:r>
              <a:rPr kumimoji="1" lang="en-US" altLang="zh-CN" sz="2400" b="1" baseline="45000">
                <a:latin typeface="Times New Roman" panose="02020603050405020304" pitchFamily="18" charset="0"/>
              </a:rPr>
              <a:t>15</a:t>
            </a:r>
            <a:r>
              <a:rPr kumimoji="1" lang="en-US" altLang="zh-CN" sz="2800" b="1">
                <a:latin typeface="Times New Roman" panose="02020603050405020304" pitchFamily="18" charset="0"/>
              </a:rPr>
              <a:t>×( 1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–2</a:t>
            </a:r>
            <a:r>
              <a:rPr kumimoji="1" lang="en-US" altLang="zh-CN" sz="2400" b="1" baseline="45000">
                <a:latin typeface="Times New Roman" panose="02020603050405020304" pitchFamily="18" charset="0"/>
                <a:cs typeface="Times New Roman" panose="02020603050405020304" pitchFamily="18" charset="0"/>
              </a:rPr>
              <a:t>– 10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 )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37902" name="Text Box 14">
            <a:extLst>
              <a:ext uri="{FF2B5EF4-FFF2-40B4-BE49-F238E27FC236}">
                <a16:creationId xmlns:a16="http://schemas.microsoft.com/office/drawing/2014/main" id="{74DF13A9-2E18-4D6A-8C15-A659632B6B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7500" y="2971800"/>
            <a:ext cx="9588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2</a:t>
            </a:r>
            <a:r>
              <a:rPr kumimoji="1" lang="en-US" altLang="zh-CN" sz="2400" b="1" baseline="45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baseline="45000">
                <a:latin typeface="Times New Roman" panose="02020603050405020304" pitchFamily="18" charset="0"/>
              </a:rPr>
              <a:t>16</a:t>
            </a:r>
          </a:p>
        </p:txBody>
      </p:sp>
      <p:sp>
        <p:nvSpPr>
          <p:cNvPr id="37903" name="Text Box 15">
            <a:extLst>
              <a:ext uri="{FF2B5EF4-FFF2-40B4-BE49-F238E27FC236}">
                <a16:creationId xmlns:a16="http://schemas.microsoft.com/office/drawing/2014/main" id="{4ADF31C2-5F9D-4C04-ADBA-3EA6DD1A73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4281488"/>
            <a:ext cx="19637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>
                <a:latin typeface="Times New Roman" panose="02020603050405020304" pitchFamily="18" charset="0"/>
              </a:rPr>
              <a:t>2</a:t>
            </a:r>
            <a:r>
              <a:rPr kumimoji="1" lang="en-US" altLang="zh-CN" sz="2400" b="1" baseline="45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baseline="45000">
                <a:latin typeface="Times New Roman" panose="02020603050405020304" pitchFamily="18" charset="0"/>
              </a:rPr>
              <a:t>15</a:t>
            </a:r>
            <a:r>
              <a:rPr kumimoji="1" lang="en-US" altLang="zh-CN" sz="2800" b="1">
                <a:latin typeface="Times New Roman" panose="02020603050405020304" pitchFamily="18" charset="0"/>
              </a:rPr>
              <a:t>×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en-US" altLang="zh-CN" sz="2400" b="1" baseline="45000">
                <a:latin typeface="Times New Roman" panose="02020603050405020304" pitchFamily="18" charset="0"/>
                <a:cs typeface="Times New Roman" panose="02020603050405020304" pitchFamily="18" charset="0"/>
              </a:rPr>
              <a:t>–1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37904" name="Text Box 16">
            <a:extLst>
              <a:ext uri="{FF2B5EF4-FFF2-40B4-BE49-F238E27FC236}">
                <a16:creationId xmlns:a16="http://schemas.microsoft.com/office/drawing/2014/main" id="{723E3FC2-AD5F-426C-81B5-48CB7FE65D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7500" y="4281488"/>
            <a:ext cx="11366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>
                <a:latin typeface="Times New Roman" panose="02020603050405020304" pitchFamily="18" charset="0"/>
              </a:rPr>
              <a:t>2</a:t>
            </a:r>
            <a:r>
              <a:rPr kumimoji="1" lang="en-US" altLang="zh-CN" sz="2400" b="1" baseline="45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baseline="45000">
                <a:latin typeface="Times New Roman" panose="02020603050405020304" pitchFamily="18" charset="0"/>
              </a:rPr>
              <a:t>16</a:t>
            </a:r>
          </a:p>
        </p:txBody>
      </p:sp>
      <p:grpSp>
        <p:nvGrpSpPr>
          <p:cNvPr id="3" name="Group 17">
            <a:extLst>
              <a:ext uri="{FF2B5EF4-FFF2-40B4-BE49-F238E27FC236}">
                <a16:creationId xmlns:a16="http://schemas.microsoft.com/office/drawing/2014/main" id="{3395E438-3688-468C-9219-4A4B3E64ADEF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2921000"/>
            <a:ext cx="3416300" cy="1057275"/>
            <a:chOff x="1344" y="1840"/>
            <a:chExt cx="2152" cy="666"/>
          </a:xfrm>
        </p:grpSpPr>
        <p:sp>
          <p:nvSpPr>
            <p:cNvPr id="40987" name="Text Box 18">
              <a:extLst>
                <a:ext uri="{FF2B5EF4-FFF2-40B4-BE49-F238E27FC236}">
                  <a16:creationId xmlns:a16="http://schemas.microsoft.com/office/drawing/2014/main" id="{C0963705-4BAC-4B0F-B042-A22A7D31B3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4" y="1840"/>
              <a:ext cx="215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400" b="1" baseline="45000">
                  <a:latin typeface="Times New Roman" panose="02020603050405020304" pitchFamily="18" charset="0"/>
                </a:rPr>
                <a:t>-1111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× 0.1000000000</a:t>
              </a:r>
            </a:p>
          </p:txBody>
        </p:sp>
        <p:sp>
          <p:nvSpPr>
            <p:cNvPr id="40988" name="AutoShape 19">
              <a:extLst>
                <a:ext uri="{FF2B5EF4-FFF2-40B4-BE49-F238E27FC236}">
                  <a16:creationId xmlns:a16="http://schemas.microsoft.com/office/drawing/2014/main" id="{CDBDCBA7-9F83-4EC2-B25C-C6D03C801B00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56" y="1704"/>
              <a:ext cx="144" cy="960"/>
            </a:xfrm>
            <a:prstGeom prst="leftBrace">
              <a:avLst>
                <a:gd name="adj1" fmla="val 55556"/>
                <a:gd name="adj2" fmla="val 50000"/>
              </a:avLst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40989" name="Text Box 20">
              <a:extLst>
                <a:ext uri="{FF2B5EF4-FFF2-40B4-BE49-F238E27FC236}">
                  <a16:creationId xmlns:a16="http://schemas.microsoft.com/office/drawing/2014/main" id="{ADA329A4-312E-4BF8-B71F-7ADAE099D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2" y="2256"/>
              <a:ext cx="51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9 </a:t>
              </a:r>
              <a:r>
                <a:rPr kumimoji="1" lang="zh-CN" altLang="en-US" sz="2000" b="1">
                  <a:latin typeface="Times New Roman" panose="02020603050405020304" pitchFamily="18" charset="0"/>
                </a:rPr>
                <a:t>个 </a:t>
              </a:r>
              <a:r>
                <a:rPr kumimoji="1" lang="en-US" altLang="zh-CN" sz="2000" b="1"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4" name="Group 21">
            <a:extLst>
              <a:ext uri="{FF2B5EF4-FFF2-40B4-BE49-F238E27FC236}">
                <a16:creationId xmlns:a16="http://schemas.microsoft.com/office/drawing/2014/main" id="{7C85D680-0045-407A-A279-B40433894F98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4267200"/>
            <a:ext cx="3832225" cy="1082675"/>
            <a:chOff x="1344" y="2688"/>
            <a:chExt cx="2414" cy="682"/>
          </a:xfrm>
        </p:grpSpPr>
        <p:sp>
          <p:nvSpPr>
            <p:cNvPr id="40984" name="Text Box 22">
              <a:extLst>
                <a:ext uri="{FF2B5EF4-FFF2-40B4-BE49-F238E27FC236}">
                  <a16:creationId xmlns:a16="http://schemas.microsoft.com/office/drawing/2014/main" id="{A16E5C12-0132-4293-B662-122EE0BB49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4" y="2688"/>
              <a:ext cx="241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400" b="1" baseline="45000">
                  <a:latin typeface="Times New Roman" panose="02020603050405020304" pitchFamily="18" charset="0"/>
                </a:rPr>
                <a:t>-1111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×(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0.1000000000)</a:t>
              </a:r>
            </a:p>
          </p:txBody>
        </p:sp>
        <p:sp>
          <p:nvSpPr>
            <p:cNvPr id="40985" name="AutoShape 23">
              <a:extLst>
                <a:ext uri="{FF2B5EF4-FFF2-40B4-BE49-F238E27FC236}">
                  <a16:creationId xmlns:a16="http://schemas.microsoft.com/office/drawing/2014/main" id="{B63E7927-D58A-48F0-845C-9AE48A40DCFD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053" y="2563"/>
              <a:ext cx="134" cy="960"/>
            </a:xfrm>
            <a:prstGeom prst="leftBrace">
              <a:avLst>
                <a:gd name="adj1" fmla="val 59701"/>
                <a:gd name="adj2" fmla="val 50000"/>
              </a:avLst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40986" name="Text Box 24">
              <a:extLst>
                <a:ext uri="{FF2B5EF4-FFF2-40B4-BE49-F238E27FC236}">
                  <a16:creationId xmlns:a16="http://schemas.microsoft.com/office/drawing/2014/main" id="{B8161657-6230-4A8B-B87D-F5EDE7F804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43" y="3120"/>
              <a:ext cx="51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9 </a:t>
              </a:r>
              <a:r>
                <a:rPr kumimoji="1" lang="zh-CN" altLang="en-US" sz="2000" b="1">
                  <a:latin typeface="Times New Roman" panose="02020603050405020304" pitchFamily="18" charset="0"/>
                </a:rPr>
                <a:t>个 </a:t>
              </a:r>
              <a:r>
                <a:rPr kumimoji="1" lang="en-US" altLang="zh-CN" sz="2000" b="1"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5" name="Group 25">
            <a:extLst>
              <a:ext uri="{FF2B5EF4-FFF2-40B4-BE49-F238E27FC236}">
                <a16:creationId xmlns:a16="http://schemas.microsoft.com/office/drawing/2014/main" id="{18AE51C1-334A-4EBB-90D8-F6F49AF8E6CA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5500688"/>
            <a:ext cx="3879850" cy="1052512"/>
            <a:chOff x="1344" y="3465"/>
            <a:chExt cx="2444" cy="663"/>
          </a:xfrm>
        </p:grpSpPr>
        <p:sp>
          <p:nvSpPr>
            <p:cNvPr id="40981" name="Text Box 26">
              <a:extLst>
                <a:ext uri="{FF2B5EF4-FFF2-40B4-BE49-F238E27FC236}">
                  <a16:creationId xmlns:a16="http://schemas.microsoft.com/office/drawing/2014/main" id="{77780717-47EB-47CF-9051-EB6AA6B4C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4" y="3465"/>
              <a:ext cx="244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400" b="1" baseline="45000">
                  <a:latin typeface="Times New Roman" panose="02020603050405020304" pitchFamily="18" charset="0"/>
                </a:rPr>
                <a:t>+1111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×(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0.1111111111)</a:t>
              </a:r>
            </a:p>
          </p:txBody>
        </p:sp>
        <p:sp>
          <p:nvSpPr>
            <p:cNvPr id="40982" name="AutoShape 27">
              <a:extLst>
                <a:ext uri="{FF2B5EF4-FFF2-40B4-BE49-F238E27FC236}">
                  <a16:creationId xmlns:a16="http://schemas.microsoft.com/office/drawing/2014/main" id="{01E0149A-6FAE-4FDE-B1A2-21B51C536A57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037" y="3235"/>
              <a:ext cx="134" cy="1056"/>
            </a:xfrm>
            <a:prstGeom prst="leftBrace">
              <a:avLst>
                <a:gd name="adj1" fmla="val 65672"/>
                <a:gd name="adj2" fmla="val 50000"/>
              </a:avLst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40983" name="Text Box 28">
              <a:extLst>
                <a:ext uri="{FF2B5EF4-FFF2-40B4-BE49-F238E27FC236}">
                  <a16:creationId xmlns:a16="http://schemas.microsoft.com/office/drawing/2014/main" id="{4CF8456E-A562-47C6-B951-9E53B73553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4" y="3878"/>
              <a:ext cx="59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10 </a:t>
              </a:r>
              <a:r>
                <a:rPr kumimoji="1" lang="zh-CN" altLang="en-US" sz="2000" b="1">
                  <a:latin typeface="Times New Roman" panose="02020603050405020304" pitchFamily="18" charset="0"/>
                </a:rPr>
                <a:t>个 </a:t>
              </a:r>
              <a:r>
                <a:rPr kumimoji="1" lang="en-US" altLang="zh-CN" sz="2000" b="1">
                  <a:latin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37917" name="Text Box 29">
            <a:extLst>
              <a:ext uri="{FF2B5EF4-FFF2-40B4-BE49-F238E27FC236}">
                <a16:creationId xmlns:a16="http://schemas.microsoft.com/office/drawing/2014/main" id="{016F7893-4CEA-4906-8576-20DE7FF038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825" y="381000"/>
            <a:ext cx="52292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设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m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4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，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n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10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，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r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2</a:t>
            </a:r>
          </a:p>
        </p:txBody>
      </p:sp>
      <p:sp>
        <p:nvSpPr>
          <p:cNvPr id="37918" name="Text Box 30">
            <a:extLst>
              <a:ext uri="{FF2B5EF4-FFF2-40B4-BE49-F238E27FC236}">
                <a16:creationId xmlns:a16="http://schemas.microsoft.com/office/drawing/2014/main" id="{3A16704F-F490-41E7-86C9-7AAD58FBAB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825" y="914400"/>
            <a:ext cx="51847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尾数规格化后的浮点数表示范围</a:t>
            </a:r>
          </a:p>
        </p:txBody>
      </p:sp>
      <p:sp>
        <p:nvSpPr>
          <p:cNvPr id="33" name="矩形 32">
            <a:extLst>
              <a:ext uri="{FF2B5EF4-FFF2-40B4-BE49-F238E27FC236}">
                <a16:creationId xmlns:a16="http://schemas.microsoft.com/office/drawing/2014/main" id="{164A73A8-76AB-4701-91A9-36CC8CDAC3C0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79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79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7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7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378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37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37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37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37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37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37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37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891" grpId="0" autoUpdateAnimBg="0"/>
      <p:bldP spid="37892" grpId="0" autoUpdateAnimBg="0"/>
      <p:bldP spid="37897" grpId="0" autoUpdateAnimBg="0"/>
      <p:bldP spid="37898" grpId="0" autoUpdateAnimBg="0"/>
      <p:bldP spid="37899" grpId="0" autoUpdateAnimBg="0"/>
      <p:bldP spid="37900" grpId="0" autoUpdateAnimBg="0"/>
      <p:bldP spid="37901" grpId="0" autoUpdateAnimBg="0"/>
      <p:bldP spid="37902" grpId="0" autoUpdateAnimBg="0"/>
      <p:bldP spid="37903" grpId="0" autoUpdateAnimBg="0"/>
      <p:bldP spid="37904" grpId="0" autoUpdateAnimBg="0"/>
      <p:bldP spid="37917" grpId="0" autoUpdateAnimBg="0"/>
      <p:bldP spid="37918" grpId="0" autoUpdateAnimBg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Text Box 2">
            <a:extLst>
              <a:ext uri="{FF2B5EF4-FFF2-40B4-BE49-F238E27FC236}">
                <a16:creationId xmlns:a16="http://schemas.microsoft.com/office/drawing/2014/main" id="{65AF5E88-2893-4A3C-BC24-794F0E5F1E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325" y="228600"/>
            <a:ext cx="3427541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 dirty="0">
                <a:latin typeface="Times New Roman" panose="02020603050405020304" pitchFamily="18" charset="0"/>
              </a:rPr>
              <a:t>浮点数应用举例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81EE2961-A955-49E1-B09E-BFFC969EA07C}"/>
              </a:ext>
            </a:extLst>
          </p:cNvPr>
          <p:cNvGrpSpPr>
            <a:grpSpLocks/>
          </p:cNvGrpSpPr>
          <p:nvPr/>
        </p:nvGrpSpPr>
        <p:grpSpPr bwMode="auto">
          <a:xfrm>
            <a:off x="457200" y="735013"/>
            <a:ext cx="8686800" cy="1538287"/>
            <a:chOff x="288" y="463"/>
            <a:chExt cx="5472" cy="969"/>
          </a:xfrm>
        </p:grpSpPr>
        <p:sp>
          <p:nvSpPr>
            <p:cNvPr id="42010" name="Text Box 4">
              <a:extLst>
                <a:ext uri="{FF2B5EF4-FFF2-40B4-BE49-F238E27FC236}">
                  <a16:creationId xmlns:a16="http://schemas.microsoft.com/office/drawing/2014/main" id="{098E9C8A-F547-47E6-B567-3C11E015B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" y="486"/>
              <a:ext cx="5472" cy="9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110000"/>
                </a:lnSpc>
                <a:spcBef>
                  <a:spcPct val="0"/>
                </a:spcBef>
                <a:buFontTx/>
                <a:buNone/>
              </a:pPr>
              <a:r>
                <a:rPr kumimoji="1" lang="zh-CN" altLang="en-US" sz="2800" b="1" dirty="0">
                  <a:latin typeface="Times New Roman" panose="02020603050405020304" pitchFamily="18" charset="0"/>
                </a:rPr>
                <a:t>例</a:t>
              </a:r>
              <a:r>
                <a:rPr kumimoji="1" lang="en-US" altLang="zh-CN" sz="2800" b="1" dirty="0">
                  <a:latin typeface="Times New Roman" panose="02020603050405020304" pitchFamily="18" charset="0"/>
                </a:rPr>
                <a:t>2.1-13    </a:t>
              </a:r>
              <a:r>
                <a:rPr kumimoji="1" lang="zh-CN" altLang="en-US" sz="2800" b="1" dirty="0">
                  <a:latin typeface="Times New Roman" panose="02020603050405020304" pitchFamily="18" charset="0"/>
                </a:rPr>
                <a:t>将 </a:t>
              </a:r>
              <a:r>
                <a:rPr kumimoji="1" lang="en-US" altLang="zh-CN" sz="2800" b="1" dirty="0">
                  <a:latin typeface="Times New Roman" panose="02020603050405020304" pitchFamily="18" charset="0"/>
                </a:rPr>
                <a:t>+       </a:t>
              </a:r>
              <a:r>
                <a:rPr kumimoji="1" lang="zh-CN" altLang="en-US" sz="2800" b="1" dirty="0">
                  <a:latin typeface="Times New Roman" panose="02020603050405020304" pitchFamily="18" charset="0"/>
                </a:rPr>
                <a:t>写成二进制定点数、浮点数及在定点机和浮点机中的机器数形式。其中数值部分均取 </a:t>
              </a:r>
              <a:r>
                <a:rPr kumimoji="1" lang="en-US" altLang="zh-CN" sz="2800" b="1" dirty="0">
                  <a:latin typeface="Times New Roman" panose="02020603050405020304" pitchFamily="18" charset="0"/>
                </a:rPr>
                <a:t>10 </a:t>
              </a:r>
              <a:r>
                <a:rPr kumimoji="1" lang="zh-CN" altLang="en-US" sz="2800" b="1" dirty="0">
                  <a:latin typeface="Times New Roman" panose="02020603050405020304" pitchFamily="18" charset="0"/>
                </a:rPr>
                <a:t>位，数符取 </a:t>
              </a:r>
              <a:r>
                <a:rPr kumimoji="1" lang="en-US" altLang="zh-CN" sz="2800" b="1" dirty="0">
                  <a:latin typeface="Times New Roman" panose="02020603050405020304" pitchFamily="18" charset="0"/>
                </a:rPr>
                <a:t>1 </a:t>
              </a:r>
              <a:r>
                <a:rPr kumimoji="1" lang="zh-CN" altLang="en-US" sz="2800" b="1" dirty="0">
                  <a:latin typeface="Times New Roman" panose="02020603050405020304" pitchFamily="18" charset="0"/>
                </a:rPr>
                <a:t>位，浮点数阶码取 </a:t>
              </a:r>
              <a:r>
                <a:rPr kumimoji="1" lang="en-US" altLang="zh-CN" sz="2800" b="1" dirty="0">
                  <a:latin typeface="Times New Roman" panose="02020603050405020304" pitchFamily="18" charset="0"/>
                </a:rPr>
                <a:t>5 </a:t>
              </a:r>
              <a:r>
                <a:rPr kumimoji="1" lang="zh-CN" altLang="en-US" sz="2800" b="1" dirty="0">
                  <a:latin typeface="Times New Roman" panose="02020603050405020304" pitchFamily="18" charset="0"/>
                </a:rPr>
                <a:t>位（含</a:t>
              </a:r>
              <a:r>
                <a:rPr kumimoji="1" lang="en-US" altLang="zh-CN" sz="2800" b="1" dirty="0">
                  <a:latin typeface="Times New Roman" panose="02020603050405020304" pitchFamily="18" charset="0"/>
                </a:rPr>
                <a:t>1</a:t>
              </a:r>
              <a:r>
                <a:rPr kumimoji="1" lang="zh-CN" altLang="en-US" sz="2800" b="1" dirty="0">
                  <a:latin typeface="Times New Roman" panose="02020603050405020304" pitchFamily="18" charset="0"/>
                </a:rPr>
                <a:t>位阶符）。</a:t>
              </a:r>
            </a:p>
          </p:txBody>
        </p:sp>
        <p:grpSp>
          <p:nvGrpSpPr>
            <p:cNvPr id="42011" name="Group 5">
              <a:extLst>
                <a:ext uri="{FF2B5EF4-FFF2-40B4-BE49-F238E27FC236}">
                  <a16:creationId xmlns:a16="http://schemas.microsoft.com/office/drawing/2014/main" id="{E93A74E8-4BE4-4946-88BE-F022F2F882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60" y="463"/>
              <a:ext cx="356" cy="449"/>
              <a:chOff x="1728" y="552"/>
              <a:chExt cx="356" cy="449"/>
            </a:xfrm>
          </p:grpSpPr>
          <p:sp>
            <p:nvSpPr>
              <p:cNvPr id="42012" name="Line 6">
                <a:extLst>
                  <a:ext uri="{FF2B5EF4-FFF2-40B4-BE49-F238E27FC236}">
                    <a16:creationId xmlns:a16="http://schemas.microsoft.com/office/drawing/2014/main" id="{BE8F1E4A-B262-45D6-B251-8F063F3F03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28" y="768"/>
                <a:ext cx="299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2013" name="Text Box 7">
                <a:extLst>
                  <a:ext uri="{FF2B5EF4-FFF2-40B4-BE49-F238E27FC236}">
                    <a16:creationId xmlns:a16="http://schemas.microsoft.com/office/drawing/2014/main" id="{134DEDF5-1BD7-4034-8436-F8CC047F65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66" y="55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000" b="1">
                    <a:latin typeface="Times New Roman" panose="02020603050405020304" pitchFamily="18" charset="0"/>
                  </a:rPr>
                  <a:t>19</a:t>
                </a:r>
              </a:p>
            </p:txBody>
          </p:sp>
          <p:sp>
            <p:nvSpPr>
              <p:cNvPr id="42014" name="Text Box 8">
                <a:extLst>
                  <a:ext uri="{FF2B5EF4-FFF2-40B4-BE49-F238E27FC236}">
                    <a16:creationId xmlns:a16="http://schemas.microsoft.com/office/drawing/2014/main" id="{5F12B154-EC4E-4152-BDD2-B4A63E71B0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8" y="751"/>
                <a:ext cx="3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000" b="1">
                    <a:latin typeface="Times New Roman" panose="02020603050405020304" pitchFamily="18" charset="0"/>
                  </a:rPr>
                  <a:t>128</a:t>
                </a:r>
              </a:p>
            </p:txBody>
          </p:sp>
        </p:grpSp>
      </p:grpSp>
      <p:sp>
        <p:nvSpPr>
          <p:cNvPr id="38921" name="Text Box 9">
            <a:extLst>
              <a:ext uri="{FF2B5EF4-FFF2-40B4-BE49-F238E27FC236}">
                <a16:creationId xmlns:a16="http://schemas.microsoft.com/office/drawing/2014/main" id="{5E0642C6-7083-45C8-872D-148BB059CC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316163"/>
            <a:ext cx="10001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解：</a:t>
            </a:r>
          </a:p>
        </p:txBody>
      </p:sp>
      <p:grpSp>
        <p:nvGrpSpPr>
          <p:cNvPr id="5" name="Group 10">
            <a:extLst>
              <a:ext uri="{FF2B5EF4-FFF2-40B4-BE49-F238E27FC236}">
                <a16:creationId xmlns:a16="http://schemas.microsoft.com/office/drawing/2014/main" id="{C1456A3F-4DAF-4AB6-AA52-D4E698C8E07B}"/>
              </a:ext>
            </a:extLst>
          </p:cNvPr>
          <p:cNvGrpSpPr>
            <a:grpSpLocks/>
          </p:cNvGrpSpPr>
          <p:nvPr/>
        </p:nvGrpSpPr>
        <p:grpSpPr bwMode="auto">
          <a:xfrm>
            <a:off x="1905000" y="2259013"/>
            <a:ext cx="2105025" cy="712787"/>
            <a:chOff x="1478" y="1327"/>
            <a:chExt cx="1326" cy="449"/>
          </a:xfrm>
        </p:grpSpPr>
        <p:sp>
          <p:nvSpPr>
            <p:cNvPr id="42005" name="Text Box 11">
              <a:extLst>
                <a:ext uri="{FF2B5EF4-FFF2-40B4-BE49-F238E27FC236}">
                  <a16:creationId xmlns:a16="http://schemas.microsoft.com/office/drawing/2014/main" id="{5F75380E-4A32-4B34-8FA7-3785E664F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8" y="1356"/>
              <a:ext cx="95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设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= +</a:t>
              </a:r>
            </a:p>
          </p:txBody>
        </p:sp>
        <p:grpSp>
          <p:nvGrpSpPr>
            <p:cNvPr id="42006" name="Group 12">
              <a:extLst>
                <a:ext uri="{FF2B5EF4-FFF2-40B4-BE49-F238E27FC236}">
                  <a16:creationId xmlns:a16="http://schemas.microsoft.com/office/drawing/2014/main" id="{16B72784-2B32-40F0-AC42-1714D673DC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1327"/>
              <a:ext cx="356" cy="449"/>
              <a:chOff x="1728" y="552"/>
              <a:chExt cx="356" cy="449"/>
            </a:xfrm>
          </p:grpSpPr>
          <p:sp>
            <p:nvSpPr>
              <p:cNvPr id="42007" name="Line 13">
                <a:extLst>
                  <a:ext uri="{FF2B5EF4-FFF2-40B4-BE49-F238E27FC236}">
                    <a16:creationId xmlns:a16="http://schemas.microsoft.com/office/drawing/2014/main" id="{CE432680-E8E2-4BCC-B8DA-C61546EF9F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28" y="768"/>
                <a:ext cx="299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2008" name="Text Box 14">
                <a:extLst>
                  <a:ext uri="{FF2B5EF4-FFF2-40B4-BE49-F238E27FC236}">
                    <a16:creationId xmlns:a16="http://schemas.microsoft.com/office/drawing/2014/main" id="{1D96EAA1-6733-4614-9F0A-7687FAAB45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66" y="55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000" b="1">
                    <a:latin typeface="Times New Roman" panose="02020603050405020304" pitchFamily="18" charset="0"/>
                  </a:rPr>
                  <a:t>19</a:t>
                </a:r>
              </a:p>
            </p:txBody>
          </p:sp>
          <p:sp>
            <p:nvSpPr>
              <p:cNvPr id="42009" name="Text Box 15">
                <a:extLst>
                  <a:ext uri="{FF2B5EF4-FFF2-40B4-BE49-F238E27FC236}">
                    <a16:creationId xmlns:a16="http://schemas.microsoft.com/office/drawing/2014/main" id="{45505ADC-6B33-403C-B5D0-191E156A4E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8" y="751"/>
                <a:ext cx="3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000" b="1">
                    <a:latin typeface="Times New Roman" panose="02020603050405020304" pitchFamily="18" charset="0"/>
                  </a:rPr>
                  <a:t>128</a:t>
                </a:r>
              </a:p>
            </p:txBody>
          </p:sp>
        </p:grpSp>
      </p:grpSp>
      <p:sp>
        <p:nvSpPr>
          <p:cNvPr id="38928" name="Text Box 16">
            <a:extLst>
              <a:ext uri="{FF2B5EF4-FFF2-40B4-BE49-F238E27FC236}">
                <a16:creationId xmlns:a16="http://schemas.microsoft.com/office/drawing/2014/main" id="{6F7EB940-7BB3-423D-959F-083F27D60C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979738"/>
            <a:ext cx="19700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二进制形式</a:t>
            </a:r>
            <a:endParaRPr kumimoji="1" lang="zh-CN" altLang="en-US" sz="2800" b="1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38929" name="Text Box 17">
            <a:extLst>
              <a:ext uri="{FF2B5EF4-FFF2-40B4-BE49-F238E27FC236}">
                <a16:creationId xmlns:a16="http://schemas.microsoft.com/office/drawing/2014/main" id="{402DB55C-55D3-4C47-BCE4-78DDE82519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509963"/>
            <a:ext cx="16129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定点表示</a:t>
            </a:r>
          </a:p>
        </p:txBody>
      </p:sp>
      <p:sp>
        <p:nvSpPr>
          <p:cNvPr id="38930" name="Text Box 18">
            <a:extLst>
              <a:ext uri="{FF2B5EF4-FFF2-40B4-BE49-F238E27FC236}">
                <a16:creationId xmlns:a16="http://schemas.microsoft.com/office/drawing/2014/main" id="{5D401BB0-7487-43D1-B10A-076E8B3E37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4041775"/>
            <a:ext cx="26844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浮点规格化形式</a:t>
            </a:r>
            <a:endParaRPr kumimoji="1" lang="zh-CN" altLang="en-US" sz="2800" b="1" baseline="30000">
              <a:latin typeface="Times New Roman" panose="02020603050405020304" pitchFamily="18" charset="0"/>
            </a:endParaRPr>
          </a:p>
        </p:txBody>
      </p:sp>
      <p:sp>
        <p:nvSpPr>
          <p:cNvPr id="38931" name="Text Box 19">
            <a:extLst>
              <a:ext uri="{FF2B5EF4-FFF2-40B4-BE49-F238E27FC236}">
                <a16:creationId xmlns:a16="http://schemas.microsoft.com/office/drawing/2014/main" id="{DFB39E79-3B9A-4907-8546-6EB841353A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0413" y="5135563"/>
            <a:ext cx="46831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原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1, 0010;  0. 1001100000</a:t>
            </a:r>
          </a:p>
        </p:txBody>
      </p:sp>
      <p:sp>
        <p:nvSpPr>
          <p:cNvPr id="38932" name="Text Box 20">
            <a:extLst>
              <a:ext uri="{FF2B5EF4-FFF2-40B4-BE49-F238E27FC236}">
                <a16:creationId xmlns:a16="http://schemas.microsoft.com/office/drawing/2014/main" id="{267183EA-AE3E-4D23-9870-42C703FFFE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0413" y="5699125"/>
            <a:ext cx="46831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1, 1110;  0. 1001100000</a:t>
            </a:r>
          </a:p>
        </p:txBody>
      </p:sp>
      <p:sp>
        <p:nvSpPr>
          <p:cNvPr id="38933" name="Text Box 21">
            <a:extLst>
              <a:ext uri="{FF2B5EF4-FFF2-40B4-BE49-F238E27FC236}">
                <a16:creationId xmlns:a16="http://schemas.microsoft.com/office/drawing/2014/main" id="{BE6BEECC-8233-4C2B-8B00-F6BC3F2E1E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0413" y="6262688"/>
            <a:ext cx="46831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反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1, 1101;  0. 1001100000</a:t>
            </a:r>
          </a:p>
        </p:txBody>
      </p:sp>
      <p:sp>
        <p:nvSpPr>
          <p:cNvPr id="38934" name="Text Box 22">
            <a:extLst>
              <a:ext uri="{FF2B5EF4-FFF2-40B4-BE49-F238E27FC236}">
                <a16:creationId xmlns:a16="http://schemas.microsoft.com/office/drawing/2014/main" id="{228ED6AF-8AB1-4097-8C07-A9F98154CC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4549775"/>
            <a:ext cx="16129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定点机中</a:t>
            </a:r>
          </a:p>
        </p:txBody>
      </p:sp>
      <p:sp>
        <p:nvSpPr>
          <p:cNvPr id="38935" name="Text Box 23">
            <a:extLst>
              <a:ext uri="{FF2B5EF4-FFF2-40B4-BE49-F238E27FC236}">
                <a16:creationId xmlns:a16="http://schemas.microsoft.com/office/drawing/2014/main" id="{D8A66027-4F29-4A8B-8F78-B9A874DD2E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103813"/>
            <a:ext cx="16129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浮点机中</a:t>
            </a:r>
          </a:p>
        </p:txBody>
      </p:sp>
      <p:sp>
        <p:nvSpPr>
          <p:cNvPr id="38936" name="Text Box 24">
            <a:extLst>
              <a:ext uri="{FF2B5EF4-FFF2-40B4-BE49-F238E27FC236}">
                <a16:creationId xmlns:a16="http://schemas.microsoft.com/office/drawing/2014/main" id="{C9A94101-6929-4B14-A6E0-4EC6143E31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5650" y="3509963"/>
            <a:ext cx="7175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000</a:t>
            </a:r>
          </a:p>
        </p:txBody>
      </p:sp>
      <p:sp>
        <p:nvSpPr>
          <p:cNvPr id="38937" name="Text Box 25">
            <a:extLst>
              <a:ext uri="{FF2B5EF4-FFF2-40B4-BE49-F238E27FC236}">
                <a16:creationId xmlns:a16="http://schemas.microsoft.com/office/drawing/2014/main" id="{12BA00C0-89BB-4167-BC1F-16C888BC75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2979738"/>
            <a:ext cx="22542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0.0010011</a:t>
            </a:r>
          </a:p>
        </p:txBody>
      </p:sp>
      <p:sp>
        <p:nvSpPr>
          <p:cNvPr id="38938" name="Text Box 26">
            <a:extLst>
              <a:ext uri="{FF2B5EF4-FFF2-40B4-BE49-F238E27FC236}">
                <a16:creationId xmlns:a16="http://schemas.microsoft.com/office/drawing/2014/main" id="{EC491567-4FEB-4FFF-B5A2-E392EE8937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3509963"/>
            <a:ext cx="22542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0.0010011</a:t>
            </a:r>
          </a:p>
        </p:txBody>
      </p:sp>
      <p:sp>
        <p:nvSpPr>
          <p:cNvPr id="38939" name="Text Box 27">
            <a:extLst>
              <a:ext uri="{FF2B5EF4-FFF2-40B4-BE49-F238E27FC236}">
                <a16:creationId xmlns:a16="http://schemas.microsoft.com/office/drawing/2014/main" id="{29ACE987-89C5-4470-863B-D64B805340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4041775"/>
            <a:ext cx="35941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0.1001100000</a:t>
            </a:r>
            <a:r>
              <a:rPr kumimoji="1" lang="en-US" altLang="zh-CN" sz="2400" b="1">
                <a:latin typeface="Times New Roman" panose="02020603050405020304" pitchFamily="18" charset="0"/>
              </a:rPr>
              <a:t>×</a:t>
            </a:r>
            <a:r>
              <a:rPr kumimoji="1" lang="en-US" altLang="zh-CN" sz="2800" b="1">
                <a:latin typeface="Times New Roman" panose="02020603050405020304" pitchFamily="18" charset="0"/>
              </a:rPr>
              <a:t>2</a:t>
            </a:r>
            <a:r>
              <a:rPr kumimoji="1" lang="en-US" altLang="zh-CN" sz="2800" b="1" baseline="40000">
                <a:latin typeface="Times New Roman" panose="02020603050405020304" pitchFamily="18" charset="0"/>
              </a:rPr>
              <a:t>-10</a:t>
            </a:r>
          </a:p>
        </p:txBody>
      </p:sp>
      <p:sp>
        <p:nvSpPr>
          <p:cNvPr id="38940" name="Text Box 28">
            <a:extLst>
              <a:ext uri="{FF2B5EF4-FFF2-40B4-BE49-F238E27FC236}">
                <a16:creationId xmlns:a16="http://schemas.microsoft.com/office/drawing/2014/main" id="{51F1EECD-F4BE-4802-B5B2-C5C0B69948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0413" y="4549775"/>
            <a:ext cx="52292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原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反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0.0010011000</a:t>
            </a:r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id="{0C23F1EF-8BEC-4266-B2D7-FA83EBB5DC24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8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89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89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38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8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389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38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38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38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38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38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38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38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38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921" grpId="0" autoUpdateAnimBg="0"/>
      <p:bldP spid="38928" grpId="0" autoUpdateAnimBg="0"/>
      <p:bldP spid="38929" grpId="0" autoUpdateAnimBg="0"/>
      <p:bldP spid="38930" grpId="0" autoUpdateAnimBg="0"/>
      <p:bldP spid="38931" grpId="0" autoUpdateAnimBg="0"/>
      <p:bldP spid="38932" grpId="0" autoUpdateAnimBg="0"/>
      <p:bldP spid="38933" grpId="0" autoUpdateAnimBg="0"/>
      <p:bldP spid="38934" grpId="0" autoUpdateAnimBg="0"/>
      <p:bldP spid="38935" grpId="0" autoUpdateAnimBg="0"/>
      <p:bldP spid="38936" grpId="0" autoUpdateAnimBg="0"/>
      <p:bldP spid="38937" grpId="0" autoUpdateAnimBg="0"/>
      <p:bldP spid="38938" grpId="0" autoUpdateAnimBg="0"/>
      <p:bldP spid="38939" grpId="0" autoUpdateAnimBg="0"/>
      <p:bldP spid="38940" grpId="0" autoUpdateAnimBg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Text Box 2">
            <a:extLst>
              <a:ext uri="{FF2B5EF4-FFF2-40B4-BE49-F238E27FC236}">
                <a16:creationId xmlns:a16="http://schemas.microsoft.com/office/drawing/2014/main" id="{19E60EB6-0960-4BFA-911B-C972D2E9E3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1988" y="3048000"/>
            <a:ext cx="375761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        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111010</a:t>
            </a:r>
          </a:p>
        </p:txBody>
      </p:sp>
      <p:sp>
        <p:nvSpPr>
          <p:cNvPr id="39939" name="Text Box 3">
            <a:extLst>
              <a:ext uri="{FF2B5EF4-FFF2-40B4-BE49-F238E27FC236}">
                <a16:creationId xmlns:a16="http://schemas.microsoft.com/office/drawing/2014/main" id="{AC339595-2FB4-4A94-83E5-319CA9D58C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7800" y="3048000"/>
            <a:ext cx="1447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0000</a:t>
            </a:r>
          </a:p>
        </p:txBody>
      </p:sp>
      <p:sp>
        <p:nvSpPr>
          <p:cNvPr id="43012" name="Text Box 4">
            <a:extLst>
              <a:ext uri="{FF2B5EF4-FFF2-40B4-BE49-F238E27FC236}">
                <a16:creationId xmlns:a16="http://schemas.microsoft.com/office/drawing/2014/main" id="{FC8C953F-D50B-423C-BB24-322F38BBA0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228600"/>
            <a:ext cx="195598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 dirty="0">
                <a:latin typeface="Times New Roman" panose="02020603050405020304" pitchFamily="18" charset="0"/>
              </a:rPr>
              <a:t>例 </a:t>
            </a:r>
            <a:r>
              <a:rPr kumimoji="1" lang="en-US" altLang="zh-CN" sz="3600" b="1" dirty="0">
                <a:latin typeface="Times New Roman" panose="02020603050405020304" pitchFamily="18" charset="0"/>
              </a:rPr>
              <a:t>2.1-14</a:t>
            </a:r>
          </a:p>
        </p:txBody>
      </p:sp>
      <p:sp>
        <p:nvSpPr>
          <p:cNvPr id="39941" name="Text Box 5">
            <a:extLst>
              <a:ext uri="{FF2B5EF4-FFF2-40B4-BE49-F238E27FC236}">
                <a16:creationId xmlns:a16="http://schemas.microsoft.com/office/drawing/2014/main" id="{9C7D66E1-4BE9-412F-8670-EBE784AA5C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737" y="286544"/>
            <a:ext cx="8747125" cy="1563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15000"/>
              </a:lnSpc>
              <a:spcBef>
                <a:spcPct val="0"/>
              </a:spcBef>
              <a:buFontTx/>
              <a:buNone/>
            </a:pPr>
            <a:r>
              <a:rPr kumimoji="1" lang="en-US" altLang="zh-CN" sz="2800" b="1" dirty="0">
                <a:latin typeface="Times New Roman" panose="02020603050405020304" pitchFamily="18" charset="0"/>
              </a:rPr>
              <a:t>                   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将 </a:t>
            </a:r>
            <a:r>
              <a:rPr kumimoji="1" lang="en-US" altLang="zh-CN" sz="2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–58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表示成二进制定点数和浮点数，</a:t>
            </a:r>
          </a:p>
          <a:p>
            <a:pPr eaLnBrk="1" hangingPunct="1">
              <a:lnSpc>
                <a:spcPct val="115000"/>
              </a:lnSpc>
              <a:spcBef>
                <a:spcPct val="0"/>
              </a:spcBef>
              <a:buFontTx/>
              <a:buNone/>
            </a:pPr>
            <a:r>
              <a:rPr kumimoji="1" lang="zh-CN" altLang="en-US" sz="2800" b="1" dirty="0">
                <a:latin typeface="Times New Roman" panose="02020603050405020304" pitchFamily="18" charset="0"/>
              </a:rPr>
              <a:t>并写出它在定点机和浮点机中的三种机器数及阶码</a:t>
            </a:r>
          </a:p>
          <a:p>
            <a:pPr eaLnBrk="1" hangingPunct="1">
              <a:lnSpc>
                <a:spcPct val="115000"/>
              </a:lnSpc>
              <a:spcBef>
                <a:spcPct val="0"/>
              </a:spcBef>
              <a:buFontTx/>
              <a:buNone/>
            </a:pPr>
            <a:r>
              <a:rPr kumimoji="1" lang="zh-CN" altLang="en-US" sz="2800" b="1" dirty="0">
                <a:latin typeface="Times New Roman" panose="02020603050405020304" pitchFamily="18" charset="0"/>
              </a:rPr>
              <a:t>为移码、尾数为补码的形式（其他要求同上例）。</a:t>
            </a:r>
          </a:p>
        </p:txBody>
      </p:sp>
      <p:sp>
        <p:nvSpPr>
          <p:cNvPr id="39942" name="Text Box 6">
            <a:extLst>
              <a:ext uri="{FF2B5EF4-FFF2-40B4-BE49-F238E27FC236}">
                <a16:creationId xmlns:a16="http://schemas.microsoft.com/office/drawing/2014/main" id="{9B099E9E-A8C9-4137-9AE0-05E84C4FC6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25" y="1828800"/>
            <a:ext cx="10001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解：</a:t>
            </a:r>
          </a:p>
        </p:txBody>
      </p:sp>
      <p:sp>
        <p:nvSpPr>
          <p:cNvPr id="39943" name="Text Box 7">
            <a:extLst>
              <a:ext uri="{FF2B5EF4-FFF2-40B4-BE49-F238E27FC236}">
                <a16:creationId xmlns:a16="http://schemas.microsoft.com/office/drawing/2014/main" id="{F2268BE4-5961-4C1E-A338-139F60D7E4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6725" y="1828800"/>
            <a:ext cx="41306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设</a:t>
            </a:r>
            <a:r>
              <a:rPr kumimoji="1" lang="zh-CN" altLang="en-US" b="1">
                <a:latin typeface="Times New Roman" panose="02020603050405020304" pitchFamily="18" charset="0"/>
              </a:rPr>
              <a:t> </a:t>
            </a:r>
            <a:r>
              <a:rPr kumimoji="1" lang="en-US" altLang="zh-CN" b="1" i="1">
                <a:latin typeface="Times New Roman" panose="02020603050405020304" pitchFamily="18" charset="0"/>
              </a:rPr>
              <a:t>x</a:t>
            </a:r>
            <a:r>
              <a:rPr kumimoji="1" lang="en-US" altLang="zh-CN" b="1">
                <a:latin typeface="Times New Roman" panose="02020603050405020304" pitchFamily="18" charset="0"/>
              </a:rPr>
              <a:t> =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–58</a:t>
            </a:r>
          </a:p>
        </p:txBody>
      </p:sp>
      <p:sp>
        <p:nvSpPr>
          <p:cNvPr id="39944" name="Text Box 8">
            <a:extLst>
              <a:ext uri="{FF2B5EF4-FFF2-40B4-BE49-F238E27FC236}">
                <a16:creationId xmlns:a16="http://schemas.microsoft.com/office/drawing/2014/main" id="{0B7DD58A-E9D4-4740-9C6B-29E9FF6A48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6088" y="2482850"/>
            <a:ext cx="239871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二进制形式</a:t>
            </a:r>
            <a:endParaRPr kumimoji="1" lang="zh-CN" altLang="en-US" sz="2800" b="1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945" name="Text Box 9">
            <a:extLst>
              <a:ext uri="{FF2B5EF4-FFF2-40B4-BE49-F238E27FC236}">
                <a16:creationId xmlns:a16="http://schemas.microsoft.com/office/drawing/2014/main" id="{C8EF8F42-5DFC-455C-8DA2-31A40435BD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6088" y="3078163"/>
            <a:ext cx="217011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定点表示</a:t>
            </a:r>
          </a:p>
        </p:txBody>
      </p:sp>
      <p:sp>
        <p:nvSpPr>
          <p:cNvPr id="39946" name="Text Box 10">
            <a:extLst>
              <a:ext uri="{FF2B5EF4-FFF2-40B4-BE49-F238E27FC236}">
                <a16:creationId xmlns:a16="http://schemas.microsoft.com/office/drawing/2014/main" id="{1FAC2DB5-8EA4-4C35-BE3D-238DEFAE8D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6088" y="3671888"/>
            <a:ext cx="316071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浮点规格化形式</a:t>
            </a:r>
            <a:endParaRPr kumimoji="1" lang="zh-CN" altLang="en-US" sz="2800" b="1" baseline="30000">
              <a:latin typeface="Times New Roman" panose="02020603050405020304" pitchFamily="18" charset="0"/>
            </a:endParaRPr>
          </a:p>
        </p:txBody>
      </p:sp>
      <p:sp>
        <p:nvSpPr>
          <p:cNvPr id="39947" name="Text Box 11">
            <a:extLst>
              <a:ext uri="{FF2B5EF4-FFF2-40B4-BE49-F238E27FC236}">
                <a16:creationId xmlns:a16="http://schemas.microsoft.com/office/drawing/2014/main" id="{8FBA6DD6-C1EF-4E0A-BF73-EEFC6676A9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025" y="4724400"/>
            <a:ext cx="32035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200" b="1" baseline="-25000">
                <a:latin typeface="Times New Roman" panose="02020603050405020304" pitchFamily="18" charset="0"/>
              </a:rPr>
              <a:t>原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1, 0000111010</a:t>
            </a:r>
          </a:p>
        </p:txBody>
      </p:sp>
      <p:sp>
        <p:nvSpPr>
          <p:cNvPr id="39948" name="Text Box 12">
            <a:extLst>
              <a:ext uri="{FF2B5EF4-FFF2-40B4-BE49-F238E27FC236}">
                <a16:creationId xmlns:a16="http://schemas.microsoft.com/office/drawing/2014/main" id="{1B3EA69D-ABF9-421B-ABB3-2ACBC1496A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025" y="5181600"/>
            <a:ext cx="33559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2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1, 1111000110</a:t>
            </a:r>
          </a:p>
        </p:txBody>
      </p:sp>
      <p:sp>
        <p:nvSpPr>
          <p:cNvPr id="39949" name="Text Box 13">
            <a:extLst>
              <a:ext uri="{FF2B5EF4-FFF2-40B4-BE49-F238E27FC236}">
                <a16:creationId xmlns:a16="http://schemas.microsoft.com/office/drawing/2014/main" id="{977814B2-BC72-47E0-BE64-41754A62D9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025" y="5638800"/>
            <a:ext cx="33559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200" b="1" baseline="-25000">
                <a:latin typeface="Times New Roman" panose="02020603050405020304" pitchFamily="18" charset="0"/>
              </a:rPr>
              <a:t>反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1, 1111000101</a:t>
            </a:r>
          </a:p>
        </p:txBody>
      </p:sp>
      <p:sp>
        <p:nvSpPr>
          <p:cNvPr id="39950" name="Text Box 14">
            <a:extLst>
              <a:ext uri="{FF2B5EF4-FFF2-40B4-BE49-F238E27FC236}">
                <a16:creationId xmlns:a16="http://schemas.microsoft.com/office/drawing/2014/main" id="{A0EDDCDD-77D9-487A-A2E8-2AC21DE574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38600" y="4724400"/>
            <a:ext cx="441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200" b="1" baseline="-25000">
                <a:latin typeface="Times New Roman" panose="02020603050405020304" pitchFamily="18" charset="0"/>
              </a:rPr>
              <a:t>原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0, 0110; 1. 1110100000</a:t>
            </a:r>
          </a:p>
        </p:txBody>
      </p:sp>
      <p:sp>
        <p:nvSpPr>
          <p:cNvPr id="39951" name="Text Box 15">
            <a:extLst>
              <a:ext uri="{FF2B5EF4-FFF2-40B4-BE49-F238E27FC236}">
                <a16:creationId xmlns:a16="http://schemas.microsoft.com/office/drawing/2014/main" id="{659878EF-3542-40F4-A1EE-F1D458A7AA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38600" y="5181600"/>
            <a:ext cx="4572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2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0, 0110; 1. 0001100000</a:t>
            </a:r>
          </a:p>
        </p:txBody>
      </p:sp>
      <p:sp>
        <p:nvSpPr>
          <p:cNvPr id="39952" name="Text Box 16">
            <a:extLst>
              <a:ext uri="{FF2B5EF4-FFF2-40B4-BE49-F238E27FC236}">
                <a16:creationId xmlns:a16="http://schemas.microsoft.com/office/drawing/2014/main" id="{2D95A0D4-7C74-4889-B576-0B274040A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38600" y="5638800"/>
            <a:ext cx="4572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200" b="1" baseline="-25000">
                <a:latin typeface="Times New Roman" panose="02020603050405020304" pitchFamily="18" charset="0"/>
              </a:rPr>
              <a:t>反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0, 0110; 1. 0001011111</a:t>
            </a:r>
          </a:p>
        </p:txBody>
      </p:sp>
      <p:sp>
        <p:nvSpPr>
          <p:cNvPr id="39953" name="Text Box 17">
            <a:extLst>
              <a:ext uri="{FF2B5EF4-FFF2-40B4-BE49-F238E27FC236}">
                <a16:creationId xmlns:a16="http://schemas.microsoft.com/office/drawing/2014/main" id="{FECBAE76-56D1-4AEC-8979-41B2BA444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4100" y="4267200"/>
            <a:ext cx="16129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定点机中</a:t>
            </a:r>
          </a:p>
        </p:txBody>
      </p:sp>
      <p:sp>
        <p:nvSpPr>
          <p:cNvPr id="39954" name="Text Box 18">
            <a:extLst>
              <a:ext uri="{FF2B5EF4-FFF2-40B4-BE49-F238E27FC236}">
                <a16:creationId xmlns:a16="http://schemas.microsoft.com/office/drawing/2014/main" id="{D28254B7-7740-4D9B-8D5A-1DAE0FED35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0300" y="4267200"/>
            <a:ext cx="16129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浮点机中</a:t>
            </a:r>
          </a:p>
        </p:txBody>
      </p:sp>
      <p:sp>
        <p:nvSpPr>
          <p:cNvPr id="39955" name="Text Box 19">
            <a:extLst>
              <a:ext uri="{FF2B5EF4-FFF2-40B4-BE49-F238E27FC236}">
                <a16:creationId xmlns:a16="http://schemas.microsoft.com/office/drawing/2014/main" id="{472B781E-5553-4C61-8253-DD18FE98DE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38600" y="6096000"/>
            <a:ext cx="5105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200" b="1" baseline="-25000">
                <a:latin typeface="Times New Roman" panose="02020603050405020304" pitchFamily="18" charset="0"/>
              </a:rPr>
              <a:t>阶移、尾补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1, 0110; 1. 0001100000</a:t>
            </a:r>
          </a:p>
        </p:txBody>
      </p:sp>
      <p:sp>
        <p:nvSpPr>
          <p:cNvPr id="39956" name="Text Box 20">
            <a:extLst>
              <a:ext uri="{FF2B5EF4-FFF2-40B4-BE49-F238E27FC236}">
                <a16:creationId xmlns:a16="http://schemas.microsoft.com/office/drawing/2014/main" id="{1F0848B3-091A-4CE9-9BF5-B84BE6AFBE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1988" y="2482850"/>
            <a:ext cx="368141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 111010</a:t>
            </a:r>
            <a:endParaRPr kumimoji="1" lang="en-US" altLang="zh-CN" sz="2800" b="1">
              <a:latin typeface="Times New Roman" panose="02020603050405020304" pitchFamily="18" charset="0"/>
            </a:endParaRPr>
          </a:p>
        </p:txBody>
      </p:sp>
      <p:sp>
        <p:nvSpPr>
          <p:cNvPr id="39957" name="Text Box 21">
            <a:extLst>
              <a:ext uri="{FF2B5EF4-FFF2-40B4-BE49-F238E27FC236}">
                <a16:creationId xmlns:a16="http://schemas.microsoft.com/office/drawing/2014/main" id="{7CDED095-9E27-48D1-8341-8418079E6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1988" y="3671888"/>
            <a:ext cx="467201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(0.1110100000) 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×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2</a:t>
            </a:r>
            <a:r>
              <a:rPr kumimoji="1" lang="en-US" altLang="zh-CN" sz="2800" b="1" baseline="40000">
                <a:latin typeface="Times New Roman" panose="02020603050405020304" pitchFamily="18" charset="0"/>
              </a:rPr>
              <a:t>110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9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99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99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9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9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39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9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39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39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39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39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39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39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39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39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399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399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399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7" dur="500"/>
                                        <p:tgtEl>
                                          <p:spTgt spid="39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938" grpId="0" autoUpdateAnimBg="0"/>
      <p:bldP spid="39939" grpId="0" autoUpdateAnimBg="0"/>
      <p:bldP spid="39941" grpId="0" autoUpdateAnimBg="0"/>
      <p:bldP spid="39942" grpId="0" autoUpdateAnimBg="0"/>
      <p:bldP spid="39943" grpId="0" autoUpdateAnimBg="0"/>
      <p:bldP spid="39944" grpId="0" autoUpdateAnimBg="0"/>
      <p:bldP spid="39945" grpId="0" autoUpdateAnimBg="0"/>
      <p:bldP spid="39946" grpId="0" autoUpdateAnimBg="0"/>
      <p:bldP spid="39947" grpId="0" autoUpdateAnimBg="0"/>
      <p:bldP spid="39948" grpId="0" autoUpdateAnimBg="0"/>
      <p:bldP spid="39949" grpId="0" autoUpdateAnimBg="0"/>
      <p:bldP spid="39950" grpId="0" autoUpdateAnimBg="0"/>
      <p:bldP spid="39951" grpId="0" autoUpdateAnimBg="0"/>
      <p:bldP spid="39952" grpId="0" autoUpdateAnimBg="0"/>
      <p:bldP spid="39953" grpId="0" autoUpdateAnimBg="0"/>
      <p:bldP spid="39954" grpId="0" autoUpdateAnimBg="0"/>
      <p:bldP spid="39955" grpId="0" autoUpdateAnimBg="0"/>
      <p:bldP spid="39956" grpId="0" autoUpdateAnimBg="0"/>
      <p:bldP spid="39957" grpId="0" autoUpdateAnimBg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Text Box 2">
            <a:extLst>
              <a:ext uri="{FF2B5EF4-FFF2-40B4-BE49-F238E27FC236}">
                <a16:creationId xmlns:a16="http://schemas.microsoft.com/office/drawing/2014/main" id="{B2A05FC8-48A0-4C41-ABF4-9D08B77DEB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363" y="228600"/>
            <a:ext cx="1840568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 dirty="0">
                <a:latin typeface="Times New Roman" panose="02020603050405020304" pitchFamily="18" charset="0"/>
              </a:rPr>
              <a:t>例</a:t>
            </a:r>
            <a:r>
              <a:rPr kumimoji="1" lang="en-US" altLang="zh-CN" sz="3600" b="1" dirty="0">
                <a:latin typeface="Times New Roman" panose="02020603050405020304" pitchFamily="18" charset="0"/>
              </a:rPr>
              <a:t>2.1-15</a:t>
            </a:r>
          </a:p>
        </p:txBody>
      </p:sp>
      <p:sp>
        <p:nvSpPr>
          <p:cNvPr id="40963" name="Text Box 3">
            <a:extLst>
              <a:ext uri="{FF2B5EF4-FFF2-40B4-BE49-F238E27FC236}">
                <a16:creationId xmlns:a16="http://schemas.microsoft.com/office/drawing/2014/main" id="{1B282F73-F0C4-40A8-9A3E-29E5209234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2700" y="352426"/>
            <a:ext cx="8763000" cy="1031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kumimoji="1" lang="en-US" altLang="zh-CN" sz="2800" b="1" dirty="0">
                <a:latin typeface="Times New Roman" panose="02020603050405020304" pitchFamily="18" charset="0"/>
              </a:rPr>
              <a:t>                     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写出对应下图所示的浮点数的补码</a:t>
            </a:r>
          </a:p>
          <a:p>
            <a:pPr eaLnBrk="1" hangingPunct="1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kumimoji="1" lang="zh-CN" altLang="en-US" sz="2800" b="1" dirty="0">
                <a:latin typeface="Times New Roman" panose="02020603050405020304" pitchFamily="18" charset="0"/>
              </a:rPr>
              <a:t>   形式。 设 </a:t>
            </a:r>
            <a:r>
              <a:rPr kumimoji="1" lang="en-US" altLang="zh-CN" sz="2800" b="1" i="1" dirty="0">
                <a:latin typeface="Times New Roman" panose="02020603050405020304" pitchFamily="18" charset="0"/>
              </a:rPr>
              <a:t>n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 = 10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，</a:t>
            </a:r>
            <a:r>
              <a:rPr kumimoji="1" lang="en-US" altLang="zh-CN" sz="2800" b="1" i="1" dirty="0">
                <a:latin typeface="Times New Roman" panose="02020603050405020304" pitchFamily="18" charset="0"/>
              </a:rPr>
              <a:t>m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 = 4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， 阶符、数符各取 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1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位。</a:t>
            </a:r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295CEE3D-3CB0-40FF-95B1-76FF2EE8E024}"/>
              </a:ext>
            </a:extLst>
          </p:cNvPr>
          <p:cNvGrpSpPr>
            <a:grpSpLocks/>
          </p:cNvGrpSpPr>
          <p:nvPr/>
        </p:nvGrpSpPr>
        <p:grpSpPr bwMode="auto">
          <a:xfrm>
            <a:off x="533400" y="1371600"/>
            <a:ext cx="8239125" cy="2881313"/>
            <a:chOff x="336" y="864"/>
            <a:chExt cx="5190" cy="1815"/>
          </a:xfrm>
        </p:grpSpPr>
        <p:sp>
          <p:nvSpPr>
            <p:cNvPr id="44054" name="Line 5">
              <a:extLst>
                <a:ext uri="{FF2B5EF4-FFF2-40B4-BE49-F238E27FC236}">
                  <a16:creationId xmlns:a16="http://schemas.microsoft.com/office/drawing/2014/main" id="{68F79788-4F15-4346-B41C-F4F8D43616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6" y="1439"/>
              <a:ext cx="0" cy="62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4055" name="Line 6">
              <a:extLst>
                <a:ext uri="{FF2B5EF4-FFF2-40B4-BE49-F238E27FC236}">
                  <a16:creationId xmlns:a16="http://schemas.microsoft.com/office/drawing/2014/main" id="{9631250E-F183-453F-B800-BD00AFB54F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153"/>
              <a:ext cx="0" cy="286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4056" name="Line 7">
              <a:extLst>
                <a:ext uri="{FF2B5EF4-FFF2-40B4-BE49-F238E27FC236}">
                  <a16:creationId xmlns:a16="http://schemas.microsoft.com/office/drawing/2014/main" id="{A92D79F3-C544-4C46-A28E-EC03DEB265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1153"/>
              <a:ext cx="0" cy="2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4057" name="Line 8">
              <a:extLst>
                <a:ext uri="{FF2B5EF4-FFF2-40B4-BE49-F238E27FC236}">
                  <a16:creationId xmlns:a16="http://schemas.microsoft.com/office/drawing/2014/main" id="{3058766D-8C88-4673-A5AC-35D0522CEF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" y="1439"/>
              <a:ext cx="494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4058" name="Line 9">
              <a:extLst>
                <a:ext uri="{FF2B5EF4-FFF2-40B4-BE49-F238E27FC236}">
                  <a16:creationId xmlns:a16="http://schemas.microsoft.com/office/drawing/2014/main" id="{5C685924-DE5D-4DF1-9ADC-5975625879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8" y="1153"/>
              <a:ext cx="0" cy="286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4059" name="Rectangle 10">
              <a:extLst>
                <a:ext uri="{FF2B5EF4-FFF2-40B4-BE49-F238E27FC236}">
                  <a16:creationId xmlns:a16="http://schemas.microsoft.com/office/drawing/2014/main" id="{102E728B-4DA4-4F8A-B9CF-DCEB9F225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1153"/>
              <a:ext cx="720" cy="286"/>
            </a:xfrm>
            <a:prstGeom prst="rect">
              <a:avLst/>
            </a:prstGeom>
            <a:solidFill>
              <a:schemeClr val="folHlink">
                <a:alpha val="50195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kumimoji="1" lang="zh-CN" altLang="zh-CN" b="1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060" name="Line 11">
              <a:extLst>
                <a:ext uri="{FF2B5EF4-FFF2-40B4-BE49-F238E27FC236}">
                  <a16:creationId xmlns:a16="http://schemas.microsoft.com/office/drawing/2014/main" id="{573A280B-D5C6-4244-ADA7-7330AA7197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8" y="1153"/>
              <a:ext cx="0" cy="2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4061" name="Rectangle 12">
              <a:extLst>
                <a:ext uri="{FF2B5EF4-FFF2-40B4-BE49-F238E27FC236}">
                  <a16:creationId xmlns:a16="http://schemas.microsoft.com/office/drawing/2014/main" id="{9611FEA7-C9CB-4E76-B72F-2B61DA88D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" y="1153"/>
              <a:ext cx="720" cy="286"/>
            </a:xfrm>
            <a:prstGeom prst="rect">
              <a:avLst/>
            </a:prstGeom>
            <a:solidFill>
              <a:schemeClr val="folHlink">
                <a:alpha val="50195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kumimoji="1" lang="zh-CN" altLang="zh-CN" b="1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062" name="Text Box 13">
              <a:extLst>
                <a:ext uri="{FF2B5EF4-FFF2-40B4-BE49-F238E27FC236}">
                  <a16:creationId xmlns:a16="http://schemas.microsoft.com/office/drawing/2014/main" id="{64FFB952-A55E-4FFF-B32E-A108E3BF97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1" y="1137"/>
              <a:ext cx="69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负数区</a:t>
              </a:r>
            </a:p>
          </p:txBody>
        </p:sp>
        <p:sp>
          <p:nvSpPr>
            <p:cNvPr id="44063" name="Text Box 14">
              <a:extLst>
                <a:ext uri="{FF2B5EF4-FFF2-40B4-BE49-F238E27FC236}">
                  <a16:creationId xmlns:a16="http://schemas.microsoft.com/office/drawing/2014/main" id="{38BB4150-DBF6-49DF-B346-44EEB95240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1" y="1137"/>
              <a:ext cx="69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正数区</a:t>
              </a:r>
            </a:p>
          </p:txBody>
        </p:sp>
        <p:sp>
          <p:nvSpPr>
            <p:cNvPr id="44064" name="Text Box 15">
              <a:extLst>
                <a:ext uri="{FF2B5EF4-FFF2-40B4-BE49-F238E27FC236}">
                  <a16:creationId xmlns:a16="http://schemas.microsoft.com/office/drawing/2014/main" id="{9BF03978-CB7B-4B0D-8036-306B25564F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8" y="1137"/>
              <a:ext cx="50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下溢</a:t>
              </a:r>
            </a:p>
          </p:txBody>
        </p:sp>
        <p:sp>
          <p:nvSpPr>
            <p:cNvPr id="44065" name="Text Box 16">
              <a:extLst>
                <a:ext uri="{FF2B5EF4-FFF2-40B4-BE49-F238E27FC236}">
                  <a16:creationId xmlns:a16="http://schemas.microsoft.com/office/drawing/2014/main" id="{8B0E5132-DFE4-4E8A-B944-30A321A623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34" y="1452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44066" name="Text Box 17">
              <a:extLst>
                <a:ext uri="{FF2B5EF4-FFF2-40B4-BE49-F238E27FC236}">
                  <a16:creationId xmlns:a16="http://schemas.microsoft.com/office/drawing/2014/main" id="{3554ACAA-D460-4473-8A44-3FF0891CFC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" y="864"/>
              <a:ext cx="50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上溢</a:t>
              </a:r>
            </a:p>
          </p:txBody>
        </p:sp>
        <p:sp>
          <p:nvSpPr>
            <p:cNvPr id="44067" name="Text Box 18">
              <a:extLst>
                <a:ext uri="{FF2B5EF4-FFF2-40B4-BE49-F238E27FC236}">
                  <a16:creationId xmlns:a16="http://schemas.microsoft.com/office/drawing/2014/main" id="{CAAFED1F-63DE-452F-9E90-C85C444EAF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8" y="864"/>
              <a:ext cx="50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上溢</a:t>
              </a:r>
            </a:p>
          </p:txBody>
        </p:sp>
        <p:sp>
          <p:nvSpPr>
            <p:cNvPr id="44068" name="Text Box 19">
              <a:extLst>
                <a:ext uri="{FF2B5EF4-FFF2-40B4-BE49-F238E27FC236}">
                  <a16:creationId xmlns:a16="http://schemas.microsoft.com/office/drawing/2014/main" id="{1C7DF64E-03B7-431E-9416-0AFA2FB376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" y="1785"/>
              <a:ext cx="160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400" b="1" baseline="30000">
                  <a:latin typeface="Times New Roman" panose="02020603050405020304" pitchFamily="18" charset="0"/>
                </a:rPr>
                <a:t>( </a:t>
              </a:r>
              <a:r>
                <a:rPr kumimoji="1" lang="en-US" altLang="zh-CN" sz="2800" b="1" baseline="30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400" b="1" i="1" baseline="60000">
                  <a:latin typeface="Times New Roman" panose="02020603050405020304" pitchFamily="18" charset="0"/>
                </a:rPr>
                <a:t>m</a:t>
              </a:r>
              <a:r>
                <a:rPr kumimoji="1" lang="en-US" altLang="zh-CN" sz="2800" b="1" baseline="300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 baseline="30000">
                  <a:latin typeface="Times New Roman" panose="02020603050405020304" pitchFamily="18" charset="0"/>
                </a:rPr>
                <a:t>1)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×( 1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10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400" b="1" baseline="450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)</a:t>
              </a:r>
            </a:p>
          </p:txBody>
        </p:sp>
        <p:sp>
          <p:nvSpPr>
            <p:cNvPr id="44069" name="Text Box 20">
              <a:extLst>
                <a:ext uri="{FF2B5EF4-FFF2-40B4-BE49-F238E27FC236}">
                  <a16:creationId xmlns:a16="http://schemas.microsoft.com/office/drawing/2014/main" id="{0F99E42E-30BF-4B23-B0B2-1687FCF546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0" y="1787"/>
              <a:ext cx="144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400" b="1" baseline="30000">
                  <a:latin typeface="Times New Roman" panose="02020603050405020304" pitchFamily="18" charset="0"/>
                </a:rPr>
                <a:t>( </a:t>
              </a:r>
              <a:r>
                <a:rPr kumimoji="1" lang="en-US" altLang="zh-CN" sz="2800" b="1" baseline="30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400" b="1" i="1" baseline="60000">
                  <a:latin typeface="Times New Roman" panose="02020603050405020304" pitchFamily="18" charset="0"/>
                </a:rPr>
                <a:t>m</a:t>
              </a:r>
              <a:r>
                <a:rPr kumimoji="1" lang="en-US" altLang="zh-CN" sz="2800" b="1" baseline="300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 baseline="30000">
                  <a:latin typeface="Times New Roman" panose="02020603050405020304" pitchFamily="18" charset="0"/>
                </a:rPr>
                <a:t>1)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×(1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400" b="1" baseline="450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)</a:t>
              </a:r>
            </a:p>
          </p:txBody>
        </p:sp>
        <p:sp>
          <p:nvSpPr>
            <p:cNvPr id="44070" name="Text Box 21">
              <a:extLst>
                <a:ext uri="{FF2B5EF4-FFF2-40B4-BE49-F238E27FC236}">
                  <a16:creationId xmlns:a16="http://schemas.microsoft.com/office/drawing/2014/main" id="{7297D29B-F16E-413A-B1C7-69B6B708F1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4" y="1961"/>
              <a:ext cx="114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300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 baseline="30000">
                  <a:latin typeface="Times New Roman" panose="02020603050405020304" pitchFamily="18" charset="0"/>
                </a:rPr>
                <a:t>( </a:t>
              </a:r>
              <a:r>
                <a:rPr kumimoji="1" lang="en-US" altLang="zh-CN" sz="2800" b="1" baseline="30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400" b="1" i="1" baseline="60000">
                  <a:latin typeface="Times New Roman" panose="02020603050405020304" pitchFamily="18" charset="0"/>
                </a:rPr>
                <a:t>m</a:t>
              </a:r>
              <a:r>
                <a:rPr kumimoji="1" lang="en-US" altLang="zh-CN" sz="2800" b="1" baseline="300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 baseline="30000">
                  <a:latin typeface="Times New Roman" panose="02020603050405020304" pitchFamily="18" charset="0"/>
                </a:rPr>
                <a:t>1)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×2</a:t>
              </a:r>
              <a:r>
                <a:rPr kumimoji="1" lang="en-US" altLang="zh-CN" sz="2400" b="1" baseline="450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 i="1" baseline="45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44071" name="Text Box 22">
              <a:extLst>
                <a:ext uri="{FF2B5EF4-FFF2-40B4-BE49-F238E27FC236}">
                  <a16:creationId xmlns:a16="http://schemas.microsoft.com/office/drawing/2014/main" id="{3858C27D-7BE7-4FF2-B49F-B742DC0E24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1588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0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最小负数</a:t>
              </a:r>
            </a:p>
          </p:txBody>
        </p:sp>
        <p:sp>
          <p:nvSpPr>
            <p:cNvPr id="44072" name="Line 23">
              <a:extLst>
                <a:ext uri="{FF2B5EF4-FFF2-40B4-BE49-F238E27FC236}">
                  <a16:creationId xmlns:a16="http://schemas.microsoft.com/office/drawing/2014/main" id="{6BAABDFD-68E9-42B0-9D54-41C0751416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" y="1395"/>
              <a:ext cx="0" cy="19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4073" name="Text Box 24">
              <a:extLst>
                <a:ext uri="{FF2B5EF4-FFF2-40B4-BE49-F238E27FC236}">
                  <a16:creationId xmlns:a16="http://schemas.microsoft.com/office/drawing/2014/main" id="{57F27B65-A643-4F90-B29D-6A8D37E072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6" y="1588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0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最大正数</a:t>
              </a:r>
            </a:p>
          </p:txBody>
        </p:sp>
        <p:sp>
          <p:nvSpPr>
            <p:cNvPr id="44074" name="Line 25">
              <a:extLst>
                <a:ext uri="{FF2B5EF4-FFF2-40B4-BE49-F238E27FC236}">
                  <a16:creationId xmlns:a16="http://schemas.microsoft.com/office/drawing/2014/main" id="{5AD8D5A0-4606-4130-B61F-62B438F059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08" y="1395"/>
              <a:ext cx="0" cy="19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4075" name="Text Box 26">
              <a:extLst>
                <a:ext uri="{FF2B5EF4-FFF2-40B4-BE49-F238E27FC236}">
                  <a16:creationId xmlns:a16="http://schemas.microsoft.com/office/drawing/2014/main" id="{5716A7F8-672E-4B22-AFDF-B128AD537F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4" y="1713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0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最小正数</a:t>
              </a:r>
            </a:p>
          </p:txBody>
        </p:sp>
        <p:sp>
          <p:nvSpPr>
            <p:cNvPr id="44076" name="Freeform 27">
              <a:extLst>
                <a:ext uri="{FF2B5EF4-FFF2-40B4-BE49-F238E27FC236}">
                  <a16:creationId xmlns:a16="http://schemas.microsoft.com/office/drawing/2014/main" id="{9C105285-4337-49A6-AA57-DFCDE26D6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440"/>
              <a:ext cx="1" cy="308"/>
            </a:xfrm>
            <a:custGeom>
              <a:avLst/>
              <a:gdLst>
                <a:gd name="T0" fmla="*/ 0 w 1"/>
                <a:gd name="T1" fmla="*/ 308 h 308"/>
                <a:gd name="T2" fmla="*/ 1 w 1"/>
                <a:gd name="T3" fmla="*/ 0 h 308"/>
                <a:gd name="T4" fmla="*/ 0 60000 65536"/>
                <a:gd name="T5" fmla="*/ 0 60000 65536"/>
                <a:gd name="T6" fmla="*/ 0 w 1"/>
                <a:gd name="T7" fmla="*/ 0 h 308"/>
                <a:gd name="T8" fmla="*/ 1 w 1"/>
                <a:gd name="T9" fmla="*/ 308 h 30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308">
                  <a:moveTo>
                    <a:pt x="0" y="308"/>
                  </a:moveTo>
                  <a:lnTo>
                    <a:pt x="1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4077" name="Text Box 28">
              <a:extLst>
                <a:ext uri="{FF2B5EF4-FFF2-40B4-BE49-F238E27FC236}">
                  <a16:creationId xmlns:a16="http://schemas.microsoft.com/office/drawing/2014/main" id="{9BE7327A-D49B-4EB5-88AE-82E13D00AF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6" y="2352"/>
              <a:ext cx="125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300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 baseline="30000">
                  <a:latin typeface="Times New Roman" panose="02020603050405020304" pitchFamily="18" charset="0"/>
                </a:rPr>
                <a:t>( </a:t>
              </a:r>
              <a:r>
                <a:rPr kumimoji="1" lang="en-US" altLang="zh-CN" sz="2800" b="1" baseline="30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400" b="1" i="1" baseline="60000">
                  <a:latin typeface="Times New Roman" panose="02020603050405020304" pitchFamily="18" charset="0"/>
                </a:rPr>
                <a:t>m</a:t>
              </a:r>
              <a:r>
                <a:rPr kumimoji="1" lang="en-US" altLang="zh-CN" sz="2800" b="1" baseline="300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 baseline="30000">
                  <a:latin typeface="Times New Roman" panose="02020603050405020304" pitchFamily="18" charset="0"/>
                </a:rPr>
                <a:t>1)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×2</a:t>
              </a:r>
              <a:r>
                <a:rPr kumimoji="1" lang="en-US" altLang="zh-CN" sz="2400" b="1" baseline="450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 i="1" baseline="45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44078" name="Text Box 29">
              <a:extLst>
                <a:ext uri="{FF2B5EF4-FFF2-40B4-BE49-F238E27FC236}">
                  <a16:creationId xmlns:a16="http://schemas.microsoft.com/office/drawing/2014/main" id="{484A69E8-288C-42FB-8D18-72578F1E48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92" y="2145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0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最大负数</a:t>
              </a:r>
            </a:p>
          </p:txBody>
        </p:sp>
        <p:sp>
          <p:nvSpPr>
            <p:cNvPr id="44079" name="Freeform 30">
              <a:extLst>
                <a:ext uri="{FF2B5EF4-FFF2-40B4-BE49-F238E27FC236}">
                  <a16:creationId xmlns:a16="http://schemas.microsoft.com/office/drawing/2014/main" id="{E2E9B902-E560-442D-9552-197051DC1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440"/>
              <a:ext cx="1" cy="712"/>
            </a:xfrm>
            <a:custGeom>
              <a:avLst/>
              <a:gdLst>
                <a:gd name="T0" fmla="*/ 0 w 1"/>
                <a:gd name="T1" fmla="*/ 712 h 712"/>
                <a:gd name="T2" fmla="*/ 1 w 1"/>
                <a:gd name="T3" fmla="*/ 0 h 712"/>
                <a:gd name="T4" fmla="*/ 0 60000 65536"/>
                <a:gd name="T5" fmla="*/ 0 60000 65536"/>
                <a:gd name="T6" fmla="*/ 0 w 1"/>
                <a:gd name="T7" fmla="*/ 0 h 712"/>
                <a:gd name="T8" fmla="*/ 1 w 1"/>
                <a:gd name="T9" fmla="*/ 712 h 7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12">
                  <a:moveTo>
                    <a:pt x="0" y="712"/>
                  </a:moveTo>
                  <a:lnTo>
                    <a:pt x="1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40991" name="Text Box 31">
            <a:extLst>
              <a:ext uri="{FF2B5EF4-FFF2-40B4-BE49-F238E27FC236}">
                <a16:creationId xmlns:a16="http://schemas.microsoft.com/office/drawing/2014/main" id="{4C76D988-C9DD-425E-AC43-95AEAA2B8D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4138613"/>
            <a:ext cx="10001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>
                <a:latin typeface="Times New Roman" panose="02020603050405020304" pitchFamily="18" charset="0"/>
              </a:rPr>
              <a:t>解：</a:t>
            </a:r>
          </a:p>
        </p:txBody>
      </p:sp>
      <p:sp>
        <p:nvSpPr>
          <p:cNvPr id="40992" name="Text Box 32">
            <a:extLst>
              <a:ext uri="{FF2B5EF4-FFF2-40B4-BE49-F238E27FC236}">
                <a16:creationId xmlns:a16="http://schemas.microsoft.com/office/drawing/2014/main" id="{E7158D65-993A-4775-B3A1-DA4FCF572C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7675" y="4168775"/>
            <a:ext cx="898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真值</a:t>
            </a:r>
          </a:p>
        </p:txBody>
      </p:sp>
      <p:sp>
        <p:nvSpPr>
          <p:cNvPr id="40993" name="Text Box 33">
            <a:extLst>
              <a:ext uri="{FF2B5EF4-FFF2-40B4-BE49-F238E27FC236}">
                <a16:creationId xmlns:a16="http://schemas.microsoft.com/office/drawing/2014/main" id="{A7D9BDBF-6F19-418A-81E5-3C68C5FB69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776788"/>
            <a:ext cx="1409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最大正数</a:t>
            </a:r>
          </a:p>
        </p:txBody>
      </p:sp>
      <p:sp>
        <p:nvSpPr>
          <p:cNvPr id="40994" name="Text Box 34">
            <a:extLst>
              <a:ext uri="{FF2B5EF4-FFF2-40B4-BE49-F238E27FC236}">
                <a16:creationId xmlns:a16="http://schemas.microsoft.com/office/drawing/2014/main" id="{42638ABA-3C91-477B-9DFE-1151A34C18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5267325"/>
            <a:ext cx="1409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最小正数</a:t>
            </a:r>
          </a:p>
        </p:txBody>
      </p:sp>
      <p:sp>
        <p:nvSpPr>
          <p:cNvPr id="40995" name="Text Box 35">
            <a:extLst>
              <a:ext uri="{FF2B5EF4-FFF2-40B4-BE49-F238E27FC236}">
                <a16:creationId xmlns:a16="http://schemas.microsoft.com/office/drawing/2014/main" id="{AEB53A49-DEE3-472E-9BD1-255953AD2F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5757863"/>
            <a:ext cx="1409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最大负数</a:t>
            </a:r>
          </a:p>
        </p:txBody>
      </p:sp>
      <p:sp>
        <p:nvSpPr>
          <p:cNvPr id="40996" name="Text Box 36">
            <a:extLst>
              <a:ext uri="{FF2B5EF4-FFF2-40B4-BE49-F238E27FC236}">
                <a16:creationId xmlns:a16="http://schemas.microsoft.com/office/drawing/2014/main" id="{0896E0FD-4510-491A-B848-60DB18377D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6248400"/>
            <a:ext cx="1409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最小负数</a:t>
            </a:r>
          </a:p>
        </p:txBody>
      </p:sp>
      <p:sp>
        <p:nvSpPr>
          <p:cNvPr id="40997" name="Text Box 37">
            <a:extLst>
              <a:ext uri="{FF2B5EF4-FFF2-40B4-BE49-F238E27FC236}">
                <a16:creationId xmlns:a16="http://schemas.microsoft.com/office/drawing/2014/main" id="{83EB29B2-47F7-4C67-AA5B-FC37F76359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5238" y="4724400"/>
            <a:ext cx="26463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2</a:t>
            </a:r>
            <a:r>
              <a:rPr kumimoji="1" lang="en-US" altLang="zh-CN" sz="2400" b="1" baseline="45000">
                <a:latin typeface="Times New Roman" panose="02020603050405020304" pitchFamily="18" charset="0"/>
              </a:rPr>
              <a:t>15</a:t>
            </a:r>
            <a:r>
              <a:rPr kumimoji="1" lang="en-US" altLang="zh-CN" sz="2800" b="1">
                <a:latin typeface="Times New Roman" panose="02020603050405020304" pitchFamily="18" charset="0"/>
              </a:rPr>
              <a:t>×(1</a:t>
            </a:r>
            <a:r>
              <a:rPr kumimoji="1" lang="en-US" altLang="zh-CN" sz="10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10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en-US" altLang="zh-CN" sz="2800" b="1" baseline="47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baseline="45000">
                <a:latin typeface="Times New Roman" panose="02020603050405020304" pitchFamily="18" charset="0"/>
                <a:cs typeface="Times New Roman" panose="02020603050405020304" pitchFamily="18" charset="0"/>
              </a:rPr>
              <a:t>10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kumimoji="1" lang="en-US" altLang="zh-CN" sz="2800" b="1">
              <a:latin typeface="Times New Roman" panose="02020603050405020304" pitchFamily="18" charset="0"/>
            </a:endParaRPr>
          </a:p>
        </p:txBody>
      </p:sp>
      <p:sp>
        <p:nvSpPr>
          <p:cNvPr id="40998" name="Text Box 38">
            <a:extLst>
              <a:ext uri="{FF2B5EF4-FFF2-40B4-BE49-F238E27FC236}">
                <a16:creationId xmlns:a16="http://schemas.microsoft.com/office/drawing/2014/main" id="{D774AC42-8856-444D-A004-4D9BC92893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5214938"/>
            <a:ext cx="16335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2</a:t>
            </a:r>
            <a:r>
              <a:rPr kumimoji="1" lang="en-US" altLang="zh-CN" sz="2800" b="1" baseline="47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baseline="45000">
                <a:latin typeface="Times New Roman" panose="02020603050405020304" pitchFamily="18" charset="0"/>
              </a:rPr>
              <a:t>15</a:t>
            </a:r>
            <a:r>
              <a:rPr kumimoji="1" lang="en-US" altLang="zh-CN" sz="2800" b="1">
                <a:latin typeface="Times New Roman" panose="02020603050405020304" pitchFamily="18" charset="0"/>
              </a:rPr>
              <a:t>×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en-US" altLang="zh-CN" sz="2800" b="1" baseline="47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baseline="45000">
                <a:latin typeface="Times New Roman" panose="02020603050405020304" pitchFamily="18" charset="0"/>
                <a:cs typeface="Times New Roman" panose="02020603050405020304" pitchFamily="18" charset="0"/>
              </a:rPr>
              <a:t>10</a:t>
            </a:r>
            <a:endParaRPr kumimoji="1" lang="en-US" altLang="zh-CN" sz="2800" b="1">
              <a:latin typeface="Times New Roman" panose="02020603050405020304" pitchFamily="18" charset="0"/>
            </a:endParaRPr>
          </a:p>
        </p:txBody>
      </p:sp>
      <p:sp>
        <p:nvSpPr>
          <p:cNvPr id="40999" name="Text Box 39">
            <a:extLst>
              <a:ext uri="{FF2B5EF4-FFF2-40B4-BE49-F238E27FC236}">
                <a16:creationId xmlns:a16="http://schemas.microsoft.com/office/drawing/2014/main" id="{46FCDC80-8ABF-4A62-884A-55C83EDC99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5705475"/>
            <a:ext cx="18097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>
                <a:latin typeface="Times New Roman" panose="02020603050405020304" pitchFamily="18" charset="0"/>
              </a:rPr>
              <a:t>2</a:t>
            </a:r>
            <a:r>
              <a:rPr kumimoji="1" lang="en-US" altLang="zh-CN" sz="2800" b="1" baseline="47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baseline="45000">
                <a:latin typeface="Times New Roman" panose="02020603050405020304" pitchFamily="18" charset="0"/>
              </a:rPr>
              <a:t>15</a:t>
            </a:r>
            <a:r>
              <a:rPr kumimoji="1" lang="en-US" altLang="zh-CN" sz="2800" b="1">
                <a:latin typeface="Times New Roman" panose="02020603050405020304" pitchFamily="18" charset="0"/>
              </a:rPr>
              <a:t>×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en-US" altLang="zh-CN" sz="2800" b="1" baseline="47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baseline="45000">
                <a:latin typeface="Times New Roman" panose="02020603050405020304" pitchFamily="18" charset="0"/>
                <a:cs typeface="Times New Roman" panose="02020603050405020304" pitchFamily="18" charset="0"/>
              </a:rPr>
              <a:t>10</a:t>
            </a:r>
          </a:p>
        </p:txBody>
      </p:sp>
      <p:sp>
        <p:nvSpPr>
          <p:cNvPr id="41000" name="Text Box 40">
            <a:extLst>
              <a:ext uri="{FF2B5EF4-FFF2-40B4-BE49-F238E27FC236}">
                <a16:creationId xmlns:a16="http://schemas.microsoft.com/office/drawing/2014/main" id="{5B4D17F8-0410-41ED-B9BA-D7D1E2023E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6196013"/>
            <a:ext cx="2819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 –</a:t>
            </a:r>
            <a:r>
              <a:rPr kumimoji="1" lang="en-US" altLang="zh-CN" sz="2800" b="1">
                <a:latin typeface="Times New Roman" panose="02020603050405020304" pitchFamily="18" charset="0"/>
              </a:rPr>
              <a:t>2</a:t>
            </a:r>
            <a:r>
              <a:rPr kumimoji="1" lang="en-US" altLang="zh-CN" sz="2400" b="1" baseline="45000">
                <a:latin typeface="Times New Roman" panose="02020603050405020304" pitchFamily="18" charset="0"/>
              </a:rPr>
              <a:t>15</a:t>
            </a:r>
            <a:r>
              <a:rPr kumimoji="1" lang="en-US" altLang="zh-CN" sz="2800" b="1">
                <a:latin typeface="Times New Roman" panose="02020603050405020304" pitchFamily="18" charset="0"/>
              </a:rPr>
              <a:t>×(1</a:t>
            </a:r>
            <a:r>
              <a:rPr kumimoji="1" lang="en-US" altLang="zh-CN" sz="10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10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en-US" altLang="zh-CN" sz="2800" b="1" baseline="470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baseline="45000">
                <a:latin typeface="Times New Roman" panose="02020603050405020304" pitchFamily="18" charset="0"/>
                <a:cs typeface="Times New Roman" panose="02020603050405020304" pitchFamily="18" charset="0"/>
              </a:rPr>
              <a:t>10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kumimoji="1" lang="en-US" altLang="zh-CN" sz="2800" b="1">
              <a:latin typeface="Times New Roman" panose="02020603050405020304" pitchFamily="18" charset="0"/>
            </a:endParaRPr>
          </a:p>
        </p:txBody>
      </p:sp>
      <p:sp>
        <p:nvSpPr>
          <p:cNvPr id="41001" name="Text Box 41">
            <a:extLst>
              <a:ext uri="{FF2B5EF4-FFF2-40B4-BE49-F238E27FC236}">
                <a16:creationId xmlns:a16="http://schemas.microsoft.com/office/drawing/2014/main" id="{13678D57-094D-40EA-A289-57FCE9722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7800" y="4724400"/>
            <a:ext cx="341471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0,1111; 0.1111111111</a:t>
            </a:r>
          </a:p>
        </p:txBody>
      </p:sp>
      <p:sp>
        <p:nvSpPr>
          <p:cNvPr id="41002" name="Text Box 42">
            <a:extLst>
              <a:ext uri="{FF2B5EF4-FFF2-40B4-BE49-F238E27FC236}">
                <a16:creationId xmlns:a16="http://schemas.microsoft.com/office/drawing/2014/main" id="{8A05F460-789B-4F9A-92E9-BC6E22CD5F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7800" y="5214938"/>
            <a:ext cx="341471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1,0001; 0.0000000001</a:t>
            </a:r>
          </a:p>
        </p:txBody>
      </p:sp>
      <p:sp>
        <p:nvSpPr>
          <p:cNvPr id="41003" name="Text Box 43">
            <a:extLst>
              <a:ext uri="{FF2B5EF4-FFF2-40B4-BE49-F238E27FC236}">
                <a16:creationId xmlns:a16="http://schemas.microsoft.com/office/drawing/2014/main" id="{5131A6B2-AD69-4795-8424-D8E0593545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7800" y="5705475"/>
            <a:ext cx="341471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1,0001; 1.1111111111</a:t>
            </a:r>
          </a:p>
        </p:txBody>
      </p:sp>
      <p:sp>
        <p:nvSpPr>
          <p:cNvPr id="41004" name="Text Box 44">
            <a:extLst>
              <a:ext uri="{FF2B5EF4-FFF2-40B4-BE49-F238E27FC236}">
                <a16:creationId xmlns:a16="http://schemas.microsoft.com/office/drawing/2014/main" id="{B53E2654-3663-441B-BBF6-CD7D83EDD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7800" y="6196013"/>
            <a:ext cx="341471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0,1111; 1.0000000001</a:t>
            </a:r>
          </a:p>
        </p:txBody>
      </p:sp>
      <p:sp>
        <p:nvSpPr>
          <p:cNvPr id="41005" name="Text Box 45">
            <a:extLst>
              <a:ext uri="{FF2B5EF4-FFF2-40B4-BE49-F238E27FC236}">
                <a16:creationId xmlns:a16="http://schemas.microsoft.com/office/drawing/2014/main" id="{A376D4CF-B43A-433C-B7EF-0FC42AA0CD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4168775"/>
            <a:ext cx="1295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补码</a:t>
            </a:r>
          </a:p>
        </p:txBody>
      </p:sp>
      <p:sp>
        <p:nvSpPr>
          <p:cNvPr id="48" name="矩形 47">
            <a:extLst>
              <a:ext uri="{FF2B5EF4-FFF2-40B4-BE49-F238E27FC236}">
                <a16:creationId xmlns:a16="http://schemas.microsoft.com/office/drawing/2014/main" id="{EC16051C-3E7E-45B9-8D1C-898C683500A2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0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40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40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409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40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41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41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40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40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41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40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409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41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40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41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41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963" grpId="0" autoUpdateAnimBg="0"/>
      <p:bldP spid="40991" grpId="0" autoUpdateAnimBg="0"/>
      <p:bldP spid="40992" grpId="0" autoUpdateAnimBg="0"/>
      <p:bldP spid="40993" grpId="0" autoUpdateAnimBg="0"/>
      <p:bldP spid="40994" grpId="0" autoUpdateAnimBg="0"/>
      <p:bldP spid="40995" grpId="0" autoUpdateAnimBg="0"/>
      <p:bldP spid="40996" grpId="0" autoUpdateAnimBg="0"/>
      <p:bldP spid="40997" grpId="0" autoUpdateAnimBg="0"/>
      <p:bldP spid="40998" grpId="0" autoUpdateAnimBg="0"/>
      <p:bldP spid="40999" grpId="0" autoUpdateAnimBg="0"/>
      <p:bldP spid="41000" grpId="0" autoUpdateAnimBg="0"/>
      <p:bldP spid="41001" grpId="0" autoUpdateAnimBg="0"/>
      <p:bldP spid="41002" grpId="0" autoUpdateAnimBg="0"/>
      <p:bldP spid="41003" grpId="0" autoUpdateAnimBg="0"/>
      <p:bldP spid="41004" grpId="0" autoUpdateAnimBg="0"/>
      <p:bldP spid="41005" grpId="0" autoUpdateAnimBg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Text Box 2">
            <a:extLst>
              <a:ext uri="{FF2B5EF4-FFF2-40B4-BE49-F238E27FC236}">
                <a16:creationId xmlns:a16="http://schemas.microsoft.com/office/drawing/2014/main" id="{66F7B9CF-68C1-4953-84D1-273EC841B2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325" y="990600"/>
            <a:ext cx="8321675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Ø"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当浮点数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尾数为 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时，不论其阶码为何值</a:t>
            </a:r>
          </a:p>
          <a:p>
            <a:pPr eaLnBrk="1" hangingPunct="1">
              <a:spcBef>
                <a:spcPct val="0"/>
              </a:spcBef>
              <a:buFont typeface="Wingdings" panose="05000000000000000000" pitchFamily="2" charset="2"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    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按机器零处理</a:t>
            </a:r>
          </a:p>
        </p:txBody>
      </p:sp>
      <p:sp>
        <p:nvSpPr>
          <p:cNvPr id="45059" name="Text Box 3">
            <a:extLst>
              <a:ext uri="{FF2B5EF4-FFF2-40B4-BE49-F238E27FC236}">
                <a16:creationId xmlns:a16="http://schemas.microsoft.com/office/drawing/2014/main" id="{F1583BFE-351D-440F-8299-970BF301CE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" y="244475"/>
            <a:ext cx="36734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>
                <a:latin typeface="Times New Roman" panose="02020603050405020304" pitchFamily="18" charset="0"/>
              </a:rPr>
              <a:t>机器零</a:t>
            </a:r>
          </a:p>
        </p:txBody>
      </p:sp>
      <p:sp>
        <p:nvSpPr>
          <p:cNvPr id="41988" name="Text Box 4">
            <a:extLst>
              <a:ext uri="{FF2B5EF4-FFF2-40B4-BE49-F238E27FC236}">
                <a16:creationId xmlns:a16="http://schemas.microsoft.com/office/drawing/2014/main" id="{A28722B2-459E-4C5B-8180-2C4E5AD47D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325" y="1981200"/>
            <a:ext cx="7559675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Ø"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当浮点数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阶码等于或小于它所表示的最小</a:t>
            </a:r>
          </a:p>
          <a:p>
            <a:pPr eaLnBrk="1" hangingPunct="1">
              <a:spcBef>
                <a:spcPct val="0"/>
              </a:spcBef>
              <a:buFont typeface="Wingdings" panose="05000000000000000000" pitchFamily="2" charset="2"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     数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时，不论尾数为何值，按机器零处理</a:t>
            </a:r>
          </a:p>
        </p:txBody>
      </p:sp>
      <p:sp>
        <p:nvSpPr>
          <p:cNvPr id="41989" name="Text Box 5">
            <a:extLst>
              <a:ext uri="{FF2B5EF4-FFF2-40B4-BE49-F238E27FC236}">
                <a16:creationId xmlns:a16="http://schemas.microsoft.com/office/drawing/2014/main" id="{E8AF9887-D012-4DAA-8D16-73AF225584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5725" y="2971800"/>
            <a:ext cx="39020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如 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m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4       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n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10</a:t>
            </a:r>
          </a:p>
        </p:txBody>
      </p:sp>
      <p:sp>
        <p:nvSpPr>
          <p:cNvPr id="41990" name="Text Box 6">
            <a:extLst>
              <a:ext uri="{FF2B5EF4-FFF2-40B4-BE49-F238E27FC236}">
                <a16:creationId xmlns:a16="http://schemas.microsoft.com/office/drawing/2014/main" id="{0CFB1752-90D7-4C6B-9E70-3CEC3A06B9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325" y="5181600"/>
            <a:ext cx="73279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当阶码用移码，尾数用补码表示时，机器零为</a:t>
            </a:r>
          </a:p>
        </p:txBody>
      </p:sp>
      <p:grpSp>
        <p:nvGrpSpPr>
          <p:cNvPr id="2" name="Group 7">
            <a:extLst>
              <a:ext uri="{FF2B5EF4-FFF2-40B4-BE49-F238E27FC236}">
                <a16:creationId xmlns:a16="http://schemas.microsoft.com/office/drawing/2014/main" id="{AFD5B62A-701C-4780-B33B-8899C7D716AF}"/>
              </a:ext>
            </a:extLst>
          </p:cNvPr>
          <p:cNvGrpSpPr>
            <a:grpSpLocks/>
          </p:cNvGrpSpPr>
          <p:nvPr/>
        </p:nvGrpSpPr>
        <p:grpSpPr bwMode="auto">
          <a:xfrm>
            <a:off x="2733675" y="5562600"/>
            <a:ext cx="4184650" cy="595313"/>
            <a:chOff x="1722" y="3504"/>
            <a:chExt cx="2636" cy="375"/>
          </a:xfrm>
        </p:grpSpPr>
        <p:sp>
          <p:nvSpPr>
            <p:cNvPr id="45077" name="Text Box 8">
              <a:extLst>
                <a:ext uri="{FF2B5EF4-FFF2-40B4-BE49-F238E27FC236}">
                  <a16:creationId xmlns:a16="http://schemas.microsoft.com/office/drawing/2014/main" id="{3818E697-D48E-4FBC-A315-7A6A658735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2" y="3552"/>
              <a:ext cx="263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0, 0 0 0 0</a:t>
              </a: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；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0. 0 0               0</a:t>
              </a:r>
            </a:p>
          </p:txBody>
        </p:sp>
        <p:sp>
          <p:nvSpPr>
            <p:cNvPr id="45078" name="Text Box 9">
              <a:extLst>
                <a:ext uri="{FF2B5EF4-FFF2-40B4-BE49-F238E27FC236}">
                  <a16:creationId xmlns:a16="http://schemas.microsoft.com/office/drawing/2014/main" id="{723A2355-8449-4099-BF76-7BD895F156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4" y="3504"/>
              <a:ext cx="60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12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　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</a:t>
              </a:r>
            </a:p>
          </p:txBody>
        </p:sp>
      </p:grpSp>
      <p:grpSp>
        <p:nvGrpSpPr>
          <p:cNvPr id="3" name="Group 10">
            <a:extLst>
              <a:ext uri="{FF2B5EF4-FFF2-40B4-BE49-F238E27FC236}">
                <a16:creationId xmlns:a16="http://schemas.microsoft.com/office/drawing/2014/main" id="{2349F5B0-3850-4294-BD68-55981BA82875}"/>
              </a:ext>
            </a:extLst>
          </p:cNvPr>
          <p:cNvGrpSpPr>
            <a:grpSpLocks/>
          </p:cNvGrpSpPr>
          <p:nvPr/>
        </p:nvGrpSpPr>
        <p:grpSpPr bwMode="auto">
          <a:xfrm>
            <a:off x="2574925" y="4403725"/>
            <a:ext cx="5883275" cy="625475"/>
            <a:chOff x="1622" y="2774"/>
            <a:chExt cx="3706" cy="394"/>
          </a:xfrm>
        </p:grpSpPr>
        <p:sp>
          <p:nvSpPr>
            <p:cNvPr id="45075" name="Text Box 11">
              <a:extLst>
                <a:ext uri="{FF2B5EF4-FFF2-40B4-BE49-F238E27FC236}">
                  <a16:creationId xmlns:a16="http://schemas.microsoft.com/office/drawing/2014/main" id="{D7565648-D8C7-4610-8F0F-BABE3D26AE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2" y="2841"/>
              <a:ext cx="370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 1,  0  0  0  0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； 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×.××               ×</a:t>
              </a:r>
            </a:p>
          </p:txBody>
        </p:sp>
        <p:sp>
          <p:nvSpPr>
            <p:cNvPr id="45076" name="Text Box 12">
              <a:extLst>
                <a:ext uri="{FF2B5EF4-FFF2-40B4-BE49-F238E27FC236}">
                  <a16:creationId xmlns:a16="http://schemas.microsoft.com/office/drawing/2014/main" id="{648F502C-DF87-46D8-B13C-5354E400D1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0" y="2774"/>
              <a:ext cx="62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1200" b="1">
                  <a:latin typeface="Times New Roman" panose="02020603050405020304" pitchFamily="18" charset="0"/>
                </a:rPr>
                <a:t>　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4" name="Group 13">
            <a:extLst>
              <a:ext uri="{FF2B5EF4-FFF2-40B4-BE49-F238E27FC236}">
                <a16:creationId xmlns:a16="http://schemas.microsoft.com/office/drawing/2014/main" id="{61D4D093-C33B-4862-9EE8-9B3F77C94755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3900488"/>
            <a:ext cx="5959475" cy="627062"/>
            <a:chOff x="1622" y="2457"/>
            <a:chExt cx="3754" cy="395"/>
          </a:xfrm>
        </p:grpSpPr>
        <p:sp>
          <p:nvSpPr>
            <p:cNvPr id="45073" name="Text Box 14">
              <a:extLst>
                <a:ext uri="{FF2B5EF4-FFF2-40B4-BE49-F238E27FC236}">
                  <a16:creationId xmlns:a16="http://schemas.microsoft.com/office/drawing/2014/main" id="{60688316-4B0B-4644-8B7E-CE71AC2EF7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2" y="2525"/>
              <a:ext cx="375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×, × × × ×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；   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0. 0  0              0</a:t>
              </a:r>
            </a:p>
          </p:txBody>
        </p:sp>
        <p:sp>
          <p:nvSpPr>
            <p:cNvPr id="45074" name="Text Box 15">
              <a:extLst>
                <a:ext uri="{FF2B5EF4-FFF2-40B4-BE49-F238E27FC236}">
                  <a16:creationId xmlns:a16="http://schemas.microsoft.com/office/drawing/2014/main" id="{701F460A-FF3F-4E57-BDEB-0F13AFF3AE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4" y="2457"/>
              <a:ext cx="62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12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　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42000" name="Text Box 16">
            <a:extLst>
              <a:ext uri="{FF2B5EF4-FFF2-40B4-BE49-F238E27FC236}">
                <a16:creationId xmlns:a16="http://schemas.microsoft.com/office/drawing/2014/main" id="{CE778964-F2F4-4A4E-B5EB-79872DAD7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325" y="6172200"/>
            <a:ext cx="69754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有利于机器中“ 判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0 ”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电路的实现</a:t>
            </a:r>
          </a:p>
        </p:txBody>
      </p:sp>
      <p:sp>
        <p:nvSpPr>
          <p:cNvPr id="42001" name="Text Box 17">
            <a:extLst>
              <a:ext uri="{FF2B5EF4-FFF2-40B4-BE49-F238E27FC236}">
                <a16:creationId xmlns:a16="http://schemas.microsoft.com/office/drawing/2014/main" id="{835D9241-DF7B-4131-ADE9-DC488EA36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325" y="3505200"/>
            <a:ext cx="75088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当阶码和尾数都用补码表示时，机器零为</a:t>
            </a:r>
          </a:p>
        </p:txBody>
      </p:sp>
      <p:grpSp>
        <p:nvGrpSpPr>
          <p:cNvPr id="5" name="Group 19">
            <a:extLst>
              <a:ext uri="{FF2B5EF4-FFF2-40B4-BE49-F238E27FC236}">
                <a16:creationId xmlns:a16="http://schemas.microsoft.com/office/drawing/2014/main" id="{D16A99D1-FFF8-4B18-9706-CC75335FA4D8}"/>
              </a:ext>
            </a:extLst>
          </p:cNvPr>
          <p:cNvGrpSpPr>
            <a:grpSpLocks/>
          </p:cNvGrpSpPr>
          <p:nvPr/>
        </p:nvGrpSpPr>
        <p:grpSpPr bwMode="auto">
          <a:xfrm>
            <a:off x="188913" y="4495800"/>
            <a:ext cx="3087687" cy="519113"/>
            <a:chOff x="119" y="2832"/>
            <a:chExt cx="1945" cy="327"/>
          </a:xfrm>
        </p:grpSpPr>
        <p:sp>
          <p:nvSpPr>
            <p:cNvPr id="45071" name="Text Box 20">
              <a:extLst>
                <a:ext uri="{FF2B5EF4-FFF2-40B4-BE49-F238E27FC236}">
                  <a16:creationId xmlns:a16="http://schemas.microsoft.com/office/drawing/2014/main" id="{D1B1F3F4-08DE-4BB0-955D-3F1D406A6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" y="2832"/>
              <a:ext cx="194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（阶码 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=   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</a:t>
              </a: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）</a:t>
              </a:r>
            </a:p>
          </p:txBody>
        </p:sp>
        <p:sp>
          <p:nvSpPr>
            <p:cNvPr id="45072" name="Line 21">
              <a:extLst>
                <a:ext uri="{FF2B5EF4-FFF2-40B4-BE49-F238E27FC236}">
                  <a16:creationId xmlns:a16="http://schemas.microsoft.com/office/drawing/2014/main" id="{FE23E9EC-8B90-49E4-B9C7-B60F7FF24D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003"/>
              <a:ext cx="96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45070" name="AutoShape 2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80A9792A-F249-42A1-92C4-2AFDD73DA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306C6253-1DA5-4E3C-B28A-23140CF4B997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19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41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419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42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41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42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986" grpId="0" autoUpdateAnimBg="0"/>
      <p:bldP spid="41988" grpId="0" autoUpdateAnimBg="0"/>
      <p:bldP spid="41989" grpId="0" autoUpdateAnimBg="0"/>
      <p:bldP spid="41990" grpId="0" autoUpdateAnimBg="0"/>
      <p:bldP spid="42000" grpId="0" autoUpdateAnimBg="0"/>
      <p:bldP spid="42001" grpId="0" autoUpdateAnimBg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Text Box 2">
            <a:extLst>
              <a:ext uri="{FF2B5EF4-FFF2-40B4-BE49-F238E27FC236}">
                <a16:creationId xmlns:a16="http://schemas.microsoft.com/office/drawing/2014/main" id="{44E1F006-7914-418B-991F-B5F6B8003B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273050"/>
            <a:ext cx="4800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 dirty="0">
                <a:latin typeface="Times New Roman" panose="02020603050405020304" pitchFamily="18" charset="0"/>
              </a:rPr>
              <a:t>3. IEEE 754  </a:t>
            </a:r>
            <a:r>
              <a:rPr kumimoji="1" lang="zh-CN" altLang="en-US" sz="3600" b="1" dirty="0">
                <a:latin typeface="Times New Roman" panose="02020603050405020304" pitchFamily="18" charset="0"/>
              </a:rPr>
              <a:t>标准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4FC43037-A6A2-4583-BDAB-1320AB489084}"/>
              </a:ext>
            </a:extLst>
          </p:cNvPr>
          <p:cNvGrpSpPr>
            <a:grpSpLocks/>
          </p:cNvGrpSpPr>
          <p:nvPr/>
        </p:nvGrpSpPr>
        <p:grpSpPr bwMode="auto">
          <a:xfrm>
            <a:off x="898525" y="4494213"/>
            <a:ext cx="1612900" cy="1830387"/>
            <a:chOff x="566" y="2246"/>
            <a:chExt cx="1016" cy="1153"/>
          </a:xfrm>
        </p:grpSpPr>
        <p:sp>
          <p:nvSpPr>
            <p:cNvPr id="46102" name="Text Box 4">
              <a:extLst>
                <a:ext uri="{FF2B5EF4-FFF2-40B4-BE49-F238E27FC236}">
                  <a16:creationId xmlns:a16="http://schemas.microsoft.com/office/drawing/2014/main" id="{B26A8D7C-1299-4605-A8D9-B4F8155AD3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6" y="2246"/>
              <a:ext cx="7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短实数</a:t>
              </a:r>
            </a:p>
          </p:txBody>
        </p:sp>
        <p:sp>
          <p:nvSpPr>
            <p:cNvPr id="46103" name="Text Box 5">
              <a:extLst>
                <a:ext uri="{FF2B5EF4-FFF2-40B4-BE49-F238E27FC236}">
                  <a16:creationId xmlns:a16="http://schemas.microsoft.com/office/drawing/2014/main" id="{1FB66D34-77DC-4404-99FE-5EE436A8E8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6" y="2640"/>
              <a:ext cx="7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长实数</a:t>
              </a:r>
            </a:p>
          </p:txBody>
        </p:sp>
        <p:sp>
          <p:nvSpPr>
            <p:cNvPr id="46104" name="Text Box 6">
              <a:extLst>
                <a:ext uri="{FF2B5EF4-FFF2-40B4-BE49-F238E27FC236}">
                  <a16:creationId xmlns:a16="http://schemas.microsoft.com/office/drawing/2014/main" id="{3705B8D9-FD00-49E0-8629-0F2CBCD814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6" y="3072"/>
              <a:ext cx="10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临时实数</a:t>
              </a:r>
            </a:p>
          </p:txBody>
        </p:sp>
      </p:grpSp>
      <p:sp>
        <p:nvSpPr>
          <p:cNvPr id="43015" name="Text Box 7">
            <a:extLst>
              <a:ext uri="{FF2B5EF4-FFF2-40B4-BE49-F238E27FC236}">
                <a16:creationId xmlns:a16="http://schemas.microsoft.com/office/drawing/2014/main" id="{A96EB7CF-3D64-4803-AB3B-592838E4A6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8725" y="3738563"/>
            <a:ext cx="63388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符号位 </a:t>
            </a:r>
            <a:r>
              <a:rPr kumimoji="1" lang="en-US" altLang="zh-CN" sz="2800" b="1" i="1">
                <a:solidFill>
                  <a:schemeClr val="folHlink"/>
                </a:solidFill>
                <a:latin typeface="Times New Roman" panose="02020603050405020304" pitchFamily="18" charset="0"/>
              </a:rPr>
              <a:t>S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       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阶码        尾数         总位数</a:t>
            </a:r>
          </a:p>
        </p:txBody>
      </p:sp>
      <p:sp>
        <p:nvSpPr>
          <p:cNvPr id="43016" name="Text Box 8">
            <a:extLst>
              <a:ext uri="{FF2B5EF4-FFF2-40B4-BE49-F238E27FC236}">
                <a16:creationId xmlns:a16="http://schemas.microsoft.com/office/drawing/2014/main" id="{D0A7B70B-A1B2-410F-90B6-0B42FC7A67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5925" y="4494213"/>
            <a:ext cx="56356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               </a:t>
            </a:r>
            <a:r>
              <a:rPr kumimoji="1" lang="en-US" altLang="zh-CN" sz="9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     8             23               32</a:t>
            </a:r>
          </a:p>
        </p:txBody>
      </p:sp>
      <p:sp>
        <p:nvSpPr>
          <p:cNvPr id="43017" name="Text Box 9">
            <a:extLst>
              <a:ext uri="{FF2B5EF4-FFF2-40B4-BE49-F238E27FC236}">
                <a16:creationId xmlns:a16="http://schemas.microsoft.com/office/drawing/2014/main" id="{2DBAE9D4-8841-43F4-90D8-11A09C5699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5119688"/>
            <a:ext cx="56070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1                    11            52               64</a:t>
            </a:r>
          </a:p>
        </p:txBody>
      </p:sp>
      <p:sp>
        <p:nvSpPr>
          <p:cNvPr id="43018" name="Text Box 10">
            <a:extLst>
              <a:ext uri="{FF2B5EF4-FFF2-40B4-BE49-F238E27FC236}">
                <a16:creationId xmlns:a16="http://schemas.microsoft.com/office/drawing/2014/main" id="{270AF006-31FD-42C6-97F9-E16E150DAA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5805488"/>
            <a:ext cx="5791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1                    15            64               80</a:t>
            </a:r>
          </a:p>
        </p:txBody>
      </p:sp>
      <p:grpSp>
        <p:nvGrpSpPr>
          <p:cNvPr id="3" name="Group 11">
            <a:extLst>
              <a:ext uri="{FF2B5EF4-FFF2-40B4-BE49-F238E27FC236}">
                <a16:creationId xmlns:a16="http://schemas.microsoft.com/office/drawing/2014/main" id="{2FE2791C-ABFF-47D7-A808-901B984A45F5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1362075"/>
            <a:ext cx="6781800" cy="1092200"/>
            <a:chOff x="624" y="858"/>
            <a:chExt cx="4272" cy="688"/>
          </a:xfrm>
        </p:grpSpPr>
        <p:grpSp>
          <p:nvGrpSpPr>
            <p:cNvPr id="46093" name="Group 12">
              <a:extLst>
                <a:ext uri="{FF2B5EF4-FFF2-40B4-BE49-F238E27FC236}">
                  <a16:creationId xmlns:a16="http://schemas.microsoft.com/office/drawing/2014/main" id="{D3C6506C-0AB0-4D57-9E78-8A38069D35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" y="858"/>
              <a:ext cx="4224" cy="327"/>
              <a:chOff x="672" y="858"/>
              <a:chExt cx="4224" cy="327"/>
            </a:xfrm>
          </p:grpSpPr>
          <p:sp>
            <p:nvSpPr>
              <p:cNvPr id="46098" name="Text Box 13">
                <a:extLst>
                  <a:ext uri="{FF2B5EF4-FFF2-40B4-BE49-F238E27FC236}">
                    <a16:creationId xmlns:a16="http://schemas.microsoft.com/office/drawing/2014/main" id="{E0B56ED9-285D-40AD-9CE4-21E4A4FC4A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0" y="858"/>
                <a:ext cx="3937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S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     </a:t>
                </a:r>
                <a:r>
                  <a:rPr kumimoji="1" lang="zh-CN" altLang="en-US" sz="2800" b="1">
                    <a:latin typeface="Times New Roman" panose="02020603050405020304" pitchFamily="18" charset="0"/>
                  </a:rPr>
                  <a:t>阶码（含阶符）              尾          数</a:t>
                </a:r>
              </a:p>
            </p:txBody>
          </p:sp>
          <p:sp>
            <p:nvSpPr>
              <p:cNvPr id="46099" name="Rectangle 14">
                <a:extLst>
                  <a:ext uri="{FF2B5EF4-FFF2-40B4-BE49-F238E27FC236}">
                    <a16:creationId xmlns:a16="http://schemas.microsoft.com/office/drawing/2014/main" id="{073D0B1A-C7FE-43AF-911F-F86D0EFCE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2" y="864"/>
                <a:ext cx="4224" cy="288"/>
              </a:xfrm>
              <a:prstGeom prst="rect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  <p:sp>
            <p:nvSpPr>
              <p:cNvPr id="46100" name="Line 15">
                <a:extLst>
                  <a:ext uri="{FF2B5EF4-FFF2-40B4-BE49-F238E27FC236}">
                    <a16:creationId xmlns:a16="http://schemas.microsoft.com/office/drawing/2014/main" id="{00F1F4D6-398B-40A9-950B-04F8985712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0" y="864"/>
                <a:ext cx="0" cy="28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6101" name="Line 16">
                <a:extLst>
                  <a:ext uri="{FF2B5EF4-FFF2-40B4-BE49-F238E27FC236}">
                    <a16:creationId xmlns:a16="http://schemas.microsoft.com/office/drawing/2014/main" id="{0097CAD6-A05C-4DF9-988F-A6783DC432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8" y="864"/>
                <a:ext cx="0" cy="28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46094" name="Text Box 17">
              <a:extLst>
                <a:ext uri="{FF2B5EF4-FFF2-40B4-BE49-F238E27FC236}">
                  <a16:creationId xmlns:a16="http://schemas.microsoft.com/office/drawing/2014/main" id="{D4A86D21-08F4-45D9-B6E5-F9800250DF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1296"/>
              <a:ext cx="43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000" b="1">
                  <a:latin typeface="Times New Roman" panose="02020603050405020304" pitchFamily="18" charset="0"/>
                </a:rPr>
                <a:t>数符</a:t>
              </a:r>
            </a:p>
          </p:txBody>
        </p:sp>
        <p:sp>
          <p:nvSpPr>
            <p:cNvPr id="46095" name="Text Box 18">
              <a:extLst>
                <a:ext uri="{FF2B5EF4-FFF2-40B4-BE49-F238E27FC236}">
                  <a16:creationId xmlns:a16="http://schemas.microsoft.com/office/drawing/2014/main" id="{948D8439-EC1E-4C90-8DBB-674AB7C445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83" y="1296"/>
              <a:ext cx="9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000" b="1">
                  <a:latin typeface="Times New Roman" panose="02020603050405020304" pitchFamily="18" charset="0"/>
                </a:rPr>
                <a:t>小数点位置</a:t>
              </a:r>
            </a:p>
          </p:txBody>
        </p:sp>
        <p:sp>
          <p:nvSpPr>
            <p:cNvPr id="46096" name="Line 19">
              <a:extLst>
                <a:ext uri="{FF2B5EF4-FFF2-40B4-BE49-F238E27FC236}">
                  <a16:creationId xmlns:a16="http://schemas.microsoft.com/office/drawing/2014/main" id="{8D45F9B4-A567-4C4A-969B-1FFE988B36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2" y="1152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6097" name="Line 20">
              <a:extLst>
                <a:ext uri="{FF2B5EF4-FFF2-40B4-BE49-F238E27FC236}">
                  <a16:creationId xmlns:a16="http://schemas.microsoft.com/office/drawing/2014/main" id="{37C3A4A7-6EB1-4C5E-891D-FED2D11669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28" y="1152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43029" name="Text Box 21">
            <a:extLst>
              <a:ext uri="{FF2B5EF4-FFF2-40B4-BE49-F238E27FC236}">
                <a16:creationId xmlns:a16="http://schemas.microsoft.com/office/drawing/2014/main" id="{FB32B9ED-5534-4DEF-AF07-C889C711E2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2514600"/>
            <a:ext cx="30416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尾数为规格化表示</a:t>
            </a:r>
          </a:p>
        </p:txBody>
      </p:sp>
      <p:sp>
        <p:nvSpPr>
          <p:cNvPr id="43030" name="Text Box 22">
            <a:extLst>
              <a:ext uri="{FF2B5EF4-FFF2-40B4-BE49-F238E27FC236}">
                <a16:creationId xmlns:a16="http://schemas.microsoft.com/office/drawing/2014/main" id="{A17D068A-8385-43FC-9E7F-71B21DB61A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3062288"/>
            <a:ext cx="61610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非 “</a:t>
            </a:r>
            <a:r>
              <a:rPr kumimoji="1" lang="en-US" altLang="zh-CN" sz="2800" b="1">
                <a:latin typeface="Times New Roman" panose="02020603050405020304" pitchFamily="18" charset="0"/>
              </a:rPr>
              <a:t>0”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的有效位最高位为 “</a:t>
            </a:r>
            <a:r>
              <a:rPr kumimoji="1" lang="en-US" altLang="zh-CN" sz="2800" b="1">
                <a:latin typeface="Times New Roman" panose="02020603050405020304" pitchFamily="18" charset="0"/>
              </a:rPr>
              <a:t>1”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（隐含）</a:t>
            </a: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A65E03A7-DA23-4915-9CE6-E90A083997AB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zh-CN" sz="1600" dirty="0"/>
              <a:t>2. 1  </a:t>
            </a:r>
            <a:r>
              <a:rPr lang="zh-CN" altLang="en-US" sz="1600" dirty="0"/>
              <a:t>数据的表示方法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43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43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430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43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430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43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015" grpId="0" autoUpdateAnimBg="0"/>
      <p:bldP spid="43016" grpId="0" autoUpdateAnimBg="0"/>
      <p:bldP spid="43017" grpId="0" autoUpdateAnimBg="0"/>
      <p:bldP spid="43018" grpId="0" autoUpdateAnimBg="0"/>
      <p:bldP spid="43029" grpId="0" autoUpdateAnimBg="0"/>
      <p:bldP spid="43030" grpId="0" autoUpdateAnimBg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2.1</a:t>
            </a:r>
            <a:r>
              <a:rPr lang="zh-CN" altLang="en-US" sz="4400" b="1" dirty="0">
                <a:solidFill>
                  <a:srgbClr val="FF0000"/>
                </a:solidFill>
              </a:rPr>
              <a:t> </a:t>
            </a:r>
            <a:r>
              <a:rPr lang="en-US" altLang="zh-CN" sz="4400" b="1" dirty="0">
                <a:solidFill>
                  <a:srgbClr val="FF0000"/>
                </a:solidFill>
              </a:rPr>
              <a:t> </a:t>
            </a:r>
            <a:r>
              <a:rPr lang="zh-CN" altLang="en-US" sz="4400" b="1" dirty="0">
                <a:solidFill>
                  <a:srgbClr val="FF0000"/>
                </a:solidFill>
              </a:rPr>
              <a:t>数据的表示方法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lvl="0" eaLnBrk="1" hangingPunct="1">
              <a:buNone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语言中基本数据类型的存储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3. </a:t>
            </a:r>
            <a:r>
              <a:rPr lang="zh-CN" altLang="en-US" dirty="0"/>
              <a:t>浮点数的表示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定点数的表示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4. </a:t>
            </a:r>
            <a:r>
              <a:rPr lang="zh-CN" altLang="en-US" dirty="0"/>
              <a:t>非数值数据的表示</a:t>
            </a:r>
          </a:p>
        </p:txBody>
      </p:sp>
    </p:spTree>
    <p:extLst>
      <p:ext uri="{BB962C8B-B14F-4D97-AF65-F5344CB8AC3E}">
        <p14:creationId xmlns:p14="http://schemas.microsoft.com/office/powerpoint/2010/main" val="3750522087"/>
      </p:ext>
    </p:extLst>
  </p:cSld>
  <p:clrMapOvr>
    <a:masterClrMapping/>
  </p:clrMapOvr>
  <p:transition spd="slow"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D6132308-8000-421A-ADFB-8E3DD9ADCD1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51520" y="152399"/>
            <a:ext cx="5040560" cy="684313"/>
          </a:xfrm>
        </p:spPr>
        <p:txBody>
          <a:bodyPr/>
          <a:lstStyle/>
          <a:p>
            <a:pPr eaLnBrk="1" hangingPunct="1"/>
            <a:r>
              <a:rPr lang="zh-CN" altLang="en-US" b="1" dirty="0"/>
              <a:t>四、非数值数据的表示</a:t>
            </a:r>
          </a:p>
        </p:txBody>
      </p:sp>
      <p:sp>
        <p:nvSpPr>
          <p:cNvPr id="7177" name="AutoShape 64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7068B1B9-A338-4EE0-8661-0CEE64800F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矩形 65">
            <a:extLst>
              <a:ext uri="{FF2B5EF4-FFF2-40B4-BE49-F238E27FC236}">
                <a16:creationId xmlns:a16="http://schemas.microsoft.com/office/drawing/2014/main" id="{0B0BF237-4594-45EF-A24A-1184571A1C91}"/>
              </a:ext>
            </a:extLst>
          </p:cNvPr>
          <p:cNvSpPr/>
          <p:nvPr/>
        </p:nvSpPr>
        <p:spPr>
          <a:xfrm>
            <a:off x="7596336" y="16252"/>
            <a:ext cx="1440160" cy="584775"/>
          </a:xfrm>
          <a:prstGeom prst="rect">
            <a:avLst/>
          </a:prstGeom>
          <a:solidFill>
            <a:srgbClr val="00FF00"/>
          </a:solidFill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2. 1  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数据的表示方法</a:t>
            </a:r>
          </a:p>
        </p:txBody>
      </p:sp>
      <p:sp>
        <p:nvSpPr>
          <p:cNvPr id="67" name="矩形 66">
            <a:extLst>
              <a:ext uri="{FF2B5EF4-FFF2-40B4-BE49-F238E27FC236}">
                <a16:creationId xmlns:a16="http://schemas.microsoft.com/office/drawing/2014/main" id="{AB2468DC-A327-43EE-85A2-CDCD6A544115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2. 1  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数据的表示方法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417BD86E-8DFD-4683-85B9-72037BFBE34F}"/>
              </a:ext>
            </a:extLst>
          </p:cNvPr>
          <p:cNvSpPr/>
          <p:nvPr/>
        </p:nvSpPr>
        <p:spPr>
          <a:xfrm>
            <a:off x="899592" y="1340768"/>
            <a:ext cx="6408712" cy="135017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lvl="0" indent="-34290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n"/>
            </a:pPr>
            <a:r>
              <a:rPr lang="zh-CN" altLang="en-US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字符表示法 </a:t>
            </a:r>
            <a:r>
              <a:rPr lang="en-US" altLang="zh-CN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characters</a:t>
            </a:r>
          </a:p>
          <a:p>
            <a:pPr marL="342900" lvl="0" indent="-34290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n"/>
            </a:pPr>
            <a:r>
              <a:rPr lang="zh-CN" altLang="en-US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汉字表示法 </a:t>
            </a:r>
            <a:r>
              <a:rPr lang="en-US" altLang="zh-CN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Chinese characters</a:t>
            </a:r>
          </a:p>
        </p:txBody>
      </p:sp>
    </p:spTree>
    <p:extLst>
      <p:ext uri="{BB962C8B-B14F-4D97-AF65-F5344CB8AC3E}">
        <p14:creationId xmlns:p14="http://schemas.microsoft.com/office/powerpoint/2010/main" val="49040973"/>
      </p:ext>
    </p:extLst>
  </p:cSld>
  <p:clrMapOvr>
    <a:masterClrMapping/>
  </p:clrMapOvr>
  <p:transition spd="slow"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D6132308-8000-421A-ADFB-8E3DD9ADCD1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51520" y="152399"/>
            <a:ext cx="5040560" cy="684313"/>
          </a:xfrm>
        </p:spPr>
        <p:txBody>
          <a:bodyPr/>
          <a:lstStyle/>
          <a:p>
            <a:pPr eaLnBrk="1" hangingPunct="1"/>
            <a:r>
              <a:rPr lang="zh-CN" altLang="en-US" b="1" dirty="0"/>
              <a:t> </a:t>
            </a:r>
            <a:r>
              <a:rPr lang="en-US" altLang="zh-CN" b="1" dirty="0"/>
              <a:t>1.</a:t>
            </a:r>
            <a:r>
              <a:rPr lang="zh-CN" altLang="en-US" b="1" dirty="0"/>
              <a:t>字符编码</a:t>
            </a:r>
          </a:p>
        </p:txBody>
      </p:sp>
      <p:sp>
        <p:nvSpPr>
          <p:cNvPr id="66" name="矩形 65">
            <a:extLst>
              <a:ext uri="{FF2B5EF4-FFF2-40B4-BE49-F238E27FC236}">
                <a16:creationId xmlns:a16="http://schemas.microsoft.com/office/drawing/2014/main" id="{0B0BF237-4594-45EF-A24A-1184571A1C91}"/>
              </a:ext>
            </a:extLst>
          </p:cNvPr>
          <p:cNvSpPr/>
          <p:nvPr/>
        </p:nvSpPr>
        <p:spPr>
          <a:xfrm>
            <a:off x="7596336" y="16252"/>
            <a:ext cx="1440160" cy="584775"/>
          </a:xfrm>
          <a:prstGeom prst="rect">
            <a:avLst/>
          </a:prstGeom>
          <a:solidFill>
            <a:srgbClr val="00FF00"/>
          </a:solidFill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2. 1  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数据的表示方法</a:t>
            </a:r>
          </a:p>
        </p:txBody>
      </p:sp>
      <p:sp>
        <p:nvSpPr>
          <p:cNvPr id="67" name="矩形 66">
            <a:extLst>
              <a:ext uri="{FF2B5EF4-FFF2-40B4-BE49-F238E27FC236}">
                <a16:creationId xmlns:a16="http://schemas.microsoft.com/office/drawing/2014/main" id="{AB2468DC-A327-43EE-85A2-CDCD6A544115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2. 1  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数据的表示方法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1910527C-DA00-4E1C-AD4B-255B0A9427FE}"/>
              </a:ext>
            </a:extLst>
          </p:cNvPr>
          <p:cNvSpPr/>
          <p:nvPr/>
        </p:nvSpPr>
        <p:spPr>
          <a:xfrm>
            <a:off x="683568" y="1074267"/>
            <a:ext cx="8100392" cy="386721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lvl="0" indent="-45720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Ø"/>
            </a:pPr>
            <a:r>
              <a:rPr lang="zh-CN" altLang="en-US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如何使用数值表示字符数据</a:t>
            </a:r>
          </a:p>
          <a:p>
            <a:pPr marL="457200" lvl="0" indent="-45720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Ø"/>
            </a:pPr>
            <a:r>
              <a:rPr lang="en-US" altLang="zh-CN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Standards</a:t>
            </a:r>
          </a:p>
          <a:p>
            <a:pPr marL="812800" lvl="1" indent="-355600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p"/>
            </a:pPr>
            <a:r>
              <a:rPr lang="en-US" altLang="zh-CN" sz="2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ASCII-American Standard Code for Information Interchange (ANSI 7bits)</a:t>
            </a:r>
          </a:p>
          <a:p>
            <a:pPr marL="812800" lvl="1" indent="-355600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p"/>
            </a:pPr>
            <a:r>
              <a:rPr lang="en-US" altLang="zh-CN" sz="2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EBCDIC-Extended Binary-Coded Decimal Interchange Code (IBM 8bits)</a:t>
            </a:r>
          </a:p>
          <a:p>
            <a:pPr marL="812800" lvl="1" indent="-355600" algn="just" eaLnBrk="1" fontAlgn="auto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p"/>
            </a:pPr>
            <a:r>
              <a:rPr lang="en-US" altLang="zh-CN" sz="2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Unicode</a:t>
            </a:r>
          </a:p>
        </p:txBody>
      </p:sp>
    </p:spTree>
    <p:extLst>
      <p:ext uri="{BB962C8B-B14F-4D97-AF65-F5344CB8AC3E}">
        <p14:creationId xmlns:p14="http://schemas.microsoft.com/office/powerpoint/2010/main" val="690793976"/>
      </p:ext>
    </p:extLst>
  </p:cSld>
  <p:clrMapOvr>
    <a:masterClrMapping/>
  </p:clrMapOvr>
  <p:transition spd="slow"/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矩形 65">
            <a:extLst>
              <a:ext uri="{FF2B5EF4-FFF2-40B4-BE49-F238E27FC236}">
                <a16:creationId xmlns:a16="http://schemas.microsoft.com/office/drawing/2014/main" id="{0B0BF237-4594-45EF-A24A-1184571A1C91}"/>
              </a:ext>
            </a:extLst>
          </p:cNvPr>
          <p:cNvSpPr/>
          <p:nvPr/>
        </p:nvSpPr>
        <p:spPr>
          <a:xfrm>
            <a:off x="7596336" y="16252"/>
            <a:ext cx="1440160" cy="584775"/>
          </a:xfrm>
          <a:prstGeom prst="rect">
            <a:avLst/>
          </a:prstGeom>
          <a:solidFill>
            <a:srgbClr val="00FF00"/>
          </a:solidFill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2. 1  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数据的表示方法</a:t>
            </a:r>
          </a:p>
        </p:txBody>
      </p:sp>
      <p:sp>
        <p:nvSpPr>
          <p:cNvPr id="67" name="矩形 66">
            <a:extLst>
              <a:ext uri="{FF2B5EF4-FFF2-40B4-BE49-F238E27FC236}">
                <a16:creationId xmlns:a16="http://schemas.microsoft.com/office/drawing/2014/main" id="{AB2468DC-A327-43EE-85A2-CDCD6A544115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2. 1  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数据的表示方法</a:t>
            </a:r>
          </a:p>
        </p:txBody>
      </p:sp>
      <p:pic>
        <p:nvPicPr>
          <p:cNvPr id="68" name="图片 67" descr="屏幕剪辑">
            <a:extLst>
              <a:ext uri="{FF2B5EF4-FFF2-40B4-BE49-F238E27FC236}">
                <a16:creationId xmlns:a16="http://schemas.microsoft.com/office/drawing/2014/main" id="{DE7E878D-422E-42AE-9ABD-25C4285C103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56"/>
          <a:stretch/>
        </p:blipFill>
        <p:spPr>
          <a:xfrm>
            <a:off x="1163753" y="1340767"/>
            <a:ext cx="6432583" cy="5476245"/>
          </a:xfrm>
          <a:prstGeom prst="rect">
            <a:avLst/>
          </a:prstGeom>
        </p:spPr>
      </p:pic>
      <p:sp>
        <p:nvSpPr>
          <p:cNvPr id="2" name="矩形 1">
            <a:extLst>
              <a:ext uri="{FF2B5EF4-FFF2-40B4-BE49-F238E27FC236}">
                <a16:creationId xmlns:a16="http://schemas.microsoft.com/office/drawing/2014/main" id="{3498D216-428F-4724-830F-ED1D0296AD3A}"/>
              </a:ext>
            </a:extLst>
          </p:cNvPr>
          <p:cNvSpPr/>
          <p:nvPr/>
        </p:nvSpPr>
        <p:spPr>
          <a:xfrm>
            <a:off x="251520" y="146288"/>
            <a:ext cx="7338934" cy="1045351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 eaLnBrk="1" fontAlgn="auto" hangingPunct="1">
              <a:lnSpc>
                <a:spcPct val="12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</a:pPr>
            <a:r>
              <a:rPr lang="zh-CN" altLang="en-US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800" b="1" dirty="0"/>
              <a:t>ASCII</a:t>
            </a:r>
            <a:r>
              <a:rPr lang="zh-CN" altLang="en-US" sz="2800" b="1" dirty="0"/>
              <a:t>码：</a:t>
            </a:r>
            <a:r>
              <a:rPr lang="zh-CN" altLang="en-US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使用</a:t>
            </a:r>
            <a:r>
              <a:rPr lang="en-US" altLang="zh-CN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7bit</a:t>
            </a:r>
            <a:r>
              <a:rPr lang="zh-CN" altLang="en-US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表示</a:t>
            </a:r>
            <a:r>
              <a:rPr lang="en-US" altLang="zh-CN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lang="zh-CN" altLang="en-US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个字符</a:t>
            </a:r>
          </a:p>
          <a:p>
            <a:pPr lvl="1" algn="just" eaLnBrk="1" fontAlgn="auto" hangingPunct="1">
              <a:lnSpc>
                <a:spcPct val="12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</a:pPr>
            <a:r>
              <a:rPr lang="en-US" altLang="zh-CN" sz="2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	  000 0000 ~ 111 1111  2</a:t>
            </a:r>
            <a:r>
              <a:rPr lang="en-US" altLang="zh-CN" sz="2200" baseline="50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r>
              <a:rPr lang="en-US" altLang="zh-CN" sz="22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=128</a:t>
            </a:r>
          </a:p>
        </p:txBody>
      </p:sp>
    </p:spTree>
    <p:extLst>
      <p:ext uri="{BB962C8B-B14F-4D97-AF65-F5344CB8AC3E}">
        <p14:creationId xmlns:p14="http://schemas.microsoft.com/office/powerpoint/2010/main" val="2992222345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D6132308-8000-421A-ADFB-8E3DD9ADCD1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51520" y="152399"/>
            <a:ext cx="5040560" cy="684313"/>
          </a:xfrm>
        </p:spPr>
        <p:txBody>
          <a:bodyPr/>
          <a:lstStyle/>
          <a:p>
            <a:pPr eaLnBrk="1" hangingPunct="1"/>
            <a:r>
              <a:rPr lang="zh-CN" altLang="en-US" b="1" dirty="0"/>
              <a:t> </a:t>
            </a:r>
            <a:r>
              <a:rPr lang="en-US" altLang="zh-CN" b="1" dirty="0"/>
              <a:t>ASCII</a:t>
            </a:r>
            <a:r>
              <a:rPr lang="zh-CN" altLang="en-US" b="1" dirty="0"/>
              <a:t>码</a:t>
            </a:r>
            <a:endParaRPr lang="zh-CN" altLang="en-US" sz="2600" kern="1200" dirty="0">
              <a:solidFill>
                <a:prstClr val="black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66" name="矩形 65">
            <a:extLst>
              <a:ext uri="{FF2B5EF4-FFF2-40B4-BE49-F238E27FC236}">
                <a16:creationId xmlns:a16="http://schemas.microsoft.com/office/drawing/2014/main" id="{0B0BF237-4594-45EF-A24A-1184571A1C91}"/>
              </a:ext>
            </a:extLst>
          </p:cNvPr>
          <p:cNvSpPr/>
          <p:nvPr/>
        </p:nvSpPr>
        <p:spPr>
          <a:xfrm>
            <a:off x="7596336" y="16252"/>
            <a:ext cx="1440160" cy="584775"/>
          </a:xfrm>
          <a:prstGeom prst="rect">
            <a:avLst/>
          </a:prstGeom>
          <a:solidFill>
            <a:srgbClr val="00FF00"/>
          </a:solidFill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2. 1  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数据的表示方法</a:t>
            </a:r>
          </a:p>
        </p:txBody>
      </p:sp>
      <p:sp>
        <p:nvSpPr>
          <p:cNvPr id="67" name="矩形 66">
            <a:extLst>
              <a:ext uri="{FF2B5EF4-FFF2-40B4-BE49-F238E27FC236}">
                <a16:creationId xmlns:a16="http://schemas.microsoft.com/office/drawing/2014/main" id="{AB2468DC-A327-43EE-85A2-CDCD6A544115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2. 1  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数据的表示方法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1910527C-DA00-4E1C-AD4B-255B0A9427FE}"/>
              </a:ext>
            </a:extLst>
          </p:cNvPr>
          <p:cNvSpPr/>
          <p:nvPr/>
        </p:nvSpPr>
        <p:spPr>
          <a:xfrm>
            <a:off x="683568" y="1074267"/>
            <a:ext cx="8100392" cy="57206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lvl="0" indent="-45720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Ø"/>
            </a:pPr>
            <a:r>
              <a:rPr lang="en-US" altLang="zh-CN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52 Letters</a:t>
            </a:r>
          </a:p>
          <a:p>
            <a:pPr marL="914400" lvl="1" indent="-45720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Arial" panose="020B0604020202020204" pitchFamily="34" charset="0"/>
              <a:buChar char="•"/>
            </a:pPr>
            <a:r>
              <a:rPr lang="en-US" altLang="zh-CN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a-z, A-Z </a:t>
            </a:r>
          </a:p>
          <a:p>
            <a:pPr marL="457200" lvl="0" indent="-45720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Ø"/>
            </a:pPr>
            <a:r>
              <a:rPr lang="en-US" altLang="zh-CN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 Digits</a:t>
            </a:r>
          </a:p>
          <a:p>
            <a:pPr marL="914400" lvl="1" indent="-45720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Arial" panose="020B0604020202020204" pitchFamily="34" charset="0"/>
              <a:buChar char="•"/>
            </a:pPr>
            <a:r>
              <a:rPr lang="en-US" altLang="zh-CN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0-9</a:t>
            </a:r>
          </a:p>
          <a:p>
            <a:pPr marL="457200" lvl="0" indent="-45720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Ø"/>
            </a:pPr>
            <a:r>
              <a:rPr lang="en-US" altLang="zh-CN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34 Symbols</a:t>
            </a:r>
          </a:p>
          <a:p>
            <a:pPr marL="914400" lvl="1" indent="-45720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Arial" panose="020B0604020202020204" pitchFamily="34" charset="0"/>
              <a:buChar char="•"/>
            </a:pPr>
            <a:r>
              <a:rPr lang="en-US" altLang="zh-CN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! @ # $ % ^ &amp; * ( )  …</a:t>
            </a:r>
          </a:p>
          <a:p>
            <a:pPr marL="457200" lvl="0" indent="-45720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Wingdings" panose="05000000000000000000" pitchFamily="2" charset="2"/>
              <a:buChar char="Ø"/>
            </a:pPr>
            <a:r>
              <a:rPr lang="en-US" altLang="zh-CN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32 Control characters </a:t>
            </a:r>
          </a:p>
          <a:p>
            <a:pPr marL="914400" lvl="1" indent="-457200" algn="just" eaLnBrk="1" fontAlgn="auto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Font typeface="Arial" panose="020B0604020202020204" pitchFamily="34" charset="0"/>
              <a:buChar char="•"/>
            </a:pPr>
            <a:r>
              <a:rPr lang="en-US" altLang="zh-CN" sz="26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&lt;CR&gt; &lt;BEL&gt; &lt;ESC&gt; &lt;LF&gt; …</a:t>
            </a:r>
          </a:p>
        </p:txBody>
      </p:sp>
    </p:spTree>
    <p:extLst>
      <p:ext uri="{BB962C8B-B14F-4D97-AF65-F5344CB8AC3E}">
        <p14:creationId xmlns:p14="http://schemas.microsoft.com/office/powerpoint/2010/main" val="2691760793"/>
      </p:ext>
    </p:extLst>
  </p:cSld>
  <p:clrMapOvr>
    <a:masterClrMapping/>
  </p:clrMapOvr>
  <p:transition spd="slow"/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D6132308-8000-421A-ADFB-8E3DD9ADCD1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51520" y="168563"/>
            <a:ext cx="5482952" cy="457199"/>
          </a:xfrm>
        </p:spPr>
        <p:txBody>
          <a:bodyPr/>
          <a:lstStyle/>
          <a:p>
            <a:pPr eaLnBrk="1" hangingPunct="1"/>
            <a:r>
              <a:rPr kumimoji="1" lang="en-US" altLang="zh-CN" b="1" kern="1200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</a:t>
            </a:r>
            <a:r>
              <a:rPr kumimoji="1" lang="zh-CN" altLang="en-US" b="1" kern="1200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汉字编码</a:t>
            </a:r>
            <a:endParaRPr lang="zh-CN" altLang="en-US" b="1" dirty="0"/>
          </a:p>
        </p:txBody>
      </p:sp>
      <p:sp>
        <p:nvSpPr>
          <p:cNvPr id="2" name="内容占位符 1">
            <a:extLst>
              <a:ext uri="{FF2B5EF4-FFF2-40B4-BE49-F238E27FC236}">
                <a16:creationId xmlns:a16="http://schemas.microsoft.com/office/drawing/2014/main" id="{A361D070-01F1-435C-B3CB-A0B756ED7C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7505" y="917718"/>
            <a:ext cx="8928992" cy="5598970"/>
          </a:xfrm>
        </p:spPr>
        <p:txBody>
          <a:bodyPr/>
          <a:lstStyle/>
          <a:p>
            <a:r>
              <a:rPr lang="zh-CN" altLang="en-US" dirty="0">
                <a:solidFill>
                  <a:srgbClr val="FF0000"/>
                </a:solidFill>
              </a:rPr>
              <a:t>输入编码</a:t>
            </a:r>
            <a:r>
              <a:rPr lang="en-US" altLang="zh-CN" dirty="0">
                <a:solidFill>
                  <a:srgbClr val="FF0000"/>
                </a:solidFill>
              </a:rPr>
              <a:t>:</a:t>
            </a:r>
            <a:r>
              <a:rPr lang="zh-CN" altLang="en-US" dirty="0">
                <a:solidFill>
                  <a:srgbClr val="FF0000"/>
                </a:solidFill>
              </a:rPr>
              <a:t>输入汉字时使用的编码</a:t>
            </a:r>
            <a:endParaRPr lang="en-US" altLang="zh-CN" dirty="0">
              <a:solidFill>
                <a:srgbClr val="FF0000"/>
              </a:solidFill>
            </a:endParaRPr>
          </a:p>
          <a:p>
            <a:pPr lvl="1"/>
            <a:r>
              <a:rPr lang="zh-CN" altLang="en-US" dirty="0"/>
              <a:t>数字编码方式   电报码  区位码</a:t>
            </a:r>
            <a:endParaRPr lang="en-US" altLang="zh-CN" dirty="0"/>
          </a:p>
          <a:p>
            <a:pPr lvl="1"/>
            <a:r>
              <a:rPr lang="zh-CN" altLang="en-US" dirty="0"/>
              <a:t>拼音编码方式    全拼</a:t>
            </a:r>
            <a:r>
              <a:rPr lang="en-US" altLang="zh-CN" dirty="0"/>
              <a:t>	</a:t>
            </a:r>
            <a:r>
              <a:rPr lang="zh-CN" altLang="en-US" dirty="0"/>
              <a:t>半拼    智能拼</a:t>
            </a:r>
            <a:endParaRPr lang="en-US" altLang="zh-CN" dirty="0"/>
          </a:p>
          <a:p>
            <a:pPr lvl="1"/>
            <a:r>
              <a:rPr lang="zh-CN" altLang="en-US" dirty="0"/>
              <a:t>字形编码   五笔   笔画</a:t>
            </a:r>
            <a:endParaRPr lang="en-US" altLang="zh-CN" dirty="0"/>
          </a:p>
          <a:p>
            <a:r>
              <a:rPr lang="zh-CN" altLang="en-US" dirty="0">
                <a:solidFill>
                  <a:srgbClr val="FF0000"/>
                </a:solidFill>
              </a:rPr>
              <a:t>汉字内码</a:t>
            </a:r>
            <a:r>
              <a:rPr lang="en-US" altLang="zh-CN" dirty="0">
                <a:solidFill>
                  <a:srgbClr val="FF0000"/>
                </a:solidFill>
              </a:rPr>
              <a:t>:</a:t>
            </a:r>
            <a:r>
              <a:rPr lang="zh-CN" altLang="en-US" dirty="0">
                <a:solidFill>
                  <a:srgbClr val="FF0000"/>
                </a:solidFill>
              </a:rPr>
              <a:t>计算机内存储和处理汉字时使用的编码</a:t>
            </a:r>
          </a:p>
          <a:p>
            <a:pPr marL="0" indent="0">
              <a:buNone/>
            </a:pPr>
            <a:r>
              <a:rPr lang="en-US" altLang="zh-CN" dirty="0"/>
              <a:t>       </a:t>
            </a:r>
            <a:r>
              <a:rPr lang="zh-CN" altLang="en-US" dirty="0"/>
              <a:t>汉字内码 </a:t>
            </a:r>
            <a:r>
              <a:rPr lang="en-US" altLang="zh-CN" dirty="0"/>
              <a:t>= </a:t>
            </a:r>
            <a:r>
              <a:rPr lang="zh-CN" altLang="en-US" dirty="0"/>
              <a:t>区位码 </a:t>
            </a:r>
            <a:r>
              <a:rPr lang="en-US" altLang="zh-CN" dirty="0">
                <a:solidFill>
                  <a:srgbClr val="FF0000"/>
                </a:solidFill>
              </a:rPr>
              <a:t>+ </a:t>
            </a:r>
            <a:r>
              <a:rPr lang="en-US" altLang="zh-CN" dirty="0">
                <a:solidFill>
                  <a:srgbClr val="00B0F0"/>
                </a:solidFill>
                <a:latin typeface="Segoe UI Black" panose="020B0A02040204020203" pitchFamily="34" charset="0"/>
                <a:ea typeface="Segoe UI Black" panose="020B0A02040204020203" pitchFamily="34" charset="0"/>
                <a:cs typeface="Segoe UI Black" panose="020B0A02040204020203" pitchFamily="34" charset="0"/>
              </a:rPr>
              <a:t>0xA0A0 </a:t>
            </a:r>
            <a:r>
              <a:rPr lang="en-US" altLang="zh-CN" dirty="0">
                <a:solidFill>
                  <a:srgbClr val="FF0000"/>
                </a:solidFill>
                <a:latin typeface="Segoe UI Black" panose="020B0A02040204020203" pitchFamily="34" charset="0"/>
                <a:ea typeface="Segoe UI Black" panose="020B0A02040204020203" pitchFamily="34" charset="0"/>
                <a:cs typeface="Segoe UI Black" panose="020B0A02040204020203" pitchFamily="34" charset="0"/>
              </a:rPr>
              <a:t>  (MSB=1)</a:t>
            </a:r>
          </a:p>
          <a:p>
            <a:r>
              <a:rPr lang="zh-CN" altLang="en-US" dirty="0">
                <a:solidFill>
                  <a:srgbClr val="FF0000"/>
                </a:solidFill>
              </a:rPr>
              <a:t>汉字字模码</a:t>
            </a:r>
            <a:r>
              <a:rPr lang="en-US" altLang="zh-CN" dirty="0">
                <a:solidFill>
                  <a:srgbClr val="FF0000"/>
                </a:solidFill>
              </a:rPr>
              <a:t>: </a:t>
            </a:r>
            <a:r>
              <a:rPr lang="zh-CN" altLang="en-US" dirty="0"/>
              <a:t>字模码是用点阵表示的汉字字型代码，是汉字的输出形式。 </a:t>
            </a:r>
          </a:p>
          <a:p>
            <a:endParaRPr lang="en-US" altLang="zh-CN" dirty="0">
              <a:solidFill>
                <a:srgbClr val="FF0000"/>
              </a:solidFill>
            </a:endParaRPr>
          </a:p>
          <a:p>
            <a:endParaRPr lang="en-US" altLang="zh-CN" dirty="0"/>
          </a:p>
          <a:p>
            <a:endParaRPr lang="zh-CN" altLang="en-US" dirty="0"/>
          </a:p>
        </p:txBody>
      </p:sp>
      <p:sp>
        <p:nvSpPr>
          <p:cNvPr id="66" name="矩形 65">
            <a:extLst>
              <a:ext uri="{FF2B5EF4-FFF2-40B4-BE49-F238E27FC236}">
                <a16:creationId xmlns:a16="http://schemas.microsoft.com/office/drawing/2014/main" id="{0B0BF237-4594-45EF-A24A-1184571A1C91}"/>
              </a:ext>
            </a:extLst>
          </p:cNvPr>
          <p:cNvSpPr/>
          <p:nvPr/>
        </p:nvSpPr>
        <p:spPr>
          <a:xfrm>
            <a:off x="7596336" y="16252"/>
            <a:ext cx="1440160" cy="584775"/>
          </a:xfrm>
          <a:prstGeom prst="rect">
            <a:avLst/>
          </a:prstGeom>
          <a:solidFill>
            <a:srgbClr val="00FF00"/>
          </a:solidFill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2. 1  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数据的表示方法</a:t>
            </a:r>
          </a:p>
        </p:txBody>
      </p:sp>
      <p:sp>
        <p:nvSpPr>
          <p:cNvPr id="67" name="矩形 66">
            <a:extLst>
              <a:ext uri="{FF2B5EF4-FFF2-40B4-BE49-F238E27FC236}">
                <a16:creationId xmlns:a16="http://schemas.microsoft.com/office/drawing/2014/main" id="{AB2468DC-A327-43EE-85A2-CDCD6A544115}"/>
              </a:ext>
            </a:extLst>
          </p:cNvPr>
          <p:cNvSpPr/>
          <p:nvPr/>
        </p:nvSpPr>
        <p:spPr>
          <a:xfrm>
            <a:off x="7596336" y="40987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2. 1  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数据的表示方法</a:t>
            </a:r>
          </a:p>
        </p:txBody>
      </p:sp>
    </p:spTree>
    <p:extLst>
      <p:ext uri="{BB962C8B-B14F-4D97-AF65-F5344CB8AC3E}">
        <p14:creationId xmlns:p14="http://schemas.microsoft.com/office/powerpoint/2010/main" val="3256605009"/>
      </p:ext>
    </p:extLst>
  </p:cSld>
  <p:clrMapOvr>
    <a:masterClrMapping/>
  </p:clrMapOvr>
  <p:transition spd="slow"/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 descr="屏幕剪辑">
            <a:extLst>
              <a:ext uri="{FF2B5EF4-FFF2-40B4-BE49-F238E27FC236}">
                <a16:creationId xmlns:a16="http://schemas.microsoft.com/office/drawing/2014/main" id="{1564774B-1160-4260-8D29-65C08BB85A9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91680" y="1412776"/>
            <a:ext cx="5760640" cy="4761077"/>
          </a:xfrm>
          <a:prstGeom prst="rect">
            <a:avLst/>
          </a:prstGeom>
        </p:spPr>
      </p:pic>
      <p:sp>
        <p:nvSpPr>
          <p:cNvPr id="5" name="矩形 4">
            <a:extLst>
              <a:ext uri="{FF2B5EF4-FFF2-40B4-BE49-F238E27FC236}">
                <a16:creationId xmlns:a16="http://schemas.microsoft.com/office/drawing/2014/main" id="{8BD8A371-3469-454E-B3A9-6E1FD4B184CF}"/>
              </a:ext>
            </a:extLst>
          </p:cNvPr>
          <p:cNvSpPr/>
          <p:nvPr/>
        </p:nvSpPr>
        <p:spPr>
          <a:xfrm>
            <a:off x="755576" y="548680"/>
            <a:ext cx="5827884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Bef>
                <a:spcPct val="20000"/>
              </a:spcBef>
            </a:pPr>
            <a:r>
              <a:rPr lang="zh-CN" altLang="en-US" sz="3200" kern="0" dirty="0">
                <a:solidFill>
                  <a:srgbClr val="FF0000"/>
                </a:solidFill>
                <a:latin typeface="Arial"/>
                <a:ea typeface="宋体"/>
              </a:rPr>
              <a:t>汉字字模码（</a:t>
            </a:r>
            <a:r>
              <a:rPr lang="en-US" altLang="zh-CN" sz="3200" kern="0" dirty="0">
                <a:solidFill>
                  <a:srgbClr val="FF0000"/>
                </a:solidFill>
                <a:latin typeface="Arial"/>
                <a:ea typeface="宋体"/>
              </a:rPr>
              <a:t>16×16</a:t>
            </a:r>
            <a:r>
              <a:rPr lang="zh-CN" altLang="en-US" sz="3200" kern="0" dirty="0">
                <a:solidFill>
                  <a:srgbClr val="FF0000"/>
                </a:solidFill>
                <a:latin typeface="Arial"/>
                <a:ea typeface="宋体"/>
              </a:rPr>
              <a:t>点阵）</a:t>
            </a:r>
            <a:endParaRPr lang="en-US" altLang="zh-CN" sz="3200" kern="0" dirty="0">
              <a:solidFill>
                <a:srgbClr val="FF0000"/>
              </a:solidFill>
              <a:latin typeface="Arial"/>
              <a:ea typeface="宋体"/>
            </a:endParaRPr>
          </a:p>
        </p:txBody>
      </p:sp>
      <p:pic>
        <p:nvPicPr>
          <p:cNvPr id="6" name="图片 5">
            <a:extLst>
              <a:ext uri="{FF2B5EF4-FFF2-40B4-BE49-F238E27FC236}">
                <a16:creationId xmlns:a16="http://schemas.microsoft.com/office/drawing/2014/main" id="{AEA0D8F3-FC37-4F8F-A8B3-E66DA5E8305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95875" y="-32049"/>
            <a:ext cx="1585097" cy="7864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6458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86A0E43-1CD7-4437-9449-6E7D2313B94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zh-CN" dirty="0"/>
              <a:t>汉字标准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675B44C-9C64-43E5-B070-CFF71DD408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5577" y="738530"/>
            <a:ext cx="8229600" cy="5642798"/>
          </a:xfrm>
        </p:spPr>
        <p:txBody>
          <a:bodyPr/>
          <a:lstStyle/>
          <a:p>
            <a:r>
              <a:rPr lang="en-US" altLang="zh-CN" dirty="0">
                <a:solidFill>
                  <a:srgbClr val="FF0000"/>
                </a:solidFill>
              </a:rPr>
              <a:t>GB2312-1980(GB0)(</a:t>
            </a:r>
            <a:r>
              <a:rPr lang="zh-CN" altLang="en-US" dirty="0">
                <a:solidFill>
                  <a:srgbClr val="FF0000"/>
                </a:solidFill>
              </a:rPr>
              <a:t>简体</a:t>
            </a:r>
            <a:r>
              <a:rPr lang="en-US" altLang="zh-CN" dirty="0">
                <a:solidFill>
                  <a:srgbClr val="FF0000"/>
                </a:solidFill>
              </a:rPr>
              <a:t>)</a:t>
            </a:r>
          </a:p>
          <a:p>
            <a:pPr lvl="1"/>
            <a:r>
              <a:rPr lang="en-US" altLang="zh-CN" dirty="0"/>
              <a:t>6763</a:t>
            </a:r>
            <a:r>
              <a:rPr lang="zh-CN" altLang="en-US" dirty="0"/>
              <a:t>个汉字 </a:t>
            </a:r>
          </a:p>
          <a:p>
            <a:r>
              <a:rPr lang="en-US" altLang="zh-CN" dirty="0">
                <a:solidFill>
                  <a:srgbClr val="FF0000"/>
                </a:solidFill>
              </a:rPr>
              <a:t>GB13000-1993</a:t>
            </a:r>
          </a:p>
          <a:p>
            <a:pPr lvl="1"/>
            <a:r>
              <a:rPr lang="en-US" altLang="zh-CN" dirty="0"/>
              <a:t>20902</a:t>
            </a:r>
            <a:r>
              <a:rPr lang="zh-CN" altLang="en-US" dirty="0"/>
              <a:t>个汉字 </a:t>
            </a:r>
            <a:r>
              <a:rPr lang="en-US" altLang="zh-CN" dirty="0"/>
              <a:t>(Unicode 1.1</a:t>
            </a:r>
            <a:r>
              <a:rPr lang="zh-CN" altLang="en-US" dirty="0"/>
              <a:t>版本</a:t>
            </a:r>
            <a:r>
              <a:rPr lang="en-US" altLang="zh-CN" dirty="0"/>
              <a:t>)</a:t>
            </a:r>
          </a:p>
          <a:p>
            <a:r>
              <a:rPr lang="zh-CN" altLang="en-US" dirty="0">
                <a:solidFill>
                  <a:srgbClr val="FF0000"/>
                </a:solidFill>
              </a:rPr>
              <a:t>汉字扩展规范</a:t>
            </a:r>
            <a:r>
              <a:rPr lang="en-US" altLang="zh-CN" dirty="0">
                <a:solidFill>
                  <a:srgbClr val="FF0000"/>
                </a:solidFill>
              </a:rPr>
              <a:t>GBK1.0 </a:t>
            </a:r>
            <a:r>
              <a:rPr lang="zh-CN" altLang="en-US" dirty="0">
                <a:solidFill>
                  <a:srgbClr val="FF0000"/>
                </a:solidFill>
              </a:rPr>
              <a:t>标准</a:t>
            </a:r>
            <a:r>
              <a:rPr lang="en-US" altLang="zh-CN" dirty="0">
                <a:solidFill>
                  <a:srgbClr val="FF0000"/>
                </a:solidFill>
              </a:rPr>
              <a:t>1995</a:t>
            </a:r>
            <a:r>
              <a:rPr lang="zh-CN" altLang="en-US" dirty="0">
                <a:solidFill>
                  <a:srgbClr val="FF0000"/>
                </a:solidFill>
              </a:rPr>
              <a:t>（非国家标准）</a:t>
            </a:r>
          </a:p>
          <a:p>
            <a:pPr lvl="1"/>
            <a:r>
              <a:rPr lang="en-US" altLang="zh-CN" dirty="0"/>
              <a:t>21003</a:t>
            </a:r>
            <a:r>
              <a:rPr lang="zh-CN" altLang="en-US" dirty="0"/>
              <a:t>个字符（兼容</a:t>
            </a:r>
            <a:r>
              <a:rPr lang="en-US" altLang="zh-CN" dirty="0"/>
              <a:t>GB2312</a:t>
            </a:r>
            <a:r>
              <a:rPr lang="zh-CN" altLang="en-US" dirty="0"/>
              <a:t>）</a:t>
            </a:r>
          </a:p>
          <a:p>
            <a:r>
              <a:rPr lang="en-US" altLang="zh-CN" dirty="0">
                <a:solidFill>
                  <a:srgbClr val="FF0000"/>
                </a:solidFill>
              </a:rPr>
              <a:t>GB18030-2000   (1/2/4</a:t>
            </a:r>
            <a:r>
              <a:rPr lang="zh-CN" altLang="en-US" dirty="0">
                <a:solidFill>
                  <a:srgbClr val="FF0000"/>
                </a:solidFill>
              </a:rPr>
              <a:t>字节编码</a:t>
            </a:r>
            <a:r>
              <a:rPr lang="en-US" altLang="zh-CN" dirty="0">
                <a:solidFill>
                  <a:srgbClr val="FF0000"/>
                </a:solidFill>
              </a:rPr>
              <a:t>)</a:t>
            </a:r>
          </a:p>
          <a:p>
            <a:pPr lvl="1"/>
            <a:r>
              <a:rPr lang="en-US" altLang="zh-CN" dirty="0"/>
              <a:t>27484</a:t>
            </a:r>
            <a:r>
              <a:rPr lang="zh-CN" altLang="en-US" dirty="0"/>
              <a:t>汉字   （向下兼容</a:t>
            </a:r>
            <a:r>
              <a:rPr lang="en-US" altLang="zh-CN" dirty="0"/>
              <a:t>GB2312 GBK</a:t>
            </a:r>
            <a:r>
              <a:rPr lang="zh-CN" altLang="en-US" dirty="0"/>
              <a:t>，</a:t>
            </a:r>
            <a:r>
              <a:rPr lang="en-US" altLang="zh-CN" dirty="0"/>
              <a:t>GB13000</a:t>
            </a:r>
            <a:r>
              <a:rPr lang="zh-CN" altLang="en-US" dirty="0"/>
              <a:t>）</a:t>
            </a:r>
          </a:p>
          <a:p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422281931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zh-CN" altLang="en-US" sz="4400" b="1" dirty="0">
                <a:solidFill>
                  <a:srgbClr val="FF0000"/>
                </a:solidFill>
              </a:rPr>
              <a:t>第 </a:t>
            </a:r>
            <a:r>
              <a:rPr lang="en-US" altLang="zh-CN" sz="4400" b="1" dirty="0">
                <a:solidFill>
                  <a:srgbClr val="FF0000"/>
                </a:solidFill>
              </a:rPr>
              <a:t>2 </a:t>
            </a:r>
            <a:r>
              <a:rPr lang="zh-CN" altLang="en-US" sz="4400" b="1" dirty="0">
                <a:solidFill>
                  <a:srgbClr val="FF0000"/>
                </a:solidFill>
              </a:rPr>
              <a:t>章 运算方法和运算器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2. 1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数据的表示方法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2. 3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定点数乘法运算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901950"/>
            <a:ext cx="5034880" cy="579438"/>
          </a:xfrm>
          <a:prstGeom prst="rect">
            <a:avLst/>
          </a:prstGeom>
          <a:gradFill>
            <a:gsLst>
              <a:gs pos="0">
                <a:srgbClr val="FFC000"/>
              </a:gs>
              <a:gs pos="74000">
                <a:schemeClr val="accent1">
                  <a:lumMod val="45000"/>
                  <a:lumOff val="55000"/>
                </a:schemeClr>
              </a:gs>
              <a:gs pos="83000">
                <a:schemeClr val="accent1">
                  <a:lumMod val="45000"/>
                  <a:lumOff val="55000"/>
                </a:schemeClr>
              </a:gs>
              <a:gs pos="100000">
                <a:schemeClr val="accent1">
                  <a:lumMod val="30000"/>
                  <a:lumOff val="70000"/>
                </a:schemeClr>
              </a:gs>
            </a:gsLst>
            <a:lin ang="5400000" scaled="1"/>
          </a:gradFill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2. 2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定点数的加减运算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2. 4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定点数除法运算</a:t>
            </a:r>
          </a:p>
        </p:txBody>
      </p:sp>
      <p:sp>
        <p:nvSpPr>
          <p:cNvPr id="2055" name="Text Box 7">
            <a:extLst>
              <a:ext uri="{FF2B5EF4-FFF2-40B4-BE49-F238E27FC236}">
                <a16:creationId xmlns:a16="http://schemas.microsoft.com/office/drawing/2014/main" id="{77AFEEF8-DA6B-4AA5-8798-E6DDB6745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5530850"/>
            <a:ext cx="6705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2. 5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浮点数的运算</a:t>
            </a:r>
          </a:p>
        </p:txBody>
      </p:sp>
    </p:spTree>
    <p:extLst>
      <p:ext uri="{BB962C8B-B14F-4D97-AF65-F5344CB8AC3E}">
        <p14:creationId xmlns:p14="http://schemas.microsoft.com/office/powerpoint/2010/main" val="1254851020"/>
      </p:ext>
    </p:extLst>
  </p:cSld>
  <p:clrMapOvr>
    <a:masterClrMapping/>
  </p:clrMapOvr>
  <p:transition spd="slow"/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2.2 </a:t>
            </a:r>
            <a:r>
              <a:rPr lang="zh-CN" altLang="en-US" sz="4400" b="1" dirty="0">
                <a:solidFill>
                  <a:srgbClr val="FF0000"/>
                </a:solidFill>
              </a:rPr>
              <a:t>定点数的加减运算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1.</a:t>
            </a:r>
            <a:r>
              <a:rPr lang="zh-CN" altLang="en-US" dirty="0"/>
              <a:t>补码加法运算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/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</a:t>
            </a:r>
            <a:r>
              <a:rPr lang="zh-CN" altLang="en-US" dirty="0"/>
              <a:t>补码加减法硬件配置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/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</a:t>
            </a:r>
            <a:r>
              <a:rPr lang="zh-CN" altLang="en-US" dirty="0"/>
              <a:t>补码减法运算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/>
              <a:t>4</a:t>
            </a:r>
            <a:r>
              <a:rPr lang="en-US" altLang="zh-CN" dirty="0"/>
              <a:t>. MIPS</a:t>
            </a:r>
            <a:r>
              <a:rPr lang="zh-CN" altLang="en-US" dirty="0"/>
              <a:t>中的加减法</a:t>
            </a:r>
          </a:p>
        </p:txBody>
      </p:sp>
    </p:spTree>
    <p:extLst>
      <p:ext uri="{BB962C8B-B14F-4D97-AF65-F5344CB8AC3E}">
        <p14:creationId xmlns:p14="http://schemas.microsoft.com/office/powerpoint/2010/main" val="2697186874"/>
      </p:ext>
    </p:extLst>
  </p:cSld>
  <p:clrMapOvr>
    <a:masterClrMapping/>
  </p:clrMapOvr>
  <p:transition spd="slow"/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Text Box 2">
            <a:extLst>
              <a:ext uri="{FF2B5EF4-FFF2-40B4-BE49-F238E27FC236}">
                <a16:creationId xmlns:a16="http://schemas.microsoft.com/office/drawing/2014/main" id="{26D3C499-1A9B-42AC-ABA9-AD264A01AB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325" y="196850"/>
            <a:ext cx="389080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二、补码加法运算</a:t>
            </a:r>
          </a:p>
        </p:txBody>
      </p:sp>
      <p:sp>
        <p:nvSpPr>
          <p:cNvPr id="51203" name="Text Box 3">
            <a:extLst>
              <a:ext uri="{FF2B5EF4-FFF2-40B4-BE49-F238E27FC236}">
                <a16:creationId xmlns:a16="http://schemas.microsoft.com/office/drawing/2014/main" id="{6BD5223A-9AA3-4C7B-84A3-775E8C14F4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552" y="1183480"/>
            <a:ext cx="342914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1.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补码加法运算公式</a:t>
            </a:r>
          </a:p>
        </p:txBody>
      </p:sp>
      <p:sp>
        <p:nvSpPr>
          <p:cNvPr id="51206" name="Text Box 6">
            <a:extLst>
              <a:ext uri="{FF2B5EF4-FFF2-40B4-BE49-F238E27FC236}">
                <a16:creationId xmlns:a16="http://schemas.microsoft.com/office/drawing/2014/main" id="{A223193E-B230-487A-863A-7BC890A6F6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0254" y="2470671"/>
            <a:ext cx="9874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整数 </a:t>
            </a:r>
          </a:p>
        </p:txBody>
      </p:sp>
      <p:sp>
        <p:nvSpPr>
          <p:cNvPr id="51207" name="Text Box 7">
            <a:extLst>
              <a:ext uri="{FF2B5EF4-FFF2-40B4-BE49-F238E27FC236}">
                <a16:creationId xmlns:a16="http://schemas.microsoft.com/office/drawing/2014/main" id="{1D59D7D4-7CA2-4F14-B77E-8E84B315E3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1954" y="2492896"/>
            <a:ext cx="19970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 [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1208" name="Text Box 8">
            <a:extLst>
              <a:ext uri="{FF2B5EF4-FFF2-40B4-BE49-F238E27FC236}">
                <a16:creationId xmlns:a16="http://schemas.microsoft.com/office/drawing/2014/main" id="{AF0F0246-B96D-4381-931A-234AA4A744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7904" y="2492896"/>
            <a:ext cx="36766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（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mod 2</a:t>
            </a:r>
            <a:r>
              <a:rPr kumimoji="1" lang="en-US" altLang="zh-CN" sz="2800" b="1" i="1" u="none" strike="noStrike" kern="1200" cap="none" spc="0" normalizeH="0" baseline="4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4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+1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）</a:t>
            </a:r>
          </a:p>
        </p:txBody>
      </p:sp>
      <p:sp>
        <p:nvSpPr>
          <p:cNvPr id="51209" name="Text Box 9">
            <a:extLst>
              <a:ext uri="{FF2B5EF4-FFF2-40B4-BE49-F238E27FC236}">
                <a16:creationId xmlns:a16="http://schemas.microsoft.com/office/drawing/2014/main" id="{65E668CC-681D-4C36-B96C-54FC229932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0254" y="4047539"/>
            <a:ext cx="9874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小数 </a:t>
            </a:r>
          </a:p>
        </p:txBody>
      </p:sp>
      <p:sp>
        <p:nvSpPr>
          <p:cNvPr id="51210" name="Text Box 10">
            <a:extLst>
              <a:ext uri="{FF2B5EF4-FFF2-40B4-BE49-F238E27FC236}">
                <a16:creationId xmlns:a16="http://schemas.microsoft.com/office/drawing/2014/main" id="{8827659C-E6EC-42D3-9FDD-2CF62EBEC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1954" y="4082464"/>
            <a:ext cx="19970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 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1211" name="Text Box 11">
            <a:extLst>
              <a:ext uri="{FF2B5EF4-FFF2-40B4-BE49-F238E27FC236}">
                <a16:creationId xmlns:a16="http://schemas.microsoft.com/office/drawing/2014/main" id="{666B5B8D-4A5B-48BF-8965-EDC0E2FA51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7904" y="4082464"/>
            <a:ext cx="3282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（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mod 2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）</a:t>
            </a:r>
          </a:p>
        </p:txBody>
      </p:sp>
      <p:sp>
        <p:nvSpPr>
          <p:cNvPr id="51224" name="Text Box 24">
            <a:extLst>
              <a:ext uri="{FF2B5EF4-FFF2-40B4-BE49-F238E27FC236}">
                <a16:creationId xmlns:a16="http://schemas.microsoft.com/office/drawing/2014/main" id="{AB5BEF9A-D5CE-4736-932C-95011788A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613" y="5342625"/>
            <a:ext cx="80073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连同符号位一起相加，符号位产生的进位自然丢掉</a:t>
            </a: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7B105C3A-C72F-4C24-8087-D1BE03421924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2. 2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定点数的加减运算</a:t>
            </a:r>
          </a:p>
        </p:txBody>
      </p:sp>
    </p:spTree>
    <p:extLst>
      <p:ext uri="{BB962C8B-B14F-4D97-AF65-F5344CB8AC3E}">
        <p14:creationId xmlns:p14="http://schemas.microsoft.com/office/powerpoint/2010/main" val="36701872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1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51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51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51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51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1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1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51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203" grpId="0" autoUpdateAnimBg="0"/>
      <p:bldP spid="51206" grpId="0" autoUpdateAnimBg="0"/>
      <p:bldP spid="51207" grpId="0" autoUpdateAnimBg="0"/>
      <p:bldP spid="51208" grpId="0" autoUpdateAnimBg="0"/>
      <p:bldP spid="51209" grpId="0" autoUpdateAnimBg="0"/>
      <p:bldP spid="51210" grpId="0" autoUpdateAnimBg="0"/>
      <p:bldP spid="51211" grpId="0" autoUpdateAnimBg="0"/>
      <p:bldP spid="51224" grpId="0" autoUpdateAnimBg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Text Box 2">
            <a:extLst>
              <a:ext uri="{FF2B5EF4-FFF2-40B4-BE49-F238E27FC236}">
                <a16:creationId xmlns:a16="http://schemas.microsoft.com/office/drawing/2014/main" id="{A80291C0-30F1-4A8B-A634-FA18033B8A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125" y="152400"/>
            <a:ext cx="15589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</a:t>
            </a:r>
            <a:r>
              <a:rPr kumimoji="1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举例</a:t>
            </a:r>
          </a:p>
        </p:txBody>
      </p:sp>
      <p:sp>
        <p:nvSpPr>
          <p:cNvPr id="52227" name="Text Box 3">
            <a:extLst>
              <a:ext uri="{FF2B5EF4-FFF2-40B4-BE49-F238E27FC236}">
                <a16:creationId xmlns:a16="http://schemas.microsoft.com/office/drawing/2014/main" id="{A5DBA3A1-F503-427C-8D90-AA1A55C765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3675" y="1774825"/>
            <a:ext cx="898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解：</a:t>
            </a:r>
          </a:p>
        </p:txBody>
      </p:sp>
      <p:sp>
        <p:nvSpPr>
          <p:cNvPr id="52228" name="Text Box 4">
            <a:extLst>
              <a:ext uri="{FF2B5EF4-FFF2-40B4-BE49-F238E27FC236}">
                <a16:creationId xmlns:a16="http://schemas.microsoft.com/office/drawing/2014/main" id="{801A5232-8248-4E16-A601-DEC668678A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2538" y="1774825"/>
            <a:ext cx="90011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2229" name="Text Box 5">
            <a:extLst>
              <a:ext uri="{FF2B5EF4-FFF2-40B4-BE49-F238E27FC236}">
                <a16:creationId xmlns:a16="http://schemas.microsoft.com/office/drawing/2014/main" id="{AFDD889D-CAF1-45F7-B8A4-3370C83DC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3175" y="2279650"/>
            <a:ext cx="9017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2230" name="Text Box 6">
            <a:extLst>
              <a:ext uri="{FF2B5EF4-FFF2-40B4-BE49-F238E27FC236}">
                <a16:creationId xmlns:a16="http://schemas.microsoft.com/office/drawing/2014/main" id="{DF82C4EA-E2D7-49EC-8061-7AA2687D6D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08113" y="2743200"/>
            <a:ext cx="19970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 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2231" name="Line 7">
            <a:extLst>
              <a:ext uri="{FF2B5EF4-FFF2-40B4-BE49-F238E27FC236}">
                <a16:creationId xmlns:a16="http://schemas.microsoft.com/office/drawing/2014/main" id="{640FABFB-5CBF-4216-9FC1-01D7945BE24F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7800" y="2782888"/>
            <a:ext cx="4649788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232" name="Text Box 8">
            <a:extLst>
              <a:ext uri="{FF2B5EF4-FFF2-40B4-BE49-F238E27FC236}">
                <a16:creationId xmlns:a16="http://schemas.microsoft.com/office/drawing/2014/main" id="{1A31EF78-8EE1-4862-834D-4340DEF831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9650" y="2286000"/>
            <a:ext cx="387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</a:t>
            </a:r>
          </a:p>
        </p:txBody>
      </p:sp>
      <p:sp>
        <p:nvSpPr>
          <p:cNvPr id="52233" name="Text Box 9">
            <a:extLst>
              <a:ext uri="{FF2B5EF4-FFF2-40B4-BE49-F238E27FC236}">
                <a16:creationId xmlns:a16="http://schemas.microsoft.com/office/drawing/2014/main" id="{6EC680C5-CF35-4EA1-B81F-D94ED6F5C6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1774825"/>
            <a:ext cx="2667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   0 . 1 0 1 1</a:t>
            </a:r>
          </a:p>
        </p:txBody>
      </p:sp>
      <p:sp>
        <p:nvSpPr>
          <p:cNvPr id="52234" name="Text Box 10">
            <a:extLst>
              <a:ext uri="{FF2B5EF4-FFF2-40B4-BE49-F238E27FC236}">
                <a16:creationId xmlns:a16="http://schemas.microsoft.com/office/drawing/2014/main" id="{0143DE8C-086C-4A70-8EB5-3C2791DBC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2279650"/>
            <a:ext cx="2667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   1 . 1 0 1 1</a:t>
            </a:r>
          </a:p>
        </p:txBody>
      </p:sp>
      <p:sp>
        <p:nvSpPr>
          <p:cNvPr id="52235" name="Text Box 11">
            <a:extLst>
              <a:ext uri="{FF2B5EF4-FFF2-40B4-BE49-F238E27FC236}">
                <a16:creationId xmlns:a16="http://schemas.microsoft.com/office/drawing/2014/main" id="{6913292A-1311-4A1A-AB41-5B58569E4A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2743200"/>
            <a:ext cx="2590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1 0 . 0 1 1 0</a:t>
            </a:r>
          </a:p>
        </p:txBody>
      </p:sp>
      <p:sp>
        <p:nvSpPr>
          <p:cNvPr id="52236" name="Text Box 12">
            <a:extLst>
              <a:ext uri="{FF2B5EF4-FFF2-40B4-BE49-F238E27FC236}">
                <a16:creationId xmlns:a16="http://schemas.microsoft.com/office/drawing/2014/main" id="{89635087-EB44-4AAA-984A-8ADCEA6DEC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59425" y="2743200"/>
            <a:ext cx="18097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+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2237" name="Text Box 13">
            <a:extLst>
              <a:ext uri="{FF2B5EF4-FFF2-40B4-BE49-F238E27FC236}">
                <a16:creationId xmlns:a16="http://schemas.microsoft.com/office/drawing/2014/main" id="{70B4E7CE-BD81-4C99-9B9B-C5C804B1DA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400" y="1371600"/>
            <a:ext cx="7969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验证</a:t>
            </a:r>
          </a:p>
        </p:txBody>
      </p:sp>
      <p:grpSp>
        <p:nvGrpSpPr>
          <p:cNvPr id="2" name="Group 14">
            <a:extLst>
              <a:ext uri="{FF2B5EF4-FFF2-40B4-BE49-F238E27FC236}">
                <a16:creationId xmlns:a16="http://schemas.microsoft.com/office/drawing/2014/main" id="{85409F20-98E3-4CE1-A904-C8BACE3CA31D}"/>
              </a:ext>
            </a:extLst>
          </p:cNvPr>
          <p:cNvGrpSpPr>
            <a:grpSpLocks/>
          </p:cNvGrpSpPr>
          <p:nvPr/>
        </p:nvGrpSpPr>
        <p:grpSpPr bwMode="auto">
          <a:xfrm>
            <a:off x="669925" y="762000"/>
            <a:ext cx="5908675" cy="1025525"/>
            <a:chOff x="422" y="480"/>
            <a:chExt cx="3722" cy="646"/>
          </a:xfrm>
        </p:grpSpPr>
        <p:grpSp>
          <p:nvGrpSpPr>
            <p:cNvPr id="55342" name="Group 15">
              <a:extLst>
                <a:ext uri="{FF2B5EF4-FFF2-40B4-BE49-F238E27FC236}">
                  <a16:creationId xmlns:a16="http://schemas.microsoft.com/office/drawing/2014/main" id="{90BAA0B9-E921-4296-9314-15736383C1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2" y="480"/>
              <a:ext cx="3722" cy="330"/>
              <a:chOff x="422" y="576"/>
              <a:chExt cx="3722" cy="330"/>
            </a:xfrm>
          </p:grpSpPr>
          <p:sp>
            <p:nvSpPr>
              <p:cNvPr id="55344" name="Text Box 16">
                <a:extLst>
                  <a:ext uri="{FF2B5EF4-FFF2-40B4-BE49-F238E27FC236}">
                    <a16:creationId xmlns:a16="http://schemas.microsoft.com/office/drawing/2014/main" id="{B44A6F6F-01CC-49AA-B67F-D8EB0147D8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2" y="576"/>
                <a:ext cx="815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例</a:t>
                </a: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2.2-1</a:t>
                </a:r>
              </a:p>
            </p:txBody>
          </p:sp>
          <p:sp>
            <p:nvSpPr>
              <p:cNvPr id="55345" name="Text Box 17">
                <a:extLst>
                  <a:ext uri="{FF2B5EF4-FFF2-40B4-BE49-F238E27FC236}">
                    <a16:creationId xmlns:a16="http://schemas.microsoft.com/office/drawing/2014/main" id="{CE832119-659D-4B43-A61F-6CBEB6A62B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82" y="576"/>
                <a:ext cx="2762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设 </a:t>
                </a: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= 0.1011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，</a:t>
                </a: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= 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–</a:t>
                </a:r>
                <a:r>
                  <a:rPr kumimoji="1" lang="en-US" altLang="zh-CN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 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0.0101</a:t>
                </a:r>
                <a:endPara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55343" name="Text Box 18">
              <a:extLst>
                <a:ext uri="{FF2B5EF4-FFF2-40B4-BE49-F238E27FC236}">
                  <a16:creationId xmlns:a16="http://schemas.microsoft.com/office/drawing/2014/main" id="{710E6264-2D2D-468C-A7C7-239E5FA613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799"/>
              <a:ext cx="123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求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[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]</a:t>
              </a:r>
              <a:r>
                <a:rPr kumimoji="1" lang="zh-CN" altLang="en-US" sz="2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补</a:t>
              </a: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52243" name="Text Box 19">
            <a:extLst>
              <a:ext uri="{FF2B5EF4-FFF2-40B4-BE49-F238E27FC236}">
                <a16:creationId xmlns:a16="http://schemas.microsoft.com/office/drawing/2014/main" id="{1C01331E-2949-45ED-8B14-614119B08D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0325" y="2057400"/>
            <a:ext cx="1022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0.1011</a:t>
            </a:r>
          </a:p>
        </p:txBody>
      </p:sp>
      <p:sp>
        <p:nvSpPr>
          <p:cNvPr id="52244" name="Text Box 20">
            <a:extLst>
              <a:ext uri="{FF2B5EF4-FFF2-40B4-BE49-F238E27FC236}">
                <a16:creationId xmlns:a16="http://schemas.microsoft.com/office/drawing/2014/main" id="{270E9EBE-1BBA-4116-BC3B-CC64B72872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1725" y="2362200"/>
            <a:ext cx="1250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0.0101</a:t>
            </a:r>
          </a:p>
        </p:txBody>
      </p:sp>
      <p:sp>
        <p:nvSpPr>
          <p:cNvPr id="52245" name="Line 21">
            <a:extLst>
              <a:ext uri="{FF2B5EF4-FFF2-40B4-BE49-F238E27FC236}">
                <a16:creationId xmlns:a16="http://schemas.microsoft.com/office/drawing/2014/main" id="{D13A6B78-1C28-49DA-8F50-5676DEC927EB}"/>
              </a:ext>
            </a:extLst>
          </p:cNvPr>
          <p:cNvSpPr>
            <a:spLocks noChangeShapeType="1"/>
          </p:cNvSpPr>
          <p:nvPr/>
        </p:nvSpPr>
        <p:spPr bwMode="auto">
          <a:xfrm>
            <a:off x="7239000" y="2743200"/>
            <a:ext cx="16764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246" name="Text Box 22">
            <a:extLst>
              <a:ext uri="{FF2B5EF4-FFF2-40B4-BE49-F238E27FC236}">
                <a16:creationId xmlns:a16="http://schemas.microsoft.com/office/drawing/2014/main" id="{DD9A4163-EB77-4337-98B1-2AAE615F00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0325" y="2667000"/>
            <a:ext cx="1022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0.0110</a:t>
            </a:r>
          </a:p>
        </p:txBody>
      </p:sp>
      <p:sp>
        <p:nvSpPr>
          <p:cNvPr id="52247" name="AutoShape 23">
            <a:extLst>
              <a:ext uri="{FF2B5EF4-FFF2-40B4-BE49-F238E27FC236}">
                <a16:creationId xmlns:a16="http://schemas.microsoft.com/office/drawing/2014/main" id="{F21B4258-CB9E-44B3-9741-E60CE2353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3338" y="2819400"/>
            <a:ext cx="304800" cy="457200"/>
          </a:xfrm>
          <a:prstGeom prst="wedgeRoundRectCallout">
            <a:avLst>
              <a:gd name="adj1" fmla="val -162500"/>
              <a:gd name="adj2" fmla="val 79167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zh-CN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248" name="Text Box 24">
            <a:extLst>
              <a:ext uri="{FF2B5EF4-FFF2-40B4-BE49-F238E27FC236}">
                <a16:creationId xmlns:a16="http://schemas.microsoft.com/office/drawing/2014/main" id="{C44CDB44-02F1-4BCD-871D-0026E00C7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9625" y="3290888"/>
            <a:ext cx="45402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∴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+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   0 . 0 1 1 0</a:t>
            </a:r>
          </a:p>
        </p:txBody>
      </p:sp>
      <p:sp>
        <p:nvSpPr>
          <p:cNvPr id="52249" name="Text Box 25">
            <a:extLst>
              <a:ext uri="{FF2B5EF4-FFF2-40B4-BE49-F238E27FC236}">
                <a16:creationId xmlns:a16="http://schemas.microsoft.com/office/drawing/2014/main" id="{5E993EA8-09E9-4FE7-835B-8842D78898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2538" y="4808538"/>
            <a:ext cx="90011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2250" name="Text Box 26">
            <a:extLst>
              <a:ext uri="{FF2B5EF4-FFF2-40B4-BE49-F238E27FC236}">
                <a16:creationId xmlns:a16="http://schemas.microsoft.com/office/drawing/2014/main" id="{02D175E8-4245-4FF8-8651-45C907571B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2538" y="5313363"/>
            <a:ext cx="9017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2251" name="Text Box 27">
            <a:extLst>
              <a:ext uri="{FF2B5EF4-FFF2-40B4-BE49-F238E27FC236}">
                <a16:creationId xmlns:a16="http://schemas.microsoft.com/office/drawing/2014/main" id="{F71A359D-EA65-4217-997A-A1160DD2DC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08113" y="5819775"/>
            <a:ext cx="19970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 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2252" name="Line 28">
            <a:extLst>
              <a:ext uri="{FF2B5EF4-FFF2-40B4-BE49-F238E27FC236}">
                <a16:creationId xmlns:a16="http://schemas.microsoft.com/office/drawing/2014/main" id="{E8428FF1-7672-4EEF-AB74-E9C32905D3D6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7800" y="5867400"/>
            <a:ext cx="46482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253" name="Text Box 29">
            <a:extLst>
              <a:ext uri="{FF2B5EF4-FFF2-40B4-BE49-F238E27FC236}">
                <a16:creationId xmlns:a16="http://schemas.microsoft.com/office/drawing/2014/main" id="{1D552179-EA37-447E-892C-51309F5117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9650" y="5334000"/>
            <a:ext cx="387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</a:t>
            </a:r>
          </a:p>
        </p:txBody>
      </p:sp>
      <p:sp>
        <p:nvSpPr>
          <p:cNvPr id="52254" name="Text Box 30">
            <a:extLst>
              <a:ext uri="{FF2B5EF4-FFF2-40B4-BE49-F238E27FC236}">
                <a16:creationId xmlns:a16="http://schemas.microsoft.com/office/drawing/2014/main" id="{7610E467-3EAF-4594-8C40-0A1B5FBEDB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4808538"/>
            <a:ext cx="3352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   1 ,  0 1 1 1</a:t>
            </a:r>
          </a:p>
        </p:txBody>
      </p:sp>
      <p:sp>
        <p:nvSpPr>
          <p:cNvPr id="52255" name="Text Box 31">
            <a:extLst>
              <a:ext uri="{FF2B5EF4-FFF2-40B4-BE49-F238E27FC236}">
                <a16:creationId xmlns:a16="http://schemas.microsoft.com/office/drawing/2014/main" id="{C0A7235E-ECC5-4987-B557-FF610929E8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5313363"/>
            <a:ext cx="3200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   1 ,  1 0 1 1</a:t>
            </a:r>
          </a:p>
        </p:txBody>
      </p:sp>
      <p:sp>
        <p:nvSpPr>
          <p:cNvPr id="52256" name="Text Box 32">
            <a:extLst>
              <a:ext uri="{FF2B5EF4-FFF2-40B4-BE49-F238E27FC236}">
                <a16:creationId xmlns:a16="http://schemas.microsoft.com/office/drawing/2014/main" id="{6B642FFE-6F93-4AAD-A0B2-CDB859A639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5819775"/>
            <a:ext cx="22542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1 1 ,  0 0 1 0</a:t>
            </a:r>
          </a:p>
        </p:txBody>
      </p:sp>
      <p:sp>
        <p:nvSpPr>
          <p:cNvPr id="52257" name="Text Box 33">
            <a:extLst>
              <a:ext uri="{FF2B5EF4-FFF2-40B4-BE49-F238E27FC236}">
                <a16:creationId xmlns:a16="http://schemas.microsoft.com/office/drawing/2014/main" id="{96368C10-61DF-4F4B-BD38-4CEDCF4211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5625" y="5819775"/>
            <a:ext cx="18097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+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2258" name="Text Box 34">
            <a:extLst>
              <a:ext uri="{FF2B5EF4-FFF2-40B4-BE49-F238E27FC236}">
                <a16:creationId xmlns:a16="http://schemas.microsoft.com/office/drawing/2014/main" id="{923392C4-7F2B-47FB-92B8-9BFA41F33B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400" y="4343400"/>
            <a:ext cx="7969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验证</a:t>
            </a:r>
          </a:p>
        </p:txBody>
      </p:sp>
      <p:sp>
        <p:nvSpPr>
          <p:cNvPr id="52259" name="Text Box 35">
            <a:extLst>
              <a:ext uri="{FF2B5EF4-FFF2-40B4-BE49-F238E27FC236}">
                <a16:creationId xmlns:a16="http://schemas.microsoft.com/office/drawing/2014/main" id="{4766B3DD-F979-41F8-803D-89DCFDD801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27925" y="5094288"/>
            <a:ext cx="1022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1001</a:t>
            </a:r>
          </a:p>
        </p:txBody>
      </p:sp>
      <p:sp>
        <p:nvSpPr>
          <p:cNvPr id="52260" name="Line 36">
            <a:extLst>
              <a:ext uri="{FF2B5EF4-FFF2-40B4-BE49-F238E27FC236}">
                <a16:creationId xmlns:a16="http://schemas.microsoft.com/office/drawing/2014/main" id="{44561EC9-6B4E-402E-B15D-E62F0194E69E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6600" y="5867400"/>
            <a:ext cx="16764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261" name="Text Box 37">
            <a:extLst>
              <a:ext uri="{FF2B5EF4-FFF2-40B4-BE49-F238E27FC236}">
                <a16:creationId xmlns:a16="http://schemas.microsoft.com/office/drawing/2014/main" id="{628387FA-4980-40AC-8D90-E7B065E5ED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27925" y="5791200"/>
            <a:ext cx="1022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1110</a:t>
            </a:r>
          </a:p>
        </p:txBody>
      </p:sp>
      <p:grpSp>
        <p:nvGrpSpPr>
          <p:cNvPr id="4" name="Group 38">
            <a:extLst>
              <a:ext uri="{FF2B5EF4-FFF2-40B4-BE49-F238E27FC236}">
                <a16:creationId xmlns:a16="http://schemas.microsoft.com/office/drawing/2014/main" id="{FB085C56-56A5-4D38-AED9-8BB05AB970CA}"/>
              </a:ext>
            </a:extLst>
          </p:cNvPr>
          <p:cNvGrpSpPr>
            <a:grpSpLocks/>
          </p:cNvGrpSpPr>
          <p:nvPr/>
        </p:nvGrpSpPr>
        <p:grpSpPr bwMode="auto">
          <a:xfrm>
            <a:off x="7262813" y="5410200"/>
            <a:ext cx="1287462" cy="457200"/>
            <a:chOff x="4575" y="3408"/>
            <a:chExt cx="811" cy="288"/>
          </a:xfrm>
        </p:grpSpPr>
        <p:sp>
          <p:nvSpPr>
            <p:cNvPr id="55340" name="Text Box 39">
              <a:extLst>
                <a:ext uri="{FF2B5EF4-FFF2-40B4-BE49-F238E27FC236}">
                  <a16:creationId xmlns:a16="http://schemas.microsoft.com/office/drawing/2014/main" id="{A59940FA-94F4-418A-BECC-4E9EF74CB3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2" y="3408"/>
              <a:ext cx="6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 0101</a:t>
              </a:r>
            </a:p>
          </p:txBody>
        </p:sp>
        <p:sp>
          <p:nvSpPr>
            <p:cNvPr id="55341" name="Text Box 40">
              <a:extLst>
                <a:ext uri="{FF2B5EF4-FFF2-40B4-BE49-F238E27FC236}">
                  <a16:creationId xmlns:a16="http://schemas.microsoft.com/office/drawing/2014/main" id="{526A20D0-AF17-4290-B749-C040D10C20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5" y="3408"/>
              <a:ext cx="22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</a:t>
              </a:r>
            </a:p>
          </p:txBody>
        </p:sp>
      </p:grpSp>
      <p:grpSp>
        <p:nvGrpSpPr>
          <p:cNvPr id="5" name="Group 41">
            <a:extLst>
              <a:ext uri="{FF2B5EF4-FFF2-40B4-BE49-F238E27FC236}">
                <a16:creationId xmlns:a16="http://schemas.microsoft.com/office/drawing/2014/main" id="{D9C2A58D-801E-4912-A098-C80954DE4E87}"/>
              </a:ext>
            </a:extLst>
          </p:cNvPr>
          <p:cNvGrpSpPr>
            <a:grpSpLocks/>
          </p:cNvGrpSpPr>
          <p:nvPr/>
        </p:nvGrpSpPr>
        <p:grpSpPr bwMode="auto">
          <a:xfrm>
            <a:off x="669925" y="3797300"/>
            <a:ext cx="4914900" cy="1023938"/>
            <a:chOff x="422" y="2392"/>
            <a:chExt cx="3096" cy="645"/>
          </a:xfrm>
        </p:grpSpPr>
        <p:sp>
          <p:nvSpPr>
            <p:cNvPr id="55337" name="Text Box 42">
              <a:extLst>
                <a:ext uri="{FF2B5EF4-FFF2-40B4-BE49-F238E27FC236}">
                  <a16:creationId xmlns:a16="http://schemas.microsoft.com/office/drawing/2014/main" id="{E64623C1-7B41-42A9-A88B-DE79C2FC17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" y="2392"/>
              <a:ext cx="815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例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2.2-2</a:t>
              </a:r>
            </a:p>
          </p:txBody>
        </p:sp>
        <p:sp>
          <p:nvSpPr>
            <p:cNvPr id="55338" name="Text Box 43">
              <a:extLst>
                <a:ext uri="{FF2B5EF4-FFF2-40B4-BE49-F238E27FC236}">
                  <a16:creationId xmlns:a16="http://schemas.microsoft.com/office/drawing/2014/main" id="{F0DAE4F7-AA27-460A-AF1E-B23C110946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392"/>
              <a:ext cx="212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设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–9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，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–5     </a:t>
              </a:r>
            </a:p>
          </p:txBody>
        </p:sp>
        <p:sp>
          <p:nvSpPr>
            <p:cNvPr id="55339" name="Text Box 44">
              <a:extLst>
                <a:ext uri="{FF2B5EF4-FFF2-40B4-BE49-F238E27FC236}">
                  <a16:creationId xmlns:a16="http://schemas.microsoft.com/office/drawing/2014/main" id="{7E4BA5FD-8712-4A0C-9138-8DA48A0035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710"/>
              <a:ext cx="112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求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[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]</a:t>
              </a:r>
              <a:r>
                <a:rPr kumimoji="1" lang="zh-CN" altLang="en-US" sz="2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补</a:t>
              </a:r>
            </a:p>
          </p:txBody>
        </p:sp>
      </p:grpSp>
      <p:sp>
        <p:nvSpPr>
          <p:cNvPr id="52269" name="Text Box 45">
            <a:extLst>
              <a:ext uri="{FF2B5EF4-FFF2-40B4-BE49-F238E27FC236}">
                <a16:creationId xmlns:a16="http://schemas.microsoft.com/office/drawing/2014/main" id="{688D50F8-8C39-43F3-9C5B-6F075334B4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3675" y="4808538"/>
            <a:ext cx="898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解：</a:t>
            </a:r>
          </a:p>
        </p:txBody>
      </p:sp>
      <p:sp>
        <p:nvSpPr>
          <p:cNvPr id="52270" name="Text Box 46">
            <a:extLst>
              <a:ext uri="{FF2B5EF4-FFF2-40B4-BE49-F238E27FC236}">
                <a16:creationId xmlns:a16="http://schemas.microsoft.com/office/drawing/2014/main" id="{B91D9F83-D528-4218-B9D2-3C9770405A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1688" y="6324600"/>
            <a:ext cx="28670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∴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+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1110</a:t>
            </a:r>
            <a:endParaRPr kumimoji="1" lang="en-US" altLang="zh-CN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271" name="AutoShape 47">
            <a:extLst>
              <a:ext uri="{FF2B5EF4-FFF2-40B4-BE49-F238E27FC236}">
                <a16:creationId xmlns:a16="http://schemas.microsoft.com/office/drawing/2014/main" id="{BCB8A077-E6C3-4D3C-B7C4-2542247EFB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3338" y="5867400"/>
            <a:ext cx="304800" cy="457200"/>
          </a:xfrm>
          <a:prstGeom prst="wedgeRoundRectCallout">
            <a:avLst>
              <a:gd name="adj1" fmla="val -162500"/>
              <a:gd name="adj2" fmla="val 79167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zh-CN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0" name="矩形 49">
            <a:extLst>
              <a:ext uri="{FF2B5EF4-FFF2-40B4-BE49-F238E27FC236}">
                <a16:creationId xmlns:a16="http://schemas.microsoft.com/office/drawing/2014/main" id="{8E4EB568-7DE5-4E70-9FDB-8F67278B7FAF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2. 2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定点数的加减运算</a:t>
            </a:r>
          </a:p>
        </p:txBody>
      </p:sp>
    </p:spTree>
    <p:extLst>
      <p:ext uri="{BB962C8B-B14F-4D97-AF65-F5344CB8AC3E}">
        <p14:creationId xmlns:p14="http://schemas.microsoft.com/office/powerpoint/2010/main" val="20149027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52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52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52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52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2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2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1" dur="500"/>
                                        <p:tgtEl>
                                          <p:spTgt spid="52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52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5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6" dur="500"/>
                                        <p:tgtEl>
                                          <p:spTgt spid="52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52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52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1" dur="500"/>
                                        <p:tgtEl>
                                          <p:spTgt spid="52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6" dur="500"/>
                                        <p:tgtEl>
                                          <p:spTgt spid="52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1" dur="500"/>
                                        <p:tgtEl>
                                          <p:spTgt spid="52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86" dur="500"/>
                                        <p:tgtEl>
                                          <p:spTgt spid="52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1" dur="500"/>
                                        <p:tgtEl>
                                          <p:spTgt spid="52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1" dur="500"/>
                                        <p:tgtEl>
                                          <p:spTgt spid="52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6" dur="500"/>
                                        <p:tgtEl>
                                          <p:spTgt spid="52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1" dur="500"/>
                                        <p:tgtEl>
                                          <p:spTgt spid="52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6" dur="500"/>
                                        <p:tgtEl>
                                          <p:spTgt spid="52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1" dur="500"/>
                                        <p:tgtEl>
                                          <p:spTgt spid="52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 nodeType="clickPar">
                      <p:stCondLst>
                        <p:cond delay="indefinite"/>
                      </p:stCondLst>
                      <p:childTnLst>
                        <p:par>
                          <p:cTn id="1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6" dur="500"/>
                                        <p:tgtEl>
                                          <p:spTgt spid="52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8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30" dur="500"/>
                                        <p:tgtEl>
                                          <p:spTgt spid="52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5" dur="500"/>
                                        <p:tgtEl>
                                          <p:spTgt spid="52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 nodeType="clickPar">
                      <p:stCondLst>
                        <p:cond delay="indefinite"/>
                      </p:stCondLst>
                      <p:childTnLst>
                        <p:par>
                          <p:cTn id="1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0" dur="500"/>
                                        <p:tgtEl>
                                          <p:spTgt spid="52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 nodeType="clickPar">
                      <p:stCondLst>
                        <p:cond delay="indefinite"/>
                      </p:stCondLst>
                      <p:childTnLst>
                        <p:par>
                          <p:cTn id="1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3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45" dur="500"/>
                                        <p:tgtEl>
                                          <p:spTgt spid="52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 nodeType="clickPar">
                      <p:stCondLst>
                        <p:cond delay="indefinite"/>
                      </p:stCondLst>
                      <p:childTnLst>
                        <p:par>
                          <p:cTn id="1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0" dur="500"/>
                                        <p:tgtEl>
                                          <p:spTgt spid="52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 nodeType="clickPar">
                      <p:stCondLst>
                        <p:cond delay="indefinite"/>
                      </p:stCondLst>
                      <p:childTnLst>
                        <p:par>
                          <p:cTn id="1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5" dur="500"/>
                                        <p:tgtEl>
                                          <p:spTgt spid="52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 nodeType="clickPar">
                      <p:stCondLst>
                        <p:cond delay="indefinite"/>
                      </p:stCondLst>
                      <p:childTnLst>
                        <p:par>
                          <p:cTn id="1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0" dur="500"/>
                                        <p:tgtEl>
                                          <p:spTgt spid="52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 nodeType="clickPar">
                      <p:stCondLst>
                        <p:cond delay="indefinite"/>
                      </p:stCondLst>
                      <p:childTnLst>
                        <p:par>
                          <p:cTn id="1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5" dur="500"/>
                                        <p:tgtEl>
                                          <p:spTgt spid="52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 nodeType="clickPar">
                      <p:stCondLst>
                        <p:cond delay="indefinite"/>
                      </p:stCondLst>
                      <p:childTnLst>
                        <p:par>
                          <p:cTn id="1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 nodeType="clickPar">
                      <p:stCondLst>
                        <p:cond delay="indefinite"/>
                      </p:stCondLst>
                      <p:childTnLst>
                        <p:par>
                          <p:cTn id="1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3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5" dur="500"/>
                                        <p:tgtEl>
                                          <p:spTgt spid="52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 nodeType="clickPar">
                      <p:stCondLst>
                        <p:cond delay="indefinite"/>
                      </p:stCondLst>
                      <p:childTnLst>
                        <p:par>
                          <p:cTn id="1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0" dur="500"/>
                                        <p:tgtEl>
                                          <p:spTgt spid="52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227" grpId="0" autoUpdateAnimBg="0"/>
      <p:bldP spid="52228" grpId="0" autoUpdateAnimBg="0"/>
      <p:bldP spid="52229" grpId="0" autoUpdateAnimBg="0"/>
      <p:bldP spid="52230" grpId="0" autoUpdateAnimBg="0"/>
      <p:bldP spid="52232" grpId="0" autoUpdateAnimBg="0"/>
      <p:bldP spid="52233" grpId="0" autoUpdateAnimBg="0"/>
      <p:bldP spid="52234" grpId="0" autoUpdateAnimBg="0"/>
      <p:bldP spid="52235" grpId="0" autoUpdateAnimBg="0"/>
      <p:bldP spid="52236" grpId="0" autoUpdateAnimBg="0"/>
      <p:bldP spid="52237" grpId="0" autoUpdateAnimBg="0"/>
      <p:bldP spid="52243" grpId="0" autoUpdateAnimBg="0"/>
      <p:bldP spid="52244" grpId="0" autoUpdateAnimBg="0"/>
      <p:bldP spid="52246" grpId="0" autoUpdateAnimBg="0"/>
      <p:bldP spid="52247" grpId="0" animBg="1" autoUpdateAnimBg="0"/>
      <p:bldP spid="52248" grpId="0" autoUpdateAnimBg="0"/>
      <p:bldP spid="52249" grpId="0" autoUpdateAnimBg="0"/>
      <p:bldP spid="52250" grpId="0" autoUpdateAnimBg="0"/>
      <p:bldP spid="52251" grpId="0" autoUpdateAnimBg="0"/>
      <p:bldP spid="52253" grpId="0" autoUpdateAnimBg="0"/>
      <p:bldP spid="52254" grpId="0" autoUpdateAnimBg="0"/>
      <p:bldP spid="52255" grpId="0" autoUpdateAnimBg="0"/>
      <p:bldP spid="52256" grpId="0" autoUpdateAnimBg="0"/>
      <p:bldP spid="52257" grpId="0" autoUpdateAnimBg="0"/>
      <p:bldP spid="52258" grpId="0" autoUpdateAnimBg="0"/>
      <p:bldP spid="52259" grpId="0" autoUpdateAnimBg="0"/>
      <p:bldP spid="52261" grpId="0" autoUpdateAnimBg="0"/>
      <p:bldP spid="52269" grpId="0" autoUpdateAnimBg="0"/>
      <p:bldP spid="52270" grpId="0" autoUpdateAnimBg="0"/>
      <p:bldP spid="52271" grpId="0" animBg="1" autoUpdateAnimBg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Text Box 2">
            <a:extLst>
              <a:ext uri="{FF2B5EF4-FFF2-40B4-BE49-F238E27FC236}">
                <a16:creationId xmlns:a16="http://schemas.microsoft.com/office/drawing/2014/main" id="{F5848730-540D-4AF8-867D-A8A61B51D4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01" y="160229"/>
            <a:ext cx="1609736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例</a:t>
            </a:r>
            <a:r>
              <a:rPr kumimoji="1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2.2-3</a:t>
            </a:r>
          </a:p>
        </p:txBody>
      </p:sp>
      <p:sp>
        <p:nvSpPr>
          <p:cNvPr id="53251" name="Text Box 3">
            <a:extLst>
              <a:ext uri="{FF2B5EF4-FFF2-40B4-BE49-F238E27FC236}">
                <a16:creationId xmlns:a16="http://schemas.microsoft.com/office/drawing/2014/main" id="{E73FDC1D-60DA-45C5-95B3-A99B533E43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1037" y="325160"/>
            <a:ext cx="631294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设机器数字长为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8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位（含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位符号位）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且  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= 15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 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= 24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，用补码求 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+ 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</a:p>
        </p:txBody>
      </p:sp>
      <p:sp>
        <p:nvSpPr>
          <p:cNvPr id="53252" name="Text Box 4">
            <a:extLst>
              <a:ext uri="{FF2B5EF4-FFF2-40B4-BE49-F238E27FC236}">
                <a16:creationId xmlns:a16="http://schemas.microsoft.com/office/drawing/2014/main" id="{541EF352-FB42-45A8-A731-775D20719D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41425"/>
            <a:ext cx="898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解：</a:t>
            </a: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8F58B771-49A2-4063-9392-AC3875850D50}"/>
              </a:ext>
            </a:extLst>
          </p:cNvPr>
          <p:cNvGrpSpPr>
            <a:grpSpLocks/>
          </p:cNvGrpSpPr>
          <p:nvPr/>
        </p:nvGrpSpPr>
        <p:grpSpPr bwMode="auto">
          <a:xfrm>
            <a:off x="2270125" y="1241425"/>
            <a:ext cx="2968625" cy="519113"/>
            <a:chOff x="1430" y="782"/>
            <a:chExt cx="1870" cy="327"/>
          </a:xfrm>
        </p:grpSpPr>
        <p:sp>
          <p:nvSpPr>
            <p:cNvPr id="56367" name="Text Box 6">
              <a:extLst>
                <a:ext uri="{FF2B5EF4-FFF2-40B4-BE49-F238E27FC236}">
                  <a16:creationId xmlns:a16="http://schemas.microsoft.com/office/drawing/2014/main" id="{27FB94E8-6E31-4F6E-A619-0F2B2FC7A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0" y="782"/>
              <a:ext cx="89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15   </a:t>
              </a:r>
            </a:p>
          </p:txBody>
        </p:sp>
        <p:sp>
          <p:nvSpPr>
            <p:cNvPr id="56368" name="Text Box 7">
              <a:extLst>
                <a:ext uri="{FF2B5EF4-FFF2-40B4-BE49-F238E27FC236}">
                  <a16:creationId xmlns:a16="http://schemas.microsoft.com/office/drawing/2014/main" id="{18C6F2AD-0926-40BB-A8F6-8EF8501F9B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0" y="782"/>
              <a:ext cx="11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  0001111</a:t>
              </a:r>
            </a:p>
          </p:txBody>
        </p:sp>
      </p:grpSp>
      <p:grpSp>
        <p:nvGrpSpPr>
          <p:cNvPr id="3" name="Group 8">
            <a:extLst>
              <a:ext uri="{FF2B5EF4-FFF2-40B4-BE49-F238E27FC236}">
                <a16:creationId xmlns:a16="http://schemas.microsoft.com/office/drawing/2014/main" id="{47829E72-2E70-47B7-9D61-32AA714E0AB2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751013"/>
            <a:ext cx="2968625" cy="519112"/>
            <a:chOff x="1440" y="1103"/>
            <a:chExt cx="1870" cy="327"/>
          </a:xfrm>
        </p:grpSpPr>
        <p:sp>
          <p:nvSpPr>
            <p:cNvPr id="56365" name="Text Box 9">
              <a:extLst>
                <a:ext uri="{FF2B5EF4-FFF2-40B4-BE49-F238E27FC236}">
                  <a16:creationId xmlns:a16="http://schemas.microsoft.com/office/drawing/2014/main" id="{AB6B3901-A534-43FC-A5DA-068B688604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0" y="1103"/>
              <a:ext cx="729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24</a:t>
              </a:r>
            </a:p>
          </p:txBody>
        </p:sp>
        <p:sp>
          <p:nvSpPr>
            <p:cNvPr id="56366" name="Text Box 10">
              <a:extLst>
                <a:ext uri="{FF2B5EF4-FFF2-40B4-BE49-F238E27FC236}">
                  <a16:creationId xmlns:a16="http://schemas.microsoft.com/office/drawing/2014/main" id="{B89EB03C-AC3D-43DB-8448-254ED3D856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0" y="1103"/>
              <a:ext cx="11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  0011000</a:t>
              </a:r>
            </a:p>
          </p:txBody>
        </p:sp>
      </p:grpSp>
      <p:sp>
        <p:nvSpPr>
          <p:cNvPr id="53259" name="Text Box 11">
            <a:extLst>
              <a:ext uri="{FF2B5EF4-FFF2-40B4-BE49-F238E27FC236}">
                <a16:creationId xmlns:a16="http://schemas.microsoft.com/office/drawing/2014/main" id="{578B4F21-1BD5-451F-9266-C160D8F18D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3276600"/>
            <a:ext cx="200888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 [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3260" name="Text Box 12">
            <a:extLst>
              <a:ext uri="{FF2B5EF4-FFF2-40B4-BE49-F238E27FC236}">
                <a16:creationId xmlns:a16="http://schemas.microsoft.com/office/drawing/2014/main" id="{F9D35746-07C5-41D6-BE49-42EB7C41ED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5325" y="2833688"/>
            <a:ext cx="3873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</a:t>
            </a:r>
          </a:p>
        </p:txBody>
      </p:sp>
      <p:grpSp>
        <p:nvGrpSpPr>
          <p:cNvPr id="4" name="Group 13">
            <a:extLst>
              <a:ext uri="{FF2B5EF4-FFF2-40B4-BE49-F238E27FC236}">
                <a16:creationId xmlns:a16="http://schemas.microsoft.com/office/drawing/2014/main" id="{B1F5CD1A-4A86-4F80-8246-106C12AA4BF6}"/>
              </a:ext>
            </a:extLst>
          </p:cNvPr>
          <p:cNvGrpSpPr>
            <a:grpSpLocks/>
          </p:cNvGrpSpPr>
          <p:nvPr/>
        </p:nvGrpSpPr>
        <p:grpSpPr bwMode="auto">
          <a:xfrm>
            <a:off x="2522538" y="2259013"/>
            <a:ext cx="3087687" cy="519112"/>
            <a:chOff x="1589" y="1423"/>
            <a:chExt cx="1945" cy="327"/>
          </a:xfrm>
        </p:grpSpPr>
        <p:sp>
          <p:nvSpPr>
            <p:cNvPr id="56363" name="Text Box 14">
              <a:extLst>
                <a:ext uri="{FF2B5EF4-FFF2-40B4-BE49-F238E27FC236}">
                  <a16:creationId xmlns:a16="http://schemas.microsoft.com/office/drawing/2014/main" id="{5429324F-BB45-4783-9FE8-3ECA4D5524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9" y="1423"/>
              <a:ext cx="56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[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]</a:t>
              </a:r>
              <a:r>
                <a:rPr kumimoji="1" lang="zh-CN" altLang="en-US" sz="2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补</a:t>
              </a:r>
            </a:p>
          </p:txBody>
        </p:sp>
        <p:sp>
          <p:nvSpPr>
            <p:cNvPr id="56364" name="Text Box 15">
              <a:extLst>
                <a:ext uri="{FF2B5EF4-FFF2-40B4-BE49-F238E27FC236}">
                  <a16:creationId xmlns:a16="http://schemas.microsoft.com/office/drawing/2014/main" id="{A9204804-44D1-4B85-B10F-126DCA96A9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0" y="1423"/>
              <a:ext cx="136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  0, 0001111</a:t>
              </a:r>
            </a:p>
          </p:txBody>
        </p:sp>
      </p:grpSp>
      <p:grpSp>
        <p:nvGrpSpPr>
          <p:cNvPr id="5" name="Group 16">
            <a:extLst>
              <a:ext uri="{FF2B5EF4-FFF2-40B4-BE49-F238E27FC236}">
                <a16:creationId xmlns:a16="http://schemas.microsoft.com/office/drawing/2014/main" id="{280158FD-C25C-419C-9CB8-8B43E26B2425}"/>
              </a:ext>
            </a:extLst>
          </p:cNvPr>
          <p:cNvGrpSpPr>
            <a:grpSpLocks/>
          </p:cNvGrpSpPr>
          <p:nvPr/>
        </p:nvGrpSpPr>
        <p:grpSpPr bwMode="auto">
          <a:xfrm>
            <a:off x="2260600" y="2759078"/>
            <a:ext cx="3286126" cy="533401"/>
            <a:chOff x="1424" y="1738"/>
            <a:chExt cx="2070" cy="336"/>
          </a:xfrm>
        </p:grpSpPr>
        <p:sp>
          <p:nvSpPr>
            <p:cNvPr id="56361" name="Text Box 17">
              <a:extLst>
                <a:ext uri="{FF2B5EF4-FFF2-40B4-BE49-F238E27FC236}">
                  <a16:creationId xmlns:a16="http://schemas.microsoft.com/office/drawing/2014/main" id="{695AD67A-8350-40E3-B645-3F0B9599D5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4" y="1744"/>
              <a:ext cx="739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[</a:t>
              </a:r>
              <a:r>
                <a:rPr kumimoji="1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]</a:t>
              </a:r>
              <a:r>
                <a:rPr kumimoji="1" lang="zh-CN" altLang="en-US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补</a:t>
              </a:r>
            </a:p>
          </p:txBody>
        </p:sp>
        <p:sp>
          <p:nvSpPr>
            <p:cNvPr id="56362" name="Text Box 18">
              <a:extLst>
                <a:ext uri="{FF2B5EF4-FFF2-40B4-BE49-F238E27FC236}">
                  <a16:creationId xmlns:a16="http://schemas.microsoft.com/office/drawing/2014/main" id="{E9225524-D24F-4498-AA0C-AE392EE6BB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7" y="1738"/>
              <a:ext cx="130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 0, 0011000</a:t>
              </a:r>
            </a:p>
          </p:txBody>
        </p:sp>
      </p:grpSp>
      <p:sp>
        <p:nvSpPr>
          <p:cNvPr id="53267" name="Text Box 19">
            <a:extLst>
              <a:ext uri="{FF2B5EF4-FFF2-40B4-BE49-F238E27FC236}">
                <a16:creationId xmlns:a16="http://schemas.microsoft.com/office/drawing/2014/main" id="{8D81D260-7927-4772-A862-FA138A2E96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3288" y="3276600"/>
            <a:ext cx="2438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 0, 0100111</a:t>
            </a:r>
          </a:p>
        </p:txBody>
      </p:sp>
      <p:sp>
        <p:nvSpPr>
          <p:cNvPr id="53268" name="Text Box 20">
            <a:extLst>
              <a:ext uri="{FF2B5EF4-FFF2-40B4-BE49-F238E27FC236}">
                <a16:creationId xmlns:a16="http://schemas.microsoft.com/office/drawing/2014/main" id="{37FCE370-15CD-4A98-B477-39ACBE9A30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3276600"/>
            <a:ext cx="173316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[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+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3269" name="Text Box 21">
            <a:extLst>
              <a:ext uri="{FF2B5EF4-FFF2-40B4-BE49-F238E27FC236}">
                <a16:creationId xmlns:a16="http://schemas.microsoft.com/office/drawing/2014/main" id="{7776086C-6B7E-4F0E-A3C9-67AC602B2B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6325" y="2259013"/>
            <a:ext cx="28829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0, 0011000</a:t>
            </a:r>
          </a:p>
        </p:txBody>
      </p:sp>
      <p:grpSp>
        <p:nvGrpSpPr>
          <p:cNvPr id="6" name="Group 22">
            <a:extLst>
              <a:ext uri="{FF2B5EF4-FFF2-40B4-BE49-F238E27FC236}">
                <a16:creationId xmlns:a16="http://schemas.microsoft.com/office/drawing/2014/main" id="{C40AA3DD-A51B-4C50-A5B6-66E75A3F1ED2}"/>
              </a:ext>
            </a:extLst>
          </p:cNvPr>
          <p:cNvGrpSpPr>
            <a:grpSpLocks/>
          </p:cNvGrpSpPr>
          <p:nvPr/>
        </p:nvGrpSpPr>
        <p:grpSpPr bwMode="auto">
          <a:xfrm>
            <a:off x="755576" y="4914686"/>
            <a:ext cx="6786563" cy="735012"/>
            <a:chOff x="470" y="2657"/>
            <a:chExt cx="4275" cy="463"/>
          </a:xfrm>
        </p:grpSpPr>
        <p:grpSp>
          <p:nvGrpSpPr>
            <p:cNvPr id="56350" name="Group 23">
              <a:extLst>
                <a:ext uri="{FF2B5EF4-FFF2-40B4-BE49-F238E27FC236}">
                  <a16:creationId xmlns:a16="http://schemas.microsoft.com/office/drawing/2014/main" id="{AFA1E52D-9094-4329-8CC3-73BB7E5387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0" y="2706"/>
              <a:ext cx="4275" cy="327"/>
              <a:chOff x="470" y="2706"/>
              <a:chExt cx="4275" cy="327"/>
            </a:xfrm>
          </p:grpSpPr>
          <p:sp>
            <p:nvSpPr>
              <p:cNvPr id="56359" name="Text Box 24">
                <a:extLst>
                  <a:ext uri="{FF2B5EF4-FFF2-40B4-BE49-F238E27FC236}">
                    <a16:creationId xmlns:a16="http://schemas.microsoft.com/office/drawing/2014/main" id="{61F03B1C-CBA1-45C8-A713-DE55CFB49C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0" y="2706"/>
                <a:ext cx="73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练习 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6360" name="Text Box 25">
                <a:extLst>
                  <a:ext uri="{FF2B5EF4-FFF2-40B4-BE49-F238E27FC236}">
                    <a16:creationId xmlns:a16="http://schemas.microsoft.com/office/drawing/2014/main" id="{A5791E5D-8B84-4A37-ADF5-BC986C12BA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3" y="2706"/>
                <a:ext cx="3442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设 </a:t>
                </a: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x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=         </a:t>
                </a: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=        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，用补码求 </a:t>
                </a: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x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+</a:t>
                </a: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</a:p>
            </p:txBody>
          </p:sp>
        </p:grpSp>
        <p:grpSp>
          <p:nvGrpSpPr>
            <p:cNvPr id="56351" name="Group 26">
              <a:extLst>
                <a:ext uri="{FF2B5EF4-FFF2-40B4-BE49-F238E27FC236}">
                  <a16:creationId xmlns:a16="http://schemas.microsoft.com/office/drawing/2014/main" id="{8BCACFE9-458C-45FF-9998-3E88BB5F73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6" y="2657"/>
              <a:ext cx="299" cy="457"/>
              <a:chOff x="1680" y="2937"/>
              <a:chExt cx="299" cy="457"/>
            </a:xfrm>
          </p:grpSpPr>
          <p:sp>
            <p:nvSpPr>
              <p:cNvPr id="56356" name="Text Box 27">
                <a:extLst>
                  <a:ext uri="{FF2B5EF4-FFF2-40B4-BE49-F238E27FC236}">
                    <a16:creationId xmlns:a16="http://schemas.microsoft.com/office/drawing/2014/main" id="{6D547FF8-625E-495A-AD66-EEA5C5A0AC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72" y="2937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9</a:t>
                </a:r>
              </a:p>
            </p:txBody>
          </p:sp>
          <p:sp>
            <p:nvSpPr>
              <p:cNvPr id="56357" name="Text Box 28">
                <a:extLst>
                  <a:ext uri="{FF2B5EF4-FFF2-40B4-BE49-F238E27FC236}">
                    <a16:creationId xmlns:a16="http://schemas.microsoft.com/office/drawing/2014/main" id="{C5EAD935-EE36-4155-BC89-B98D3DB00A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2" y="314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16</a:t>
                </a:r>
              </a:p>
            </p:txBody>
          </p:sp>
          <p:sp>
            <p:nvSpPr>
              <p:cNvPr id="56358" name="Line 29">
                <a:extLst>
                  <a:ext uri="{FF2B5EF4-FFF2-40B4-BE49-F238E27FC236}">
                    <a16:creationId xmlns:a16="http://schemas.microsoft.com/office/drawing/2014/main" id="{F8B3A74C-F75A-43F8-ADC5-47636CC3D4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80" y="3168"/>
                <a:ext cx="299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56352" name="Group 30">
              <a:extLst>
                <a:ext uri="{FF2B5EF4-FFF2-40B4-BE49-F238E27FC236}">
                  <a16:creationId xmlns:a16="http://schemas.microsoft.com/office/drawing/2014/main" id="{D6992F5F-1B29-41EC-99F1-6CF356F8AD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1" y="2663"/>
              <a:ext cx="299" cy="457"/>
              <a:chOff x="2485" y="2943"/>
              <a:chExt cx="299" cy="457"/>
            </a:xfrm>
          </p:grpSpPr>
          <p:sp>
            <p:nvSpPr>
              <p:cNvPr id="56353" name="Text Box 31">
                <a:extLst>
                  <a:ext uri="{FF2B5EF4-FFF2-40B4-BE49-F238E27FC236}">
                    <a16:creationId xmlns:a16="http://schemas.microsoft.com/office/drawing/2014/main" id="{593B031E-43B8-46CF-BC59-088EC63D46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08" y="2943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11</a:t>
                </a:r>
              </a:p>
            </p:txBody>
          </p:sp>
          <p:sp>
            <p:nvSpPr>
              <p:cNvPr id="56354" name="Text Box 32">
                <a:extLst>
                  <a:ext uri="{FF2B5EF4-FFF2-40B4-BE49-F238E27FC236}">
                    <a16:creationId xmlns:a16="http://schemas.microsoft.com/office/drawing/2014/main" id="{C097595F-E2BC-4914-8DA7-2F3C266089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08" y="315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16</a:t>
                </a:r>
              </a:p>
            </p:txBody>
          </p:sp>
          <p:sp>
            <p:nvSpPr>
              <p:cNvPr id="56355" name="Line 33">
                <a:extLst>
                  <a:ext uri="{FF2B5EF4-FFF2-40B4-BE49-F238E27FC236}">
                    <a16:creationId xmlns:a16="http://schemas.microsoft.com/office/drawing/2014/main" id="{5D48C9D8-4F21-4FB6-AA9C-D716696CAA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5" y="3168"/>
                <a:ext cx="299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17" name="Group 34">
            <a:extLst>
              <a:ext uri="{FF2B5EF4-FFF2-40B4-BE49-F238E27FC236}">
                <a16:creationId xmlns:a16="http://schemas.microsoft.com/office/drawing/2014/main" id="{BF10053E-3636-4271-8BCA-95BB566CD9F0}"/>
              </a:ext>
            </a:extLst>
          </p:cNvPr>
          <p:cNvGrpSpPr>
            <a:grpSpLocks/>
          </p:cNvGrpSpPr>
          <p:nvPr/>
        </p:nvGrpSpPr>
        <p:grpSpPr bwMode="auto">
          <a:xfrm>
            <a:off x="2873301" y="5421098"/>
            <a:ext cx="3521075" cy="725488"/>
            <a:chOff x="1478" y="2976"/>
            <a:chExt cx="2218" cy="457"/>
          </a:xfrm>
        </p:grpSpPr>
        <p:sp>
          <p:nvSpPr>
            <p:cNvPr id="56344" name="Text Box 35">
              <a:extLst>
                <a:ext uri="{FF2B5EF4-FFF2-40B4-BE49-F238E27FC236}">
                  <a16:creationId xmlns:a16="http://schemas.microsoft.com/office/drawing/2014/main" id="{F16E75A3-9B7A-41FC-BD03-4E43FCA426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8" y="3026"/>
              <a:ext cx="177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 0.1100 =</a:t>
              </a:r>
            </a:p>
          </p:txBody>
        </p:sp>
        <p:grpSp>
          <p:nvGrpSpPr>
            <p:cNvPr id="56345" name="Group 36">
              <a:extLst>
                <a:ext uri="{FF2B5EF4-FFF2-40B4-BE49-F238E27FC236}">
                  <a16:creationId xmlns:a16="http://schemas.microsoft.com/office/drawing/2014/main" id="{B8D8DE34-AB30-4AE4-B379-3C07B7F03D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97" y="2976"/>
              <a:ext cx="299" cy="457"/>
              <a:chOff x="3397" y="2976"/>
              <a:chExt cx="299" cy="457"/>
            </a:xfrm>
          </p:grpSpPr>
          <p:sp>
            <p:nvSpPr>
              <p:cNvPr id="56347" name="Text Box 37">
                <a:extLst>
                  <a:ext uri="{FF2B5EF4-FFF2-40B4-BE49-F238E27FC236}">
                    <a16:creationId xmlns:a16="http://schemas.microsoft.com/office/drawing/2014/main" id="{D3EB0335-7C6B-41D1-8854-CDA6FF3874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20" y="2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12</a:t>
                </a:r>
              </a:p>
            </p:txBody>
          </p:sp>
          <p:sp>
            <p:nvSpPr>
              <p:cNvPr id="56348" name="Text Box 38">
                <a:extLst>
                  <a:ext uri="{FF2B5EF4-FFF2-40B4-BE49-F238E27FC236}">
                    <a16:creationId xmlns:a16="http://schemas.microsoft.com/office/drawing/2014/main" id="{18CAC3D8-E698-424A-87E3-578F1A8AA7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20" y="3183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16</a:t>
                </a:r>
              </a:p>
            </p:txBody>
          </p:sp>
          <p:sp>
            <p:nvSpPr>
              <p:cNvPr id="56349" name="Line 39">
                <a:extLst>
                  <a:ext uri="{FF2B5EF4-FFF2-40B4-BE49-F238E27FC236}">
                    <a16:creationId xmlns:a16="http://schemas.microsoft.com/office/drawing/2014/main" id="{A6BBB844-1888-4253-9E6A-9DBD193D26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97" y="3201"/>
                <a:ext cx="299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56346" name="Text Box 40">
              <a:extLst>
                <a:ext uri="{FF2B5EF4-FFF2-40B4-BE49-F238E27FC236}">
                  <a16:creationId xmlns:a16="http://schemas.microsoft.com/office/drawing/2014/main" id="{6BAD6E2B-5A59-4A2D-9EDA-8E2CB0FEAF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5" y="3001"/>
              <a:ext cx="22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</a:t>
              </a:r>
            </a:p>
          </p:txBody>
        </p:sp>
      </p:grpSp>
      <p:sp>
        <p:nvSpPr>
          <p:cNvPr id="53291" name="Text Box 43">
            <a:extLst>
              <a:ext uri="{FF2B5EF4-FFF2-40B4-BE49-F238E27FC236}">
                <a16:creationId xmlns:a16="http://schemas.microsoft.com/office/drawing/2014/main" id="{EA03A03A-CFDB-4B20-869E-5C5CB5F2A8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399" y="3786188"/>
            <a:ext cx="616054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 eaLnBrk="1" hangingPunct="1">
              <a:spcBef>
                <a:spcPct val="0"/>
              </a:spcBef>
              <a:buNone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∴ 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+ 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=(0,0100111)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 (49)</a:t>
            </a:r>
            <a:r>
              <a:rPr kumimoji="1" lang="en-US" altLang="zh-CN" sz="2800" b="1" baseline="-250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</a:t>
            </a:r>
            <a:endParaRPr kumimoji="1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3292" name="Line 44">
            <a:extLst>
              <a:ext uri="{FF2B5EF4-FFF2-40B4-BE49-F238E27FC236}">
                <a16:creationId xmlns:a16="http://schemas.microsoft.com/office/drawing/2014/main" id="{EDE5686D-167A-4000-8750-7D37289B7044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6800" y="3276600"/>
            <a:ext cx="67056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293" name="Text Box 45">
            <a:extLst>
              <a:ext uri="{FF2B5EF4-FFF2-40B4-BE49-F238E27FC236}">
                <a16:creationId xmlns:a16="http://schemas.microsoft.com/office/drawing/2014/main" id="{6BCC9A09-283D-4592-A9DB-FB3EB02E9C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2564" y="5465548"/>
            <a:ext cx="54133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错</a:t>
            </a:r>
          </a:p>
        </p:txBody>
      </p:sp>
      <p:sp>
        <p:nvSpPr>
          <p:cNvPr id="49" name="矩形 48">
            <a:extLst>
              <a:ext uri="{FF2B5EF4-FFF2-40B4-BE49-F238E27FC236}">
                <a16:creationId xmlns:a16="http://schemas.microsoft.com/office/drawing/2014/main" id="{5E31A035-A6AD-49A0-A7B5-0DF5A1732ADA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2. 2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定点数的加减运算</a:t>
            </a:r>
          </a:p>
        </p:txBody>
      </p:sp>
    </p:spTree>
    <p:extLst>
      <p:ext uri="{BB962C8B-B14F-4D97-AF65-F5344CB8AC3E}">
        <p14:creationId xmlns:p14="http://schemas.microsoft.com/office/powerpoint/2010/main" val="2035368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3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53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3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53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4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6" dur="500"/>
                                        <p:tgtEl>
                                          <p:spTgt spid="53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53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53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53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53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1" dur="500"/>
                                        <p:tgtEl>
                                          <p:spTgt spid="53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251" grpId="0" autoUpdateAnimBg="0"/>
      <p:bldP spid="53252" grpId="0" autoUpdateAnimBg="0"/>
      <p:bldP spid="53259" grpId="0" autoUpdateAnimBg="0"/>
      <p:bldP spid="53260" grpId="0" autoUpdateAnimBg="0"/>
      <p:bldP spid="53267" grpId="0" autoUpdateAnimBg="0"/>
      <p:bldP spid="53268" grpId="0" autoUpdateAnimBg="0"/>
      <p:bldP spid="53269" grpId="0" autoUpdateAnimBg="0"/>
      <p:bldP spid="53291" grpId="0" autoUpdateAnimBg="0"/>
      <p:bldP spid="53293" grpId="0" autoUpdateAnimBg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Text Box 2">
            <a:extLst>
              <a:ext uri="{FF2B5EF4-FFF2-40B4-BE49-F238E27FC236}">
                <a16:creationId xmlns:a16="http://schemas.microsoft.com/office/drawing/2014/main" id="{0AD57C91-6C66-464A-B3AF-40F9576AEC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7525" y="273050"/>
            <a:ext cx="24765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 </a:t>
            </a:r>
            <a:r>
              <a:rPr kumimoji="1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溢出判断</a:t>
            </a:r>
          </a:p>
        </p:txBody>
      </p:sp>
      <p:sp>
        <p:nvSpPr>
          <p:cNvPr id="54275" name="Text Box 3">
            <a:extLst>
              <a:ext uri="{FF2B5EF4-FFF2-40B4-BE49-F238E27FC236}">
                <a16:creationId xmlns:a16="http://schemas.microsoft.com/office/drawing/2014/main" id="{CB06B6C9-818B-4CC2-B8B7-8CD391B76A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1096963"/>
            <a:ext cx="5257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(1)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一位符号位判溢出</a:t>
            </a:r>
          </a:p>
        </p:txBody>
      </p:sp>
      <p:sp>
        <p:nvSpPr>
          <p:cNvPr id="54276" name="Text Box 4">
            <a:extLst>
              <a:ext uri="{FF2B5EF4-FFF2-40B4-BE49-F238E27FC236}">
                <a16:creationId xmlns:a16="http://schemas.microsoft.com/office/drawing/2014/main" id="{B12636A9-B0CD-42DE-B9BE-3AE49AC7FA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1698625"/>
            <a:ext cx="7772400" cy="1820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3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参加操作的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两个数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（减法时即为被减数和“求补”</a:t>
            </a:r>
          </a:p>
          <a:p>
            <a:pPr marL="0" marR="0" lvl="0" indent="0" algn="l" defTabSz="914400" rtl="0" eaLnBrk="1" fontAlgn="base" latinLnBrk="0" hangingPunct="1">
              <a:lnSpc>
                <a:spcPct val="13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以后的减数）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符号相同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其结果的符号与原操作</a:t>
            </a:r>
          </a:p>
          <a:p>
            <a:pPr marL="0" marR="0" lvl="0" indent="0" algn="l" defTabSz="914400" rtl="0" eaLnBrk="1" fontAlgn="base" latinLnBrk="0" hangingPunct="1">
              <a:lnSpc>
                <a:spcPct val="13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数的符号不同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即为溢出</a:t>
            </a:r>
          </a:p>
        </p:txBody>
      </p:sp>
      <p:sp>
        <p:nvSpPr>
          <p:cNvPr id="54277" name="Text Box 5">
            <a:extLst>
              <a:ext uri="{FF2B5EF4-FFF2-40B4-BE49-F238E27FC236}">
                <a16:creationId xmlns:a16="http://schemas.microsoft.com/office/drawing/2014/main" id="{A926635A-F2D8-4D3F-BA60-C098260F68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3657600"/>
            <a:ext cx="16129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硬件实现</a:t>
            </a:r>
          </a:p>
        </p:txBody>
      </p:sp>
      <p:grpSp>
        <p:nvGrpSpPr>
          <p:cNvPr id="2" name="Group 6">
            <a:extLst>
              <a:ext uri="{FF2B5EF4-FFF2-40B4-BE49-F238E27FC236}">
                <a16:creationId xmlns:a16="http://schemas.microsoft.com/office/drawing/2014/main" id="{840A1999-600D-46BB-9D76-17771554FDE0}"/>
              </a:ext>
            </a:extLst>
          </p:cNvPr>
          <p:cNvGrpSpPr>
            <a:grpSpLocks/>
          </p:cNvGrpSpPr>
          <p:nvPr/>
        </p:nvGrpSpPr>
        <p:grpSpPr bwMode="auto">
          <a:xfrm>
            <a:off x="1066800" y="4257675"/>
            <a:ext cx="6365875" cy="519113"/>
            <a:chOff x="672" y="2682"/>
            <a:chExt cx="4010" cy="327"/>
          </a:xfrm>
        </p:grpSpPr>
        <p:sp>
          <p:nvSpPr>
            <p:cNvPr id="57369" name="Text Box 7">
              <a:extLst>
                <a:ext uri="{FF2B5EF4-FFF2-40B4-BE49-F238E27FC236}">
                  <a16:creationId xmlns:a16="http://schemas.microsoft.com/office/drawing/2014/main" id="{FC4B9BD4-BD78-402B-8AB5-E1B125EE9B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" y="2682"/>
              <a:ext cx="401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最高有效位的进位       符号位的进位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 1</a:t>
              </a:r>
            </a:p>
          </p:txBody>
        </p:sp>
        <p:sp>
          <p:nvSpPr>
            <p:cNvPr id="57370" name="AutoShape 8">
              <a:extLst>
                <a:ext uri="{FF2B5EF4-FFF2-40B4-BE49-F238E27FC236}">
                  <a16:creationId xmlns:a16="http://schemas.microsoft.com/office/drawing/2014/main" id="{5E8BB928-C1AA-426C-A063-40238B588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736"/>
              <a:ext cx="192" cy="192"/>
            </a:xfrm>
            <a:prstGeom prst="flowChartOr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54281" name="Text Box 9">
            <a:extLst>
              <a:ext uri="{FF2B5EF4-FFF2-40B4-BE49-F238E27FC236}">
                <a16:creationId xmlns:a16="http://schemas.microsoft.com/office/drawing/2014/main" id="{F50924AE-40E0-4AB2-B77D-DA1DB031E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4768850"/>
            <a:ext cx="5397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如</a:t>
            </a:r>
          </a:p>
        </p:txBody>
      </p:sp>
      <p:grpSp>
        <p:nvGrpSpPr>
          <p:cNvPr id="3" name="Group 10">
            <a:extLst>
              <a:ext uri="{FF2B5EF4-FFF2-40B4-BE49-F238E27FC236}">
                <a16:creationId xmlns:a16="http://schemas.microsoft.com/office/drawing/2014/main" id="{A96372A2-DD38-47DC-B018-30BC8D61FC81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4800600"/>
            <a:ext cx="1543050" cy="981075"/>
            <a:chOff x="1776" y="3024"/>
            <a:chExt cx="972" cy="618"/>
          </a:xfrm>
        </p:grpSpPr>
        <p:sp>
          <p:nvSpPr>
            <p:cNvPr id="57365" name="AutoShape 11">
              <a:extLst>
                <a:ext uri="{FF2B5EF4-FFF2-40B4-BE49-F238E27FC236}">
                  <a16:creationId xmlns:a16="http://schemas.microsoft.com/office/drawing/2014/main" id="{A8DA0FEF-D751-41D5-ADCD-67A06E105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3111"/>
              <a:ext cx="147" cy="147"/>
            </a:xfrm>
            <a:prstGeom prst="flowChartOr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66" name="Text Box 12">
              <a:extLst>
                <a:ext uri="{FF2B5EF4-FFF2-40B4-BE49-F238E27FC236}">
                  <a16:creationId xmlns:a16="http://schemas.microsoft.com/office/drawing/2014/main" id="{6CF937D0-9D69-4196-A2A7-22EBA9A02C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6" y="3024"/>
              <a:ext cx="97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0 = 1</a:t>
              </a:r>
            </a:p>
          </p:txBody>
        </p:sp>
        <p:sp>
          <p:nvSpPr>
            <p:cNvPr id="57367" name="AutoShape 13">
              <a:extLst>
                <a:ext uri="{FF2B5EF4-FFF2-40B4-BE49-F238E27FC236}">
                  <a16:creationId xmlns:a16="http://schemas.microsoft.com/office/drawing/2014/main" id="{75983AB2-BA12-4D31-B934-C87CAEE15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3399"/>
              <a:ext cx="147" cy="147"/>
            </a:xfrm>
            <a:prstGeom prst="flowChartOr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68" name="Text Box 14">
              <a:extLst>
                <a:ext uri="{FF2B5EF4-FFF2-40B4-BE49-F238E27FC236}">
                  <a16:creationId xmlns:a16="http://schemas.microsoft.com/office/drawing/2014/main" id="{8ED9B92E-F08B-4DE4-9E13-B4124A55B0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6" y="3315"/>
              <a:ext cx="97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1 = 1</a:t>
              </a:r>
            </a:p>
          </p:txBody>
        </p:sp>
      </p:grpSp>
      <p:sp>
        <p:nvSpPr>
          <p:cNvPr id="54287" name="Text Box 15">
            <a:extLst>
              <a:ext uri="{FF2B5EF4-FFF2-40B4-BE49-F238E27FC236}">
                <a16:creationId xmlns:a16="http://schemas.microsoft.com/office/drawing/2014/main" id="{D623C1D6-5AD8-4090-95C8-65C4955C8D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9925" y="5059363"/>
            <a:ext cx="19208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有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溢出</a:t>
            </a:r>
          </a:p>
        </p:txBody>
      </p:sp>
      <p:grpSp>
        <p:nvGrpSpPr>
          <p:cNvPr id="4" name="Group 16">
            <a:extLst>
              <a:ext uri="{FF2B5EF4-FFF2-40B4-BE49-F238E27FC236}">
                <a16:creationId xmlns:a16="http://schemas.microsoft.com/office/drawing/2014/main" id="{6EC3A35B-8D92-4D9C-955F-667066543453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5724525"/>
            <a:ext cx="1543050" cy="981075"/>
            <a:chOff x="1776" y="3606"/>
            <a:chExt cx="972" cy="618"/>
          </a:xfrm>
        </p:grpSpPr>
        <p:sp>
          <p:nvSpPr>
            <p:cNvPr id="57361" name="AutoShape 17">
              <a:extLst>
                <a:ext uri="{FF2B5EF4-FFF2-40B4-BE49-F238E27FC236}">
                  <a16:creationId xmlns:a16="http://schemas.microsoft.com/office/drawing/2014/main" id="{A97FFA72-F221-4AB9-894E-B466AC84C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3693"/>
              <a:ext cx="147" cy="147"/>
            </a:xfrm>
            <a:prstGeom prst="flowChartOr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62" name="Text Box 18">
              <a:extLst>
                <a:ext uri="{FF2B5EF4-FFF2-40B4-BE49-F238E27FC236}">
                  <a16:creationId xmlns:a16="http://schemas.microsoft.com/office/drawing/2014/main" id="{D7DA9436-B7E1-46A0-A3DE-95E0768CEF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6" y="3606"/>
              <a:ext cx="97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0 = 0</a:t>
              </a:r>
            </a:p>
          </p:txBody>
        </p:sp>
        <p:sp>
          <p:nvSpPr>
            <p:cNvPr id="57363" name="AutoShape 19">
              <a:extLst>
                <a:ext uri="{FF2B5EF4-FFF2-40B4-BE49-F238E27FC236}">
                  <a16:creationId xmlns:a16="http://schemas.microsoft.com/office/drawing/2014/main" id="{8AA2F258-2EEA-4F25-8D20-F0C5D2283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3981"/>
              <a:ext cx="147" cy="147"/>
            </a:xfrm>
            <a:prstGeom prst="flowChartOr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64" name="Text Box 20">
              <a:extLst>
                <a:ext uri="{FF2B5EF4-FFF2-40B4-BE49-F238E27FC236}">
                  <a16:creationId xmlns:a16="http://schemas.microsoft.com/office/drawing/2014/main" id="{368B96B2-230C-47FC-AD58-C3094B0742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6" y="3897"/>
              <a:ext cx="97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1 = 0</a:t>
              </a:r>
            </a:p>
          </p:txBody>
        </p:sp>
      </p:grpSp>
      <p:sp>
        <p:nvSpPr>
          <p:cNvPr id="54293" name="Text Box 21">
            <a:extLst>
              <a:ext uri="{FF2B5EF4-FFF2-40B4-BE49-F238E27FC236}">
                <a16:creationId xmlns:a16="http://schemas.microsoft.com/office/drawing/2014/main" id="{E570B960-3850-4C7C-805D-DC2CF5FBDA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9925" y="5957888"/>
            <a:ext cx="19208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无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溢出</a:t>
            </a:r>
          </a:p>
        </p:txBody>
      </p:sp>
      <p:sp>
        <p:nvSpPr>
          <p:cNvPr id="54295" name="AutoShape 23">
            <a:extLst>
              <a:ext uri="{FF2B5EF4-FFF2-40B4-BE49-F238E27FC236}">
                <a16:creationId xmlns:a16="http://schemas.microsoft.com/office/drawing/2014/main" id="{93FEE89B-D201-44D3-AC37-E9A928E0C7A4}"/>
              </a:ext>
            </a:extLst>
          </p:cNvPr>
          <p:cNvSpPr>
            <a:spLocks/>
          </p:cNvSpPr>
          <p:nvPr/>
        </p:nvSpPr>
        <p:spPr bwMode="auto">
          <a:xfrm>
            <a:off x="4343400" y="5029200"/>
            <a:ext cx="152400" cy="609600"/>
          </a:xfrm>
          <a:prstGeom prst="rightBrace">
            <a:avLst>
              <a:gd name="adj1" fmla="val 33333"/>
              <a:gd name="adj2" fmla="val 50000"/>
            </a:avLst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296" name="AutoShape 24">
            <a:extLst>
              <a:ext uri="{FF2B5EF4-FFF2-40B4-BE49-F238E27FC236}">
                <a16:creationId xmlns:a16="http://schemas.microsoft.com/office/drawing/2014/main" id="{50A2C091-A4F5-46C7-BB1A-318AFE1D95DD}"/>
              </a:ext>
            </a:extLst>
          </p:cNvPr>
          <p:cNvSpPr>
            <a:spLocks/>
          </p:cNvSpPr>
          <p:nvPr/>
        </p:nvSpPr>
        <p:spPr bwMode="auto">
          <a:xfrm>
            <a:off x="4343400" y="5943600"/>
            <a:ext cx="152400" cy="609600"/>
          </a:xfrm>
          <a:prstGeom prst="rightBrace">
            <a:avLst>
              <a:gd name="adj1" fmla="val 33333"/>
              <a:gd name="adj2" fmla="val 50000"/>
            </a:avLst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297" name="Text Box 25">
            <a:extLst>
              <a:ext uri="{FF2B5EF4-FFF2-40B4-BE49-F238E27FC236}">
                <a16:creationId xmlns:a16="http://schemas.microsoft.com/office/drawing/2014/main" id="{A6993744-8283-425F-8E52-F2653996DA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400" y="4257675"/>
            <a:ext cx="1371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溢出</a:t>
            </a:r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7293128E-B69B-4997-A7F0-9E698BB5C159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2. 2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定点数的加减运算</a:t>
            </a:r>
          </a:p>
        </p:txBody>
      </p:sp>
    </p:spTree>
    <p:extLst>
      <p:ext uri="{BB962C8B-B14F-4D97-AF65-F5344CB8AC3E}">
        <p14:creationId xmlns:p14="http://schemas.microsoft.com/office/powerpoint/2010/main" val="35001690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4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54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54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54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4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4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2" dur="500"/>
                                        <p:tgtEl>
                                          <p:spTgt spid="54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4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54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6" presetClass="entr" presetSubtype="4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56" dur="500"/>
                                        <p:tgtEl>
                                          <p:spTgt spid="54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8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0" dur="500"/>
                                        <p:tgtEl>
                                          <p:spTgt spid="54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275" grpId="0" autoUpdateAnimBg="0"/>
      <p:bldP spid="54276" grpId="0" autoUpdateAnimBg="0"/>
      <p:bldP spid="54277" grpId="0" autoUpdateAnimBg="0"/>
      <p:bldP spid="54281" grpId="0" autoUpdateAnimBg="0"/>
      <p:bldP spid="54287" grpId="0" autoUpdateAnimBg="0"/>
      <p:bldP spid="54293" grpId="0" autoUpdateAnimBg="0"/>
      <p:bldP spid="54295" grpId="0" animBg="1"/>
      <p:bldP spid="54296" grpId="0" animBg="1"/>
      <p:bldP spid="54297" grpId="0" autoUpdateAnimBg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Text Box 2">
            <a:extLst>
              <a:ext uri="{FF2B5EF4-FFF2-40B4-BE49-F238E27FC236}">
                <a16:creationId xmlns:a16="http://schemas.microsoft.com/office/drawing/2014/main" id="{B3B3B3C4-B3FF-4A17-9F3E-259F9C079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304800"/>
            <a:ext cx="52578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(2) </a:t>
            </a:r>
            <a:r>
              <a:rPr kumimoji="1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两位符号位判溢出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A61CB9BF-F5D4-4C7B-8568-6FC2790F1949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1209675"/>
            <a:ext cx="6645275" cy="1052513"/>
            <a:chOff x="720" y="762"/>
            <a:chExt cx="4186" cy="663"/>
          </a:xfrm>
        </p:grpSpPr>
        <p:sp>
          <p:nvSpPr>
            <p:cNvPr id="58391" name="Text Box 4">
              <a:extLst>
                <a:ext uri="{FF2B5EF4-FFF2-40B4-BE49-F238E27FC236}">
                  <a16:creationId xmlns:a16="http://schemas.microsoft.com/office/drawing/2014/main" id="{122766C6-F9B1-47EA-9C25-382559A41E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906"/>
              <a:ext cx="66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[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]</a:t>
              </a:r>
              <a:r>
                <a:rPr kumimoji="1" lang="zh-CN" altLang="en-US" sz="2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补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'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 </a:t>
              </a:r>
              <a:endParaRPr kumimoji="1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92" name="Text Box 5">
              <a:extLst>
                <a:ext uri="{FF2B5EF4-FFF2-40B4-BE49-F238E27FC236}">
                  <a16:creationId xmlns:a16="http://schemas.microsoft.com/office/drawing/2014/main" id="{53054EFC-38BB-46E1-8BCB-20D9CD2128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8" y="912"/>
              <a:ext cx="24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</a:t>
              </a:r>
            </a:p>
          </p:txBody>
        </p:sp>
        <p:sp>
          <p:nvSpPr>
            <p:cNvPr id="58393" name="Text Box 6">
              <a:extLst>
                <a:ext uri="{FF2B5EF4-FFF2-40B4-BE49-F238E27FC236}">
                  <a16:creationId xmlns:a16="http://schemas.microsoft.com/office/drawing/2014/main" id="{67126268-C2FC-497C-9E5B-48FD3C2D0A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6" y="762"/>
              <a:ext cx="279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      1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＞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≥ 0</a:t>
              </a:r>
            </a:p>
          </p:txBody>
        </p:sp>
        <p:sp>
          <p:nvSpPr>
            <p:cNvPr id="58394" name="Text Box 7">
              <a:extLst>
                <a:ext uri="{FF2B5EF4-FFF2-40B4-BE49-F238E27FC236}">
                  <a16:creationId xmlns:a16="http://schemas.microsoft.com/office/drawing/2014/main" id="{CB3A3ADE-5A41-4DB7-92E0-6503D09FEC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6" y="1098"/>
              <a:ext cx="337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4 +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0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＞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≥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（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mod 4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）</a:t>
              </a:r>
            </a:p>
          </p:txBody>
        </p:sp>
        <p:sp>
          <p:nvSpPr>
            <p:cNvPr id="58395" name="AutoShape 8">
              <a:extLst>
                <a:ext uri="{FF2B5EF4-FFF2-40B4-BE49-F238E27FC236}">
                  <a16:creationId xmlns:a16="http://schemas.microsoft.com/office/drawing/2014/main" id="{58F45E9E-D4D3-4370-81C7-BAFB2C741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912"/>
              <a:ext cx="96" cy="384"/>
            </a:xfrm>
            <a:prstGeom prst="leftBrace">
              <a:avLst>
                <a:gd name="adj1" fmla="val 33333"/>
                <a:gd name="adj2" fmla="val 50000"/>
              </a:avLst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55305" name="Text Box 9">
            <a:extLst>
              <a:ext uri="{FF2B5EF4-FFF2-40B4-BE49-F238E27FC236}">
                <a16:creationId xmlns:a16="http://schemas.microsoft.com/office/drawing/2014/main" id="{618F5DDD-90C8-4197-8D45-59DA5F0E7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2514600"/>
            <a:ext cx="55530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'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+ 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'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= [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+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'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（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mod 4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）</a:t>
            </a:r>
          </a:p>
        </p:txBody>
      </p:sp>
      <p:sp>
        <p:nvSpPr>
          <p:cNvPr id="55306" name="Text Box 10">
            <a:extLst>
              <a:ext uri="{FF2B5EF4-FFF2-40B4-BE49-F238E27FC236}">
                <a16:creationId xmlns:a16="http://schemas.microsoft.com/office/drawing/2014/main" id="{58D3530E-3A95-47F6-9875-7468EDD674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8875" y="3376613"/>
            <a:ext cx="55276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'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= 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'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+ [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'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（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mod 4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）</a:t>
            </a:r>
          </a:p>
        </p:txBody>
      </p:sp>
      <p:sp>
        <p:nvSpPr>
          <p:cNvPr id="55307" name="Text Box 11">
            <a:extLst>
              <a:ext uri="{FF2B5EF4-FFF2-40B4-BE49-F238E27FC236}">
                <a16:creationId xmlns:a16="http://schemas.microsoft.com/office/drawing/2014/main" id="{B3807792-BAD9-4572-830C-127CA5952F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4205288"/>
            <a:ext cx="52705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结果的双符号位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相同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未溢出</a:t>
            </a:r>
          </a:p>
        </p:txBody>
      </p:sp>
      <p:sp>
        <p:nvSpPr>
          <p:cNvPr id="55308" name="Text Box 12">
            <a:extLst>
              <a:ext uri="{FF2B5EF4-FFF2-40B4-BE49-F238E27FC236}">
                <a16:creationId xmlns:a16="http://schemas.microsoft.com/office/drawing/2014/main" id="{AEA63E5B-9E6D-41A6-96FC-F1CCD0DD04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5129213"/>
            <a:ext cx="57150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结果的双符号位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不同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溢出</a:t>
            </a:r>
          </a:p>
        </p:txBody>
      </p:sp>
      <p:sp>
        <p:nvSpPr>
          <p:cNvPr id="55309" name="Text Box 13">
            <a:extLst>
              <a:ext uri="{FF2B5EF4-FFF2-40B4-BE49-F238E27FC236}">
                <a16:creationId xmlns:a16="http://schemas.microsoft.com/office/drawing/2014/main" id="{2C4FFC7A-0898-4FDF-952F-19FE9B7578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6034088"/>
            <a:ext cx="51816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最高符号位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代表其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真正的符号</a:t>
            </a:r>
          </a:p>
        </p:txBody>
      </p:sp>
      <p:grpSp>
        <p:nvGrpSpPr>
          <p:cNvPr id="3" name="Group 14">
            <a:extLst>
              <a:ext uri="{FF2B5EF4-FFF2-40B4-BE49-F238E27FC236}">
                <a16:creationId xmlns:a16="http://schemas.microsoft.com/office/drawing/2014/main" id="{BEFCFEE4-7B41-4C7F-A29B-D2AA2CC3DADB}"/>
              </a:ext>
            </a:extLst>
          </p:cNvPr>
          <p:cNvGrpSpPr>
            <a:grpSpLocks/>
          </p:cNvGrpSpPr>
          <p:nvPr/>
        </p:nvGrpSpPr>
        <p:grpSpPr bwMode="auto">
          <a:xfrm>
            <a:off x="6613525" y="4129088"/>
            <a:ext cx="2249488" cy="900112"/>
            <a:chOff x="4166" y="2601"/>
            <a:chExt cx="1417" cy="567"/>
          </a:xfrm>
        </p:grpSpPr>
        <p:sp>
          <p:nvSpPr>
            <p:cNvPr id="58389" name="Text Box 15">
              <a:extLst>
                <a:ext uri="{FF2B5EF4-FFF2-40B4-BE49-F238E27FC236}">
                  <a16:creationId xmlns:a16="http://schemas.microsoft.com/office/drawing/2014/main" id="{A9B26C78-7715-4D56-AE94-DEC648F2B4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2601"/>
              <a:ext cx="141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00.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×××××</a:t>
              </a:r>
            </a:p>
          </p:txBody>
        </p:sp>
        <p:sp>
          <p:nvSpPr>
            <p:cNvPr id="58390" name="Text Box 16">
              <a:extLst>
                <a:ext uri="{FF2B5EF4-FFF2-40B4-BE49-F238E27FC236}">
                  <a16:creationId xmlns:a16="http://schemas.microsoft.com/office/drawing/2014/main" id="{ED4A981F-9777-4A7E-9574-6AA225CF3B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2841"/>
              <a:ext cx="141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11.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×××××</a:t>
              </a:r>
            </a:p>
          </p:txBody>
        </p:sp>
      </p:grpSp>
      <p:grpSp>
        <p:nvGrpSpPr>
          <p:cNvPr id="4" name="Group 17">
            <a:extLst>
              <a:ext uri="{FF2B5EF4-FFF2-40B4-BE49-F238E27FC236}">
                <a16:creationId xmlns:a16="http://schemas.microsoft.com/office/drawing/2014/main" id="{044DA56D-FFFD-4D37-B587-FCD64BA222BB}"/>
              </a:ext>
            </a:extLst>
          </p:cNvPr>
          <p:cNvGrpSpPr>
            <a:grpSpLocks/>
          </p:cNvGrpSpPr>
          <p:nvPr/>
        </p:nvGrpSpPr>
        <p:grpSpPr bwMode="auto">
          <a:xfrm>
            <a:off x="6613525" y="5129213"/>
            <a:ext cx="2325688" cy="952500"/>
            <a:chOff x="4166" y="3231"/>
            <a:chExt cx="1465" cy="600"/>
          </a:xfrm>
        </p:grpSpPr>
        <p:sp>
          <p:nvSpPr>
            <p:cNvPr id="58387" name="Text Box 18">
              <a:extLst>
                <a:ext uri="{FF2B5EF4-FFF2-40B4-BE49-F238E27FC236}">
                  <a16:creationId xmlns:a16="http://schemas.microsoft.com/office/drawing/2014/main" id="{9F268A3C-DE5C-4079-A828-E4219D9505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231"/>
              <a:ext cx="146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0.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××××× </a:t>
              </a:r>
            </a:p>
          </p:txBody>
        </p:sp>
        <p:sp>
          <p:nvSpPr>
            <p:cNvPr id="58388" name="Text Box 19">
              <a:extLst>
                <a:ext uri="{FF2B5EF4-FFF2-40B4-BE49-F238E27FC236}">
                  <a16:creationId xmlns:a16="http://schemas.microsoft.com/office/drawing/2014/main" id="{4ECB994A-6419-4C10-8229-379C7FFAE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504"/>
              <a:ext cx="141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1.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×××××</a:t>
              </a:r>
            </a:p>
          </p:txBody>
        </p:sp>
      </p:grpSp>
      <p:grpSp>
        <p:nvGrpSpPr>
          <p:cNvPr id="5" name="Group 20">
            <a:extLst>
              <a:ext uri="{FF2B5EF4-FFF2-40B4-BE49-F238E27FC236}">
                <a16:creationId xmlns:a16="http://schemas.microsoft.com/office/drawing/2014/main" id="{6497D6F4-1902-4E41-9EBD-35163E9626DE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4129088"/>
            <a:ext cx="2249488" cy="900112"/>
            <a:chOff x="4166" y="2601"/>
            <a:chExt cx="1417" cy="567"/>
          </a:xfrm>
        </p:grpSpPr>
        <p:sp>
          <p:nvSpPr>
            <p:cNvPr id="58385" name="Text Box 21">
              <a:extLst>
                <a:ext uri="{FF2B5EF4-FFF2-40B4-BE49-F238E27FC236}">
                  <a16:creationId xmlns:a16="http://schemas.microsoft.com/office/drawing/2014/main" id="{62D21735-7C2C-40A9-8841-36492D26CB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2601"/>
              <a:ext cx="141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00,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×××××</a:t>
              </a:r>
            </a:p>
          </p:txBody>
        </p:sp>
        <p:sp>
          <p:nvSpPr>
            <p:cNvPr id="58386" name="Text Box 22">
              <a:extLst>
                <a:ext uri="{FF2B5EF4-FFF2-40B4-BE49-F238E27FC236}">
                  <a16:creationId xmlns:a16="http://schemas.microsoft.com/office/drawing/2014/main" id="{EF608A06-4BDD-4210-8408-F8CFBA4E1E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2841"/>
              <a:ext cx="141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11,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×××××</a:t>
              </a:r>
            </a:p>
          </p:txBody>
        </p:sp>
      </p:grpSp>
      <p:grpSp>
        <p:nvGrpSpPr>
          <p:cNvPr id="6" name="Group 23">
            <a:extLst>
              <a:ext uri="{FF2B5EF4-FFF2-40B4-BE49-F238E27FC236}">
                <a16:creationId xmlns:a16="http://schemas.microsoft.com/office/drawing/2014/main" id="{6AB48707-A440-4E6B-9646-FABFFD45CD62}"/>
              </a:ext>
            </a:extLst>
          </p:cNvPr>
          <p:cNvGrpSpPr>
            <a:grpSpLocks/>
          </p:cNvGrpSpPr>
          <p:nvPr/>
        </p:nvGrpSpPr>
        <p:grpSpPr bwMode="auto">
          <a:xfrm>
            <a:off x="6589713" y="5143500"/>
            <a:ext cx="2325687" cy="952500"/>
            <a:chOff x="4166" y="3231"/>
            <a:chExt cx="1465" cy="600"/>
          </a:xfrm>
        </p:grpSpPr>
        <p:sp>
          <p:nvSpPr>
            <p:cNvPr id="58383" name="Text Box 24">
              <a:extLst>
                <a:ext uri="{FF2B5EF4-FFF2-40B4-BE49-F238E27FC236}">
                  <a16:creationId xmlns:a16="http://schemas.microsoft.com/office/drawing/2014/main" id="{AC057E8C-D39D-4688-A541-3B2D8DA091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231"/>
              <a:ext cx="146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0,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××××× </a:t>
              </a:r>
            </a:p>
          </p:txBody>
        </p:sp>
        <p:sp>
          <p:nvSpPr>
            <p:cNvPr id="58384" name="Text Box 25">
              <a:extLst>
                <a:ext uri="{FF2B5EF4-FFF2-40B4-BE49-F238E27FC236}">
                  <a16:creationId xmlns:a16="http://schemas.microsoft.com/office/drawing/2014/main" id="{94ADF9EC-78B8-4F5E-8F8A-6709825F50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504"/>
              <a:ext cx="141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1,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×××××</a:t>
              </a:r>
            </a:p>
          </p:txBody>
        </p:sp>
      </p:grpSp>
      <p:sp>
        <p:nvSpPr>
          <p:cNvPr id="28" name="矩形 27">
            <a:extLst>
              <a:ext uri="{FF2B5EF4-FFF2-40B4-BE49-F238E27FC236}">
                <a16:creationId xmlns:a16="http://schemas.microsoft.com/office/drawing/2014/main" id="{316157A1-B706-4D68-856C-8E1EDE88FF38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2. 2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定点数的加减运算</a:t>
            </a:r>
          </a:p>
        </p:txBody>
      </p:sp>
    </p:spTree>
    <p:extLst>
      <p:ext uri="{BB962C8B-B14F-4D97-AF65-F5344CB8AC3E}">
        <p14:creationId xmlns:p14="http://schemas.microsoft.com/office/powerpoint/2010/main" val="3729129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55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55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55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5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55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305" grpId="0" autoUpdateAnimBg="0"/>
      <p:bldP spid="55306" grpId="0" autoUpdateAnimBg="0"/>
      <p:bldP spid="55307" grpId="0" autoUpdateAnimBg="0"/>
      <p:bldP spid="55308" grpId="0" autoUpdateAnimBg="0"/>
      <p:bldP spid="55309" grpId="0" autoUpdateAnimBg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2.2 </a:t>
            </a:r>
            <a:r>
              <a:rPr lang="zh-CN" altLang="en-US" sz="4400" b="1" dirty="0">
                <a:solidFill>
                  <a:srgbClr val="FF0000"/>
                </a:solidFill>
              </a:rPr>
              <a:t>定点数的加减运算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lvl="0" eaLnBrk="1" hangingPunct="1">
              <a:buNone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/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1.</a:t>
            </a:r>
            <a:r>
              <a:rPr lang="zh-CN" altLang="en-US" dirty="0"/>
              <a:t>补码加法运算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/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</a:t>
            </a:r>
            <a:r>
              <a:rPr lang="zh-CN" altLang="en-US" dirty="0"/>
              <a:t>补码加减法硬件配置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2.</a:t>
            </a:r>
            <a:r>
              <a:rPr lang="zh-CN" altLang="en-US" dirty="0"/>
              <a:t>补码减法运算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/>
              <a:t>4</a:t>
            </a:r>
            <a:r>
              <a:rPr lang="en-US" altLang="zh-CN" dirty="0"/>
              <a:t>. MIPS</a:t>
            </a:r>
            <a:r>
              <a:rPr lang="zh-CN" altLang="en-US" dirty="0"/>
              <a:t>中的加减法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461801F9-7E4F-43F4-B8FA-10F1AD0610B9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2. 2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定点数的加减运算</a:t>
            </a:r>
          </a:p>
        </p:txBody>
      </p:sp>
    </p:spTree>
    <p:extLst>
      <p:ext uri="{BB962C8B-B14F-4D97-AF65-F5344CB8AC3E}">
        <p14:creationId xmlns:p14="http://schemas.microsoft.com/office/powerpoint/2010/main" val="2592035954"/>
      </p:ext>
    </p:extLst>
  </p:cSld>
  <p:clrMapOvr>
    <a:masterClrMapping/>
  </p:clrMapOvr>
  <p:transition spd="slow"/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Text Box 2">
            <a:extLst>
              <a:ext uri="{FF2B5EF4-FFF2-40B4-BE49-F238E27FC236}">
                <a16:creationId xmlns:a16="http://schemas.microsoft.com/office/drawing/2014/main" id="{26D3C499-1A9B-42AC-ABA9-AD264A01AB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325" y="196850"/>
            <a:ext cx="389080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二、补码减法运算</a:t>
            </a:r>
          </a:p>
        </p:txBody>
      </p:sp>
      <p:sp>
        <p:nvSpPr>
          <p:cNvPr id="51203" name="Text Box 3">
            <a:extLst>
              <a:ext uri="{FF2B5EF4-FFF2-40B4-BE49-F238E27FC236}">
                <a16:creationId xmlns:a16="http://schemas.microsoft.com/office/drawing/2014/main" id="{6BD5223A-9AA3-4C7B-84A3-775E8C14F4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325" y="990600"/>
            <a:ext cx="342914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1.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补码减法运算公式</a:t>
            </a:r>
          </a:p>
        </p:txBody>
      </p:sp>
      <p:grpSp>
        <p:nvGrpSpPr>
          <p:cNvPr id="2" name="Group 12">
            <a:extLst>
              <a:ext uri="{FF2B5EF4-FFF2-40B4-BE49-F238E27FC236}">
                <a16:creationId xmlns:a16="http://schemas.microsoft.com/office/drawing/2014/main" id="{D1DEA813-2D31-4287-A8FC-12D5C1FF57E0}"/>
              </a:ext>
            </a:extLst>
          </p:cNvPr>
          <p:cNvGrpSpPr>
            <a:grpSpLocks/>
          </p:cNvGrpSpPr>
          <p:nvPr/>
        </p:nvGrpSpPr>
        <p:grpSpPr bwMode="auto">
          <a:xfrm>
            <a:off x="1884416" y="1773238"/>
            <a:ext cx="2511425" cy="519112"/>
            <a:chOff x="1381" y="2553"/>
            <a:chExt cx="1582" cy="327"/>
          </a:xfrm>
        </p:grpSpPr>
        <p:sp>
          <p:nvSpPr>
            <p:cNvPr id="54298" name="Text Box 13">
              <a:extLst>
                <a:ext uri="{FF2B5EF4-FFF2-40B4-BE49-F238E27FC236}">
                  <a16:creationId xmlns:a16="http://schemas.microsoft.com/office/drawing/2014/main" id="{A84FD49C-94E8-407F-84FD-BF0EDA167F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1" y="2553"/>
              <a:ext cx="52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</a:p>
          </p:txBody>
        </p:sp>
        <p:sp>
          <p:nvSpPr>
            <p:cNvPr id="54299" name="Text Box 14">
              <a:extLst>
                <a:ext uri="{FF2B5EF4-FFF2-40B4-BE49-F238E27FC236}">
                  <a16:creationId xmlns:a16="http://schemas.microsoft.com/office/drawing/2014/main" id="{DF786972-E06C-4BF5-9506-93E2DDA5E5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" y="2553"/>
              <a:ext cx="104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+(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</a:p>
          </p:txBody>
        </p:sp>
      </p:grpSp>
      <p:sp>
        <p:nvSpPr>
          <p:cNvPr id="51215" name="Text Box 15">
            <a:extLst>
              <a:ext uri="{FF2B5EF4-FFF2-40B4-BE49-F238E27FC236}">
                <a16:creationId xmlns:a16="http://schemas.microsoft.com/office/drawing/2014/main" id="{0FB12532-2A48-466B-A021-B381701465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79" y="2935287"/>
            <a:ext cx="9874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整数 </a:t>
            </a:r>
          </a:p>
        </p:txBody>
      </p:sp>
      <p:sp>
        <p:nvSpPr>
          <p:cNvPr id="51216" name="Text Box 16">
            <a:extLst>
              <a:ext uri="{FF2B5EF4-FFF2-40B4-BE49-F238E27FC236}">
                <a16:creationId xmlns:a16="http://schemas.microsoft.com/office/drawing/2014/main" id="{1E974675-50C9-4C8C-91FA-266571D329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879" y="2913062"/>
            <a:ext cx="14922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1217" name="Text Box 17">
            <a:extLst>
              <a:ext uri="{FF2B5EF4-FFF2-40B4-BE49-F238E27FC236}">
                <a16:creationId xmlns:a16="http://schemas.microsoft.com/office/drawing/2014/main" id="{6F8EB33C-E345-439E-8B77-AE774C4315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6779" y="2913062"/>
            <a:ext cx="21367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+(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1218" name="Text Box 18">
            <a:extLst>
              <a:ext uri="{FF2B5EF4-FFF2-40B4-BE49-F238E27FC236}">
                <a16:creationId xmlns:a16="http://schemas.microsoft.com/office/drawing/2014/main" id="{4738DF38-F5E8-444C-9D82-BD1ECF547C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7817" y="2913062"/>
            <a:ext cx="35607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[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 [</a:t>
            </a:r>
            <a:r>
              <a:rPr kumimoji="1" lang="en-US" altLang="zh-CN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1219" name="Text Box 19">
            <a:extLst>
              <a:ext uri="{FF2B5EF4-FFF2-40B4-BE49-F238E27FC236}">
                <a16:creationId xmlns:a16="http://schemas.microsoft.com/office/drawing/2014/main" id="{0BDC328B-CE75-46A2-BB98-88589A7CBE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0667" y="2974975"/>
            <a:ext cx="15224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(mod 2</a:t>
            </a:r>
            <a:r>
              <a:rPr kumimoji="1" lang="en-US" altLang="zh-CN" sz="2400" b="1" i="1" u="none" strike="noStrike" kern="1200" cap="none" spc="0" normalizeH="0" baseline="4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400" b="1" i="0" u="none" strike="noStrike" kern="1200" cap="none" spc="0" normalizeH="0" baseline="4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+1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</a:t>
            </a:r>
          </a:p>
        </p:txBody>
      </p:sp>
      <p:sp>
        <p:nvSpPr>
          <p:cNvPr id="51220" name="Text Box 20">
            <a:extLst>
              <a:ext uri="{FF2B5EF4-FFF2-40B4-BE49-F238E27FC236}">
                <a16:creationId xmlns:a16="http://schemas.microsoft.com/office/drawing/2014/main" id="{8CF713F4-B6C7-49A3-AD24-7BE5E7C552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79" y="3556000"/>
            <a:ext cx="9874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小数 </a:t>
            </a:r>
          </a:p>
        </p:txBody>
      </p:sp>
      <p:sp>
        <p:nvSpPr>
          <p:cNvPr id="51221" name="Text Box 21">
            <a:extLst>
              <a:ext uri="{FF2B5EF4-FFF2-40B4-BE49-F238E27FC236}">
                <a16:creationId xmlns:a16="http://schemas.microsoft.com/office/drawing/2014/main" id="{9A06251B-0CFB-460B-9895-AD794F459D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879" y="3533775"/>
            <a:ext cx="14922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1222" name="Text Box 22">
            <a:extLst>
              <a:ext uri="{FF2B5EF4-FFF2-40B4-BE49-F238E27FC236}">
                <a16:creationId xmlns:a16="http://schemas.microsoft.com/office/drawing/2014/main" id="{539B776D-F19B-42BC-8A80-E7F178F9BA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6779" y="3533775"/>
            <a:ext cx="21367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+(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1223" name="Text Box 23">
            <a:extLst>
              <a:ext uri="{FF2B5EF4-FFF2-40B4-BE49-F238E27FC236}">
                <a16:creationId xmlns:a16="http://schemas.microsoft.com/office/drawing/2014/main" id="{D25D267F-09E8-4A85-8105-465EACFA7F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0667" y="3595687"/>
            <a:ext cx="11922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(mod 2)</a:t>
            </a:r>
          </a:p>
        </p:txBody>
      </p:sp>
      <p:sp>
        <p:nvSpPr>
          <p:cNvPr id="51224" name="Text Box 24">
            <a:extLst>
              <a:ext uri="{FF2B5EF4-FFF2-40B4-BE49-F238E27FC236}">
                <a16:creationId xmlns:a16="http://schemas.microsoft.com/office/drawing/2014/main" id="{AB5BEF9A-D5CE-4736-932C-95011788A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79" y="4571861"/>
            <a:ext cx="80073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连同符号位一起相加，符号位产生的进位自然丢掉</a:t>
            </a:r>
          </a:p>
        </p:txBody>
      </p:sp>
      <p:sp>
        <p:nvSpPr>
          <p:cNvPr id="51225" name="Text Box 25">
            <a:extLst>
              <a:ext uri="{FF2B5EF4-FFF2-40B4-BE49-F238E27FC236}">
                <a16:creationId xmlns:a16="http://schemas.microsoft.com/office/drawing/2014/main" id="{E3B2DBA8-8385-4622-8CDD-C11782075D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7817" y="3546475"/>
            <a:ext cx="34845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 [</a:t>
            </a:r>
            <a:r>
              <a:rPr kumimoji="1" lang="en-US" altLang="zh-CN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3" name="对话气泡: 椭圆形 2">
            <a:extLst>
              <a:ext uri="{FF2B5EF4-FFF2-40B4-BE49-F238E27FC236}">
                <a16:creationId xmlns:a16="http://schemas.microsoft.com/office/drawing/2014/main" id="{287CD446-2DA9-4620-A163-5D8CE27D759C}"/>
              </a:ext>
            </a:extLst>
          </p:cNvPr>
          <p:cNvSpPr/>
          <p:nvPr/>
        </p:nvSpPr>
        <p:spPr>
          <a:xfrm>
            <a:off x="5724127" y="1700808"/>
            <a:ext cx="3375025" cy="1234480"/>
          </a:xfrm>
          <a:prstGeom prst="wedgeEllipseCallo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000" b="1" dirty="0">
                <a:solidFill>
                  <a:srgbClr val="FF0000"/>
                </a:solidFill>
              </a:rPr>
              <a:t>如何计算</a:t>
            </a:r>
            <a:r>
              <a:rPr kumimoji="1" lang="en-US" altLang="zh-CN" sz="20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[ </a:t>
            </a:r>
            <a:r>
              <a:rPr kumimoji="1" lang="en-US" altLang="zh-CN" sz="20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0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 </a:t>
            </a:r>
            <a:r>
              <a:rPr kumimoji="1" lang="en-US" altLang="zh-CN" sz="2000" b="1" i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B</a:t>
            </a:r>
            <a:r>
              <a:rPr kumimoji="1" lang="en-US" altLang="zh-CN" sz="20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]</a:t>
            </a:r>
            <a:r>
              <a:rPr kumimoji="1" lang="zh-CN" altLang="en-US" sz="2000" b="1" baseline="-25000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补</a:t>
            </a:r>
            <a:r>
              <a:rPr kumimoji="1" lang="zh-CN" altLang="en-US" sz="20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？</a:t>
            </a:r>
            <a:endParaRPr lang="zh-CN" altLang="en-US" sz="2000" b="1" dirty="0">
              <a:solidFill>
                <a:srgbClr val="FF0000"/>
              </a:solidFill>
            </a:endParaRP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4B0FFEA4-A762-4625-8747-60069F792025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2. 2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定点数的加减运算</a:t>
            </a:r>
          </a:p>
        </p:txBody>
      </p:sp>
    </p:spTree>
    <p:extLst>
      <p:ext uri="{BB962C8B-B14F-4D97-AF65-F5344CB8AC3E}">
        <p14:creationId xmlns:p14="http://schemas.microsoft.com/office/powerpoint/2010/main" val="6496637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1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51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51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51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1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1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51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51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51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51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51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51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203" grpId="0" autoUpdateAnimBg="0"/>
      <p:bldP spid="51215" grpId="0" autoUpdateAnimBg="0"/>
      <p:bldP spid="51216" grpId="0" autoUpdateAnimBg="0"/>
      <p:bldP spid="51217" grpId="0" autoUpdateAnimBg="0"/>
      <p:bldP spid="51218" grpId="0" autoUpdateAnimBg="0"/>
      <p:bldP spid="51219" grpId="0" autoUpdateAnimBg="0"/>
      <p:bldP spid="51220" grpId="0" autoUpdateAnimBg="0"/>
      <p:bldP spid="51221" grpId="0" autoUpdateAnimBg="0"/>
      <p:bldP spid="51222" grpId="0" autoUpdateAnimBg="0"/>
      <p:bldP spid="51223" grpId="0" autoUpdateAnimBg="0"/>
      <p:bldP spid="51224" grpId="0" autoUpdateAnimBg="0"/>
      <p:bldP spid="51225" grpId="0" autoUpdateAnimBg="0"/>
      <p:bldP spid="3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28488A8-5651-41E6-8455-8B67CF3024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8356" y="116632"/>
            <a:ext cx="8507288" cy="457199"/>
          </a:xfrm>
        </p:spPr>
        <p:txBody>
          <a:bodyPr/>
          <a:lstStyle/>
          <a:p>
            <a:r>
              <a:rPr lang="zh-CN" altLang="en-US" dirty="0">
                <a:solidFill>
                  <a:srgbClr val="FF0000"/>
                </a:solidFill>
              </a:rPr>
              <a:t>以定点小数为例说明</a:t>
            </a:r>
            <a:r>
              <a:rPr lang="en-US" altLang="zh-CN" dirty="0">
                <a:solidFill>
                  <a:srgbClr val="FF0000"/>
                </a:solidFill>
              </a:rPr>
              <a:t>[-A]</a:t>
            </a:r>
            <a:r>
              <a:rPr lang="zh-CN" altLang="en-US" baseline="-25000" dirty="0">
                <a:solidFill>
                  <a:srgbClr val="FF0000"/>
                </a:solidFill>
              </a:rPr>
              <a:t>补</a:t>
            </a:r>
            <a:r>
              <a:rPr lang="zh-CN" altLang="en-US" dirty="0">
                <a:solidFill>
                  <a:srgbClr val="FF0000"/>
                </a:solidFill>
              </a:rPr>
              <a:t>与</a:t>
            </a:r>
            <a:r>
              <a:rPr lang="en-US" altLang="zh-CN" dirty="0">
                <a:solidFill>
                  <a:srgbClr val="FF0000"/>
                </a:solidFill>
              </a:rPr>
              <a:t>[A]</a:t>
            </a:r>
            <a:r>
              <a:rPr lang="zh-CN" altLang="en-US" baseline="-25000" dirty="0">
                <a:solidFill>
                  <a:srgbClr val="FF0000"/>
                </a:solidFill>
              </a:rPr>
              <a:t>补</a:t>
            </a:r>
            <a:r>
              <a:rPr lang="zh-CN" altLang="en-US" dirty="0">
                <a:solidFill>
                  <a:srgbClr val="FF0000"/>
                </a:solidFill>
              </a:rPr>
              <a:t>的关系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0AD5D970-6F45-4F5B-B74F-27996E7BFC7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83568" y="703205"/>
            <a:ext cx="8003232" cy="5001419"/>
          </a:xfrm>
        </p:spPr>
        <p:txBody>
          <a:bodyPr/>
          <a:lstStyle/>
          <a:p>
            <a:pPr indent="0" algn="just">
              <a:spcAft>
                <a:spcPts val="0"/>
              </a:spcAft>
              <a:buNone/>
            </a:pPr>
            <a:r>
              <a:rPr lang="zh-CN" altLang="en-US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证明：若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A±B</a:t>
            </a:r>
            <a:r>
              <a:rPr lang="zh-CN" altLang="en-US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不溢出，则有 </a:t>
            </a:r>
            <a:endParaRPr lang="en-US" altLang="zh-CN" sz="28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indent="0" algn="just">
              <a:spcAft>
                <a:spcPts val="0"/>
              </a:spcAft>
              <a:buNone/>
            </a:pP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[A+B]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 [A]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+ [B]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zh-CN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mod 2</a:t>
            </a:r>
            <a:r>
              <a:rPr lang="en-US" altLang="zh-CN" sz="2800" kern="100" baseline="30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zh-CN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</a:t>
            </a:r>
            <a:r>
              <a:rPr lang="zh-CN" altLang="en-US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①</a:t>
            </a:r>
            <a:endParaRPr lang="zh-CN" altLang="zh-CN" sz="28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indent="0" algn="just">
              <a:spcAft>
                <a:spcPts val="0"/>
              </a:spcAft>
              <a:buNone/>
            </a:pP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[A-B]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 [A]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+ [-B]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</a:t>
            </a:r>
            <a:r>
              <a:rPr lang="zh-CN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mod 2</a:t>
            </a:r>
            <a:r>
              <a:rPr lang="zh-CN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en-US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②</a:t>
            </a:r>
            <a:endParaRPr lang="en-US" altLang="zh-CN" sz="28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indent="0" algn="just">
              <a:spcAft>
                <a:spcPts val="0"/>
              </a:spcAft>
              <a:buNone/>
            </a:pPr>
            <a:r>
              <a:rPr lang="zh-CN" altLang="en-US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①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+</a:t>
            </a:r>
            <a:r>
              <a:rPr lang="zh-CN" altLang="en-US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②得：</a:t>
            </a:r>
            <a:endParaRPr lang="en-US" altLang="zh-CN" sz="28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indent="0" algn="just">
              <a:spcAft>
                <a:spcPts val="0"/>
              </a:spcAft>
              <a:buNone/>
            </a:pPr>
            <a:r>
              <a:rPr lang="zh-CN" altLang="en-US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右边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=[A+B]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+[A-B]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 [A]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+ [B]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+ [A]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+ [-B]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endParaRPr lang="zh-CN" altLang="zh-CN" sz="28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indent="0" algn="just">
              <a:spcAft>
                <a:spcPts val="0"/>
              </a:spcAft>
              <a:buNone/>
            </a:pPr>
            <a:r>
              <a:rPr lang="zh-CN" altLang="en-US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左边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=[A+B+A-B]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 2[A]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+ [B]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zh-CN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+ [-B]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endParaRPr lang="zh-CN" altLang="zh-CN" sz="28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indent="0" algn="just">
              <a:spcAft>
                <a:spcPts val="0"/>
              </a:spcAft>
              <a:buNone/>
            </a:pPr>
            <a:r>
              <a:rPr lang="zh-CN" altLang="en-US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有：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	2[A]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 2[A]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+ [B]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zh-CN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+ [-B]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endParaRPr lang="zh-CN" altLang="zh-CN" sz="28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indent="0" algn="just">
              <a:spcAft>
                <a:spcPts val="0"/>
              </a:spcAft>
              <a:buNone/>
            </a:pP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  		[B]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zh-CN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+ [-B]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=0</a:t>
            </a:r>
            <a:endParaRPr lang="zh-CN" altLang="zh-CN" sz="28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indent="0">
              <a:buNone/>
            </a:pPr>
            <a:r>
              <a:rPr lang="zh-CN" altLang="zh-CN" sz="28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得到：</a:t>
            </a:r>
            <a:r>
              <a:rPr lang="en-US" altLang="zh-CN" sz="28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[-B]</a:t>
            </a:r>
            <a:r>
              <a:rPr lang="zh-CN" altLang="zh-CN" sz="28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 -[B]</a:t>
            </a:r>
            <a:r>
              <a:rPr lang="zh-CN" altLang="zh-CN" sz="28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zh-CN" altLang="zh-CN" sz="2800" baseline="-25000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altLang="zh-CN" sz="28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=2- [B]</a:t>
            </a:r>
            <a:r>
              <a:rPr lang="zh-CN" altLang="zh-CN" sz="28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=</a:t>
            </a:r>
            <a:r>
              <a:rPr lang="en-US" altLang="zh-CN" sz="2800" dirty="0">
                <a:solidFill>
                  <a:srgbClr val="FF0000"/>
                </a:solidFill>
                <a:highlight>
                  <a:srgbClr val="C0C0C0"/>
                </a:highlight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2 -</a:t>
            </a:r>
            <a:r>
              <a:rPr lang="en-US" altLang="zh-CN" sz="2800" dirty="0">
                <a:solidFill>
                  <a:srgbClr val="FF0000"/>
                </a:solidFill>
                <a:highlight>
                  <a:srgbClr val="C0C0C0"/>
                </a:highlight>
                <a:latin typeface="Times New Roman" panose="02020603050405020304" pitchFamily="18" charset="0"/>
                <a:ea typeface="宋体" panose="02010600030101010101" pitchFamily="2" charset="-122"/>
              </a:rPr>
              <a:t>2</a:t>
            </a:r>
            <a:r>
              <a:rPr lang="en-US" altLang="zh-CN" sz="2800" baseline="30000" dirty="0">
                <a:solidFill>
                  <a:srgbClr val="FF0000"/>
                </a:solidFill>
                <a:highlight>
                  <a:srgbClr val="C0C0C0"/>
                </a:highlight>
                <a:latin typeface="Times New Roman" panose="02020603050405020304" pitchFamily="18" charset="0"/>
                <a:ea typeface="宋体" panose="02010600030101010101" pitchFamily="2" charset="-122"/>
              </a:rPr>
              <a:t>-(n-1) </a:t>
            </a:r>
            <a:r>
              <a:rPr lang="en-US" altLang="zh-CN" sz="2800" dirty="0">
                <a:highlight>
                  <a:srgbClr val="C0C0C0"/>
                </a:highlight>
                <a:latin typeface="Times New Roman" panose="02020603050405020304" pitchFamily="18" charset="0"/>
                <a:ea typeface="宋体" panose="02010600030101010101" pitchFamily="2" charset="-122"/>
              </a:rPr>
              <a:t>-</a:t>
            </a:r>
            <a:r>
              <a:rPr lang="en-US" altLang="zh-CN" sz="2800" dirty="0">
                <a:highlight>
                  <a:srgbClr val="C0C0C0"/>
                </a:highlight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[B]</a:t>
            </a:r>
            <a:r>
              <a:rPr lang="zh-CN" altLang="zh-CN" sz="2800" baseline="-25000" dirty="0">
                <a:highlight>
                  <a:srgbClr val="C0C0C0"/>
                </a:highlight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dirty="0">
                <a:latin typeface="Times New Roman" panose="02020603050405020304" pitchFamily="18" charset="0"/>
                <a:ea typeface="宋体" panose="02010600030101010101" pitchFamily="2" charset="-122"/>
              </a:rPr>
              <a:t>+</a:t>
            </a:r>
            <a:r>
              <a:rPr lang="en-US" altLang="zh-CN" sz="2800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2</a:t>
            </a:r>
            <a:r>
              <a:rPr lang="en-US" altLang="zh-CN" sz="2800" baseline="30000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-(n-1)</a:t>
            </a:r>
            <a:endParaRPr lang="zh-CN" altLang="zh-CN" sz="2800" kern="100" dirty="0">
              <a:solidFill>
                <a:srgbClr val="00B0F0"/>
              </a:solidFill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endParaRPr lang="zh-CN" altLang="en-US" sz="2800" dirty="0"/>
          </a:p>
        </p:txBody>
      </p:sp>
      <p:sp>
        <p:nvSpPr>
          <p:cNvPr id="4" name="对话气泡: 矩形 3">
            <a:extLst>
              <a:ext uri="{FF2B5EF4-FFF2-40B4-BE49-F238E27FC236}">
                <a16:creationId xmlns:a16="http://schemas.microsoft.com/office/drawing/2014/main" id="{A8E534BF-75EF-47F4-BFA9-E39D149EA4E9}"/>
              </a:ext>
            </a:extLst>
          </p:cNvPr>
          <p:cNvSpPr/>
          <p:nvPr/>
        </p:nvSpPr>
        <p:spPr>
          <a:xfrm>
            <a:off x="2555776" y="5694115"/>
            <a:ext cx="2304256" cy="831229"/>
          </a:xfrm>
          <a:prstGeom prst="wedgeRectCallout">
            <a:avLst>
              <a:gd name="adj1" fmla="val 78436"/>
              <a:gd name="adj2" fmla="val -9880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>
                <a:solidFill>
                  <a:schemeClr val="tx1"/>
                </a:solidFill>
              </a:rPr>
              <a:t>[B]</a:t>
            </a:r>
            <a:r>
              <a:rPr lang="zh-CN" altLang="en-US">
                <a:solidFill>
                  <a:schemeClr val="tx1"/>
                </a:solidFill>
              </a:rPr>
              <a:t>补的符号位和数值位按位取反</a:t>
            </a:r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5" name="对话气泡: 矩形 4">
            <a:extLst>
              <a:ext uri="{FF2B5EF4-FFF2-40B4-BE49-F238E27FC236}">
                <a16:creationId xmlns:a16="http://schemas.microsoft.com/office/drawing/2014/main" id="{28DAC111-993E-470F-BEBB-D11D107D4079}"/>
              </a:ext>
            </a:extLst>
          </p:cNvPr>
          <p:cNvSpPr/>
          <p:nvPr/>
        </p:nvSpPr>
        <p:spPr>
          <a:xfrm>
            <a:off x="7017543" y="5569413"/>
            <a:ext cx="1442889" cy="270421"/>
          </a:xfrm>
          <a:prstGeom prst="wedgeRectCallout">
            <a:avLst>
              <a:gd name="adj1" fmla="val 1030"/>
              <a:gd name="adj2" fmla="val -205830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dirty="0">
                <a:solidFill>
                  <a:schemeClr val="tx1"/>
                </a:solidFill>
              </a:rPr>
              <a:t>单位“</a:t>
            </a:r>
            <a:r>
              <a:rPr lang="en-US" altLang="zh-CN" dirty="0">
                <a:solidFill>
                  <a:schemeClr val="tx1"/>
                </a:solidFill>
              </a:rPr>
              <a:t>1</a:t>
            </a:r>
            <a:r>
              <a:rPr lang="zh-CN" altLang="en-US" dirty="0">
                <a:solidFill>
                  <a:schemeClr val="tx1"/>
                </a:solidFill>
              </a:rPr>
              <a:t>”</a:t>
            </a:r>
            <a:endParaRPr lang="en-US" altLang="zh-CN" dirty="0">
              <a:solidFill>
                <a:schemeClr val="tx1"/>
              </a:solidFill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4808C145-E53E-49B2-B4C9-88CDBA71FC0C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2. 2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定点数的加减运算</a:t>
            </a:r>
          </a:p>
        </p:txBody>
      </p:sp>
    </p:spTree>
    <p:extLst>
      <p:ext uri="{BB962C8B-B14F-4D97-AF65-F5344CB8AC3E}">
        <p14:creationId xmlns:p14="http://schemas.microsoft.com/office/powerpoint/2010/main" val="17525375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  <p:bldP spid="4" grpId="0" animBg="1"/>
      <p:bldP spid="5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Text Box 2">
            <a:extLst>
              <a:ext uri="{FF2B5EF4-FFF2-40B4-BE49-F238E27FC236}">
                <a16:creationId xmlns:a16="http://schemas.microsoft.com/office/drawing/2014/main" id="{F5848730-540D-4AF8-867D-A8A61B51D4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828" y="876970"/>
            <a:ext cx="1609736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例</a:t>
            </a:r>
            <a:r>
              <a:rPr kumimoji="1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2.2-4</a:t>
            </a:r>
          </a:p>
        </p:txBody>
      </p:sp>
      <p:sp>
        <p:nvSpPr>
          <p:cNvPr id="53251" name="Text Box 3">
            <a:extLst>
              <a:ext uri="{FF2B5EF4-FFF2-40B4-BE49-F238E27FC236}">
                <a16:creationId xmlns:a16="http://schemas.microsoft.com/office/drawing/2014/main" id="{E73FDC1D-60DA-45C5-95B3-A99B533E43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1228" y="908720"/>
            <a:ext cx="6229350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设机器数字长为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8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位（含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位符号位）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且  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= 15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 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= 24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，用补码求 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</a:p>
        </p:txBody>
      </p:sp>
      <p:sp>
        <p:nvSpPr>
          <p:cNvPr id="53252" name="Text Box 4">
            <a:extLst>
              <a:ext uri="{FF2B5EF4-FFF2-40B4-BE49-F238E27FC236}">
                <a16:creationId xmlns:a16="http://schemas.microsoft.com/office/drawing/2014/main" id="{541EF352-FB42-45A8-A731-775D20719D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1303" y="1845345"/>
            <a:ext cx="898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解：</a:t>
            </a: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8F58B771-49A2-4063-9392-AC3875850D50}"/>
              </a:ext>
            </a:extLst>
          </p:cNvPr>
          <p:cNvGrpSpPr>
            <a:grpSpLocks/>
          </p:cNvGrpSpPr>
          <p:nvPr/>
        </p:nvGrpSpPr>
        <p:grpSpPr bwMode="auto">
          <a:xfrm>
            <a:off x="2356353" y="1845345"/>
            <a:ext cx="2968625" cy="519113"/>
            <a:chOff x="1430" y="782"/>
            <a:chExt cx="1870" cy="327"/>
          </a:xfrm>
        </p:grpSpPr>
        <p:sp>
          <p:nvSpPr>
            <p:cNvPr id="56367" name="Text Box 6">
              <a:extLst>
                <a:ext uri="{FF2B5EF4-FFF2-40B4-BE49-F238E27FC236}">
                  <a16:creationId xmlns:a16="http://schemas.microsoft.com/office/drawing/2014/main" id="{27FB94E8-6E31-4F6E-A619-0F2B2FC7A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0" y="782"/>
              <a:ext cx="89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15   </a:t>
              </a:r>
            </a:p>
          </p:txBody>
        </p:sp>
        <p:sp>
          <p:nvSpPr>
            <p:cNvPr id="56368" name="Text Box 7">
              <a:extLst>
                <a:ext uri="{FF2B5EF4-FFF2-40B4-BE49-F238E27FC236}">
                  <a16:creationId xmlns:a16="http://schemas.microsoft.com/office/drawing/2014/main" id="{18C6F2AD-0926-40BB-A8F6-8EF8501F9B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0" y="782"/>
              <a:ext cx="11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  0001111</a:t>
              </a:r>
            </a:p>
          </p:txBody>
        </p:sp>
      </p:grpSp>
      <p:grpSp>
        <p:nvGrpSpPr>
          <p:cNvPr id="3" name="Group 8">
            <a:extLst>
              <a:ext uri="{FF2B5EF4-FFF2-40B4-BE49-F238E27FC236}">
                <a16:creationId xmlns:a16="http://schemas.microsoft.com/office/drawing/2014/main" id="{47829E72-2E70-47B7-9D61-32AA714E0AB2}"/>
              </a:ext>
            </a:extLst>
          </p:cNvPr>
          <p:cNvGrpSpPr>
            <a:grpSpLocks/>
          </p:cNvGrpSpPr>
          <p:nvPr/>
        </p:nvGrpSpPr>
        <p:grpSpPr bwMode="auto">
          <a:xfrm>
            <a:off x="2372228" y="2354933"/>
            <a:ext cx="2968625" cy="519112"/>
            <a:chOff x="1440" y="1103"/>
            <a:chExt cx="1870" cy="327"/>
          </a:xfrm>
        </p:grpSpPr>
        <p:sp>
          <p:nvSpPr>
            <p:cNvPr id="56365" name="Text Box 9">
              <a:extLst>
                <a:ext uri="{FF2B5EF4-FFF2-40B4-BE49-F238E27FC236}">
                  <a16:creationId xmlns:a16="http://schemas.microsoft.com/office/drawing/2014/main" id="{AB6B3901-A534-43FC-A5DA-068B688604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0" y="1103"/>
              <a:ext cx="729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24</a:t>
              </a:r>
            </a:p>
          </p:txBody>
        </p:sp>
        <p:sp>
          <p:nvSpPr>
            <p:cNvPr id="56366" name="Text Box 10">
              <a:extLst>
                <a:ext uri="{FF2B5EF4-FFF2-40B4-BE49-F238E27FC236}">
                  <a16:creationId xmlns:a16="http://schemas.microsoft.com/office/drawing/2014/main" id="{B89EB03C-AC3D-43DB-8448-254ED3D856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0" y="1103"/>
              <a:ext cx="11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  0011000</a:t>
              </a:r>
            </a:p>
          </p:txBody>
        </p:sp>
      </p:grpSp>
      <p:sp>
        <p:nvSpPr>
          <p:cNvPr id="53259" name="Text Box 11">
            <a:extLst>
              <a:ext uri="{FF2B5EF4-FFF2-40B4-BE49-F238E27FC236}">
                <a16:creationId xmlns:a16="http://schemas.microsoft.com/office/drawing/2014/main" id="{578B4F21-1BD5-451F-9266-C160D8F18D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9228" y="3880520"/>
            <a:ext cx="22637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 [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3260" name="Text Box 12">
            <a:extLst>
              <a:ext uri="{FF2B5EF4-FFF2-40B4-BE49-F238E27FC236}">
                <a16:creationId xmlns:a16="http://schemas.microsoft.com/office/drawing/2014/main" id="{F9D35746-07C5-41D6-BE49-42EB7C41ED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1553" y="3437608"/>
            <a:ext cx="3873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</a:t>
            </a:r>
          </a:p>
        </p:txBody>
      </p:sp>
      <p:grpSp>
        <p:nvGrpSpPr>
          <p:cNvPr id="4" name="Group 13">
            <a:extLst>
              <a:ext uri="{FF2B5EF4-FFF2-40B4-BE49-F238E27FC236}">
                <a16:creationId xmlns:a16="http://schemas.microsoft.com/office/drawing/2014/main" id="{B1F5CD1A-4A86-4F80-8246-106C12AA4BF6}"/>
              </a:ext>
            </a:extLst>
          </p:cNvPr>
          <p:cNvGrpSpPr>
            <a:grpSpLocks/>
          </p:cNvGrpSpPr>
          <p:nvPr/>
        </p:nvGrpSpPr>
        <p:grpSpPr bwMode="auto">
          <a:xfrm>
            <a:off x="2608766" y="2862933"/>
            <a:ext cx="3087687" cy="519112"/>
            <a:chOff x="1589" y="1423"/>
            <a:chExt cx="1945" cy="327"/>
          </a:xfrm>
        </p:grpSpPr>
        <p:sp>
          <p:nvSpPr>
            <p:cNvPr id="56363" name="Text Box 14">
              <a:extLst>
                <a:ext uri="{FF2B5EF4-FFF2-40B4-BE49-F238E27FC236}">
                  <a16:creationId xmlns:a16="http://schemas.microsoft.com/office/drawing/2014/main" id="{5429324F-BB45-4783-9FE8-3ECA4D5524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9" y="1423"/>
              <a:ext cx="56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[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]</a:t>
              </a:r>
              <a:r>
                <a:rPr kumimoji="1" lang="zh-CN" altLang="en-US" sz="2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补</a:t>
              </a:r>
            </a:p>
          </p:txBody>
        </p:sp>
        <p:sp>
          <p:nvSpPr>
            <p:cNvPr id="56364" name="Text Box 15">
              <a:extLst>
                <a:ext uri="{FF2B5EF4-FFF2-40B4-BE49-F238E27FC236}">
                  <a16:creationId xmlns:a16="http://schemas.microsoft.com/office/drawing/2014/main" id="{A9204804-44D1-4B85-B10F-126DCA96A9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0" y="1423"/>
              <a:ext cx="136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  0, 0001111</a:t>
              </a:r>
            </a:p>
          </p:txBody>
        </p:sp>
      </p:grpSp>
      <p:grpSp>
        <p:nvGrpSpPr>
          <p:cNvPr id="5" name="Group 16">
            <a:extLst>
              <a:ext uri="{FF2B5EF4-FFF2-40B4-BE49-F238E27FC236}">
                <a16:creationId xmlns:a16="http://schemas.microsoft.com/office/drawing/2014/main" id="{280158FD-C25C-419C-9CB8-8B43E26B2425}"/>
              </a:ext>
            </a:extLst>
          </p:cNvPr>
          <p:cNvGrpSpPr>
            <a:grpSpLocks/>
          </p:cNvGrpSpPr>
          <p:nvPr/>
        </p:nvGrpSpPr>
        <p:grpSpPr bwMode="auto">
          <a:xfrm>
            <a:off x="2346828" y="3372520"/>
            <a:ext cx="3349625" cy="519113"/>
            <a:chOff x="1424" y="1744"/>
            <a:chExt cx="2110" cy="327"/>
          </a:xfrm>
        </p:grpSpPr>
        <p:sp>
          <p:nvSpPr>
            <p:cNvPr id="56361" name="Text Box 17">
              <a:extLst>
                <a:ext uri="{FF2B5EF4-FFF2-40B4-BE49-F238E27FC236}">
                  <a16:creationId xmlns:a16="http://schemas.microsoft.com/office/drawing/2014/main" id="{695AD67A-8350-40E3-B645-3F0B9599D5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4" y="1744"/>
              <a:ext cx="73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[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]</a:t>
              </a:r>
              <a:r>
                <a:rPr kumimoji="1" lang="zh-CN" altLang="en-US" sz="2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补</a:t>
              </a:r>
            </a:p>
          </p:txBody>
        </p:sp>
        <p:sp>
          <p:nvSpPr>
            <p:cNvPr id="56362" name="Text Box 18">
              <a:extLst>
                <a:ext uri="{FF2B5EF4-FFF2-40B4-BE49-F238E27FC236}">
                  <a16:creationId xmlns:a16="http://schemas.microsoft.com/office/drawing/2014/main" id="{E9225524-D24F-4498-AA0C-AE392EE6BB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0" y="1744"/>
              <a:ext cx="136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  1, 1101000</a:t>
              </a:r>
            </a:p>
          </p:txBody>
        </p:sp>
      </p:grpSp>
      <p:sp>
        <p:nvSpPr>
          <p:cNvPr id="53267" name="Text Box 19">
            <a:extLst>
              <a:ext uri="{FF2B5EF4-FFF2-40B4-BE49-F238E27FC236}">
                <a16:creationId xmlns:a16="http://schemas.microsoft.com/office/drawing/2014/main" id="{8D81D260-7927-4772-A862-FA138A2E96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9516" y="3880520"/>
            <a:ext cx="2438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 1, 1110111</a:t>
            </a:r>
          </a:p>
        </p:txBody>
      </p:sp>
      <p:sp>
        <p:nvSpPr>
          <p:cNvPr id="53268" name="Text Box 20">
            <a:extLst>
              <a:ext uri="{FF2B5EF4-FFF2-40B4-BE49-F238E27FC236}">
                <a16:creationId xmlns:a16="http://schemas.microsoft.com/office/drawing/2014/main" id="{37FCE370-15CD-4A98-B477-39ACBE9A30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25028" y="3880520"/>
            <a:ext cx="1784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53269" name="Text Box 21">
            <a:extLst>
              <a:ext uri="{FF2B5EF4-FFF2-40B4-BE49-F238E27FC236}">
                <a16:creationId xmlns:a16="http://schemas.microsoft.com/office/drawing/2014/main" id="{7776086C-6B7E-4F0E-A3C9-67AC602B2B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2553" y="2862933"/>
            <a:ext cx="28829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0, 0011000</a:t>
            </a:r>
          </a:p>
        </p:txBody>
      </p:sp>
      <p:sp>
        <p:nvSpPr>
          <p:cNvPr id="53289" name="Text Box 41">
            <a:extLst>
              <a:ext uri="{FF2B5EF4-FFF2-40B4-BE49-F238E27FC236}">
                <a16:creationId xmlns:a16="http://schemas.microsoft.com/office/drawing/2014/main" id="{2060C824-84AF-4B31-94B9-B92DCB652D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5313363"/>
            <a:ext cx="7473950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练习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 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设机器数字长为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8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位（含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位符号位）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      且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=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97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= +41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，用补码求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</a:p>
        </p:txBody>
      </p:sp>
      <p:sp>
        <p:nvSpPr>
          <p:cNvPr id="53290" name="Text Box 42">
            <a:extLst>
              <a:ext uri="{FF2B5EF4-FFF2-40B4-BE49-F238E27FC236}">
                <a16:creationId xmlns:a16="http://schemas.microsoft.com/office/drawing/2014/main" id="{F6BEFB29-38A0-4A9F-8CE8-5647A3F256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6325" y="6248400"/>
            <a:ext cx="41370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= + 1110110 = + 118</a:t>
            </a:r>
          </a:p>
        </p:txBody>
      </p:sp>
      <p:sp>
        <p:nvSpPr>
          <p:cNvPr id="53291" name="Text Box 43">
            <a:extLst>
              <a:ext uri="{FF2B5EF4-FFF2-40B4-BE49-F238E27FC236}">
                <a16:creationId xmlns:a16="http://schemas.microsoft.com/office/drawing/2014/main" id="{EA03A03A-CFDB-4B20-869E-5C5CB5F2A8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3628" y="4390108"/>
            <a:ext cx="44196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∴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= – 1001 = –9</a:t>
            </a:r>
          </a:p>
        </p:txBody>
      </p:sp>
      <p:sp>
        <p:nvSpPr>
          <p:cNvPr id="53292" name="Line 44">
            <a:extLst>
              <a:ext uri="{FF2B5EF4-FFF2-40B4-BE49-F238E27FC236}">
                <a16:creationId xmlns:a16="http://schemas.microsoft.com/office/drawing/2014/main" id="{EDE5686D-167A-4000-8750-7D37289B7044}"/>
              </a:ext>
            </a:extLst>
          </p:cNvPr>
          <p:cNvSpPr>
            <a:spLocks noChangeShapeType="1"/>
          </p:cNvSpPr>
          <p:nvPr/>
        </p:nvSpPr>
        <p:spPr bwMode="auto">
          <a:xfrm>
            <a:off x="1153028" y="3880520"/>
            <a:ext cx="67056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294" name="Text Box 46">
            <a:extLst>
              <a:ext uri="{FF2B5EF4-FFF2-40B4-BE49-F238E27FC236}">
                <a16:creationId xmlns:a16="http://schemas.microsoft.com/office/drawing/2014/main" id="{0B2DC03C-CD66-4D93-A4AC-311F983310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1463" y="6248400"/>
            <a:ext cx="54133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错</a:t>
            </a:r>
          </a:p>
        </p:txBody>
      </p:sp>
      <p:sp>
        <p:nvSpPr>
          <p:cNvPr id="50" name="Text Box 2">
            <a:extLst>
              <a:ext uri="{FF2B5EF4-FFF2-40B4-BE49-F238E27FC236}">
                <a16:creationId xmlns:a16="http://schemas.microsoft.com/office/drawing/2014/main" id="{D6A9DF4E-DC9C-44C3-B726-3E87B4F362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97" y="122014"/>
            <a:ext cx="15589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举例</a:t>
            </a:r>
          </a:p>
        </p:txBody>
      </p:sp>
      <p:sp>
        <p:nvSpPr>
          <p:cNvPr id="51" name="对话气泡: 矩形 50">
            <a:extLst>
              <a:ext uri="{FF2B5EF4-FFF2-40B4-BE49-F238E27FC236}">
                <a16:creationId xmlns:a16="http://schemas.microsoft.com/office/drawing/2014/main" id="{639B1F2E-04D5-4DDC-B40B-B342FCE94892}"/>
              </a:ext>
            </a:extLst>
          </p:cNvPr>
          <p:cNvSpPr/>
          <p:nvPr/>
        </p:nvSpPr>
        <p:spPr>
          <a:xfrm>
            <a:off x="622057" y="2599948"/>
            <a:ext cx="7899886" cy="2049716"/>
          </a:xfrm>
          <a:prstGeom prst="wedgeRectCallout">
            <a:avLst>
              <a:gd name="adj1" fmla="val 23366"/>
              <a:gd name="adj2" fmla="val -51659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4000" dirty="0">
                <a:solidFill>
                  <a:schemeClr val="tx1"/>
                </a:solidFill>
              </a:rPr>
              <a:t>补码减法跟加法的关系？减法如何判断溢出？</a:t>
            </a:r>
          </a:p>
        </p:txBody>
      </p:sp>
      <p:sp>
        <p:nvSpPr>
          <p:cNvPr id="52" name="矩形 51">
            <a:extLst>
              <a:ext uri="{FF2B5EF4-FFF2-40B4-BE49-F238E27FC236}">
                <a16:creationId xmlns:a16="http://schemas.microsoft.com/office/drawing/2014/main" id="{2128E024-BD19-4124-8043-D036B5813725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2. 2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定点数的加减运算</a:t>
            </a:r>
          </a:p>
        </p:txBody>
      </p:sp>
    </p:spTree>
    <p:extLst>
      <p:ext uri="{BB962C8B-B14F-4D97-AF65-F5344CB8AC3E}">
        <p14:creationId xmlns:p14="http://schemas.microsoft.com/office/powerpoint/2010/main" val="35629503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3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53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3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53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4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6" dur="500"/>
                                        <p:tgtEl>
                                          <p:spTgt spid="53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53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53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53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53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1" dur="500"/>
                                        <p:tgtEl>
                                          <p:spTgt spid="53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6" dur="500"/>
                                        <p:tgtEl>
                                          <p:spTgt spid="53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1" dur="500"/>
                                        <p:tgtEl>
                                          <p:spTgt spid="53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6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251" grpId="0" autoUpdateAnimBg="0"/>
      <p:bldP spid="53252" grpId="0" autoUpdateAnimBg="0"/>
      <p:bldP spid="53259" grpId="0" autoUpdateAnimBg="0"/>
      <p:bldP spid="53260" grpId="0" autoUpdateAnimBg="0"/>
      <p:bldP spid="53267" grpId="0" autoUpdateAnimBg="0"/>
      <p:bldP spid="53268" grpId="0" autoUpdateAnimBg="0"/>
      <p:bldP spid="53269" grpId="0" autoUpdateAnimBg="0"/>
      <p:bldP spid="53289" grpId="0" autoUpdateAnimBg="0"/>
      <p:bldP spid="53290" grpId="0" autoUpdateAnimBg="0"/>
      <p:bldP spid="53291" grpId="0" autoUpdateAnimBg="0"/>
      <p:bldP spid="53294" grpId="0" autoUpdateAnimBg="0"/>
      <p:bldP spid="51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2.2 </a:t>
            </a:r>
            <a:r>
              <a:rPr lang="zh-CN" altLang="en-US" sz="4400" b="1" dirty="0">
                <a:solidFill>
                  <a:srgbClr val="FF0000"/>
                </a:solidFill>
              </a:rPr>
              <a:t>定点数的加减运算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lvl="0" eaLnBrk="1" hangingPunct="1">
              <a:buNone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/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1.</a:t>
            </a:r>
            <a:r>
              <a:rPr lang="zh-CN" altLang="en-US" dirty="0"/>
              <a:t>补码加法运算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3.</a:t>
            </a:r>
            <a:r>
              <a:rPr lang="zh-CN" altLang="en-US" dirty="0"/>
              <a:t>补码加减法硬件配置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/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</a:t>
            </a:r>
            <a:r>
              <a:rPr lang="zh-CN" altLang="en-US" dirty="0"/>
              <a:t>补码减法运算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lvl="0" eaLnBrk="1" hangingPunct="1">
              <a:buNone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/>
              <a:t>4</a:t>
            </a:r>
            <a:r>
              <a:rPr lang="en-US" altLang="zh-CN" dirty="0"/>
              <a:t>. MIPS</a:t>
            </a:r>
            <a:r>
              <a:rPr lang="zh-CN" altLang="en-US" dirty="0"/>
              <a:t>中的加减法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F1F1F5D4-70C0-4BB5-8229-9755DF404A0C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2. 2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定点数的加减运算</a:t>
            </a:r>
          </a:p>
        </p:txBody>
      </p:sp>
    </p:spTree>
    <p:extLst>
      <p:ext uri="{BB962C8B-B14F-4D97-AF65-F5344CB8AC3E}">
        <p14:creationId xmlns:p14="http://schemas.microsoft.com/office/powerpoint/2010/main" val="2877729773"/>
      </p:ext>
    </p:extLst>
  </p:cSld>
  <p:clrMapOvr>
    <a:masterClrMapping/>
  </p:clrMapOvr>
  <p:transition spd="slow"/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0C2AD805-02AF-43BF-BBA8-10CD300045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95536" y="271752"/>
            <a:ext cx="7067128" cy="457199"/>
          </a:xfrm>
        </p:spPr>
        <p:txBody>
          <a:bodyPr/>
          <a:lstStyle/>
          <a:p>
            <a:r>
              <a:rPr lang="zh-CN" altLang="en-US" dirty="0"/>
              <a:t>三</a:t>
            </a:r>
            <a:r>
              <a:rPr lang="en-US" altLang="zh-CN" dirty="0"/>
              <a:t>.</a:t>
            </a:r>
            <a:r>
              <a:rPr lang="zh-CN" altLang="en-US" dirty="0"/>
              <a:t>补码加减法硬件配置</a:t>
            </a:r>
          </a:p>
        </p:txBody>
      </p:sp>
      <p:grpSp>
        <p:nvGrpSpPr>
          <p:cNvPr id="4" name="Group 20">
            <a:extLst>
              <a:ext uri="{FF2B5EF4-FFF2-40B4-BE49-F238E27FC236}">
                <a16:creationId xmlns:a16="http://schemas.microsoft.com/office/drawing/2014/main" id="{B2037760-16B8-4F40-BBE7-ADB80DFADD48}"/>
              </a:ext>
            </a:extLst>
          </p:cNvPr>
          <p:cNvGrpSpPr>
            <a:grpSpLocks/>
          </p:cNvGrpSpPr>
          <p:nvPr/>
        </p:nvGrpSpPr>
        <p:grpSpPr bwMode="auto">
          <a:xfrm>
            <a:off x="3347864" y="5445224"/>
            <a:ext cx="2776538" cy="995363"/>
            <a:chOff x="806" y="3434"/>
            <a:chExt cx="1749" cy="627"/>
          </a:xfrm>
        </p:grpSpPr>
        <p:sp>
          <p:nvSpPr>
            <p:cNvPr id="5" name="Text Box 21">
              <a:extLst>
                <a:ext uri="{FF2B5EF4-FFF2-40B4-BE49-F238E27FC236}">
                  <a16:creationId xmlns:a16="http://schemas.microsoft.com/office/drawing/2014/main" id="{CF74ABBE-022A-4C4F-9F3A-97187CA2B7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" y="3434"/>
              <a:ext cx="142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 dirty="0">
                  <a:latin typeface="Times New Roman" panose="02020603050405020304" pitchFamily="18" charset="0"/>
                </a:rPr>
                <a:t>A</a:t>
              </a:r>
              <a:r>
                <a:rPr kumimoji="1" lang="zh-CN" altLang="en-US" sz="2400" b="1" dirty="0">
                  <a:latin typeface="Times New Roman" panose="02020603050405020304" pitchFamily="18" charset="0"/>
                </a:rPr>
                <a:t>、</a:t>
              </a:r>
              <a:r>
                <a:rPr kumimoji="1" lang="en-US" altLang="zh-CN" sz="2400" b="1" dirty="0">
                  <a:latin typeface="Times New Roman" panose="02020603050405020304" pitchFamily="18" charset="0"/>
                </a:rPr>
                <a:t>X </a:t>
              </a:r>
              <a:r>
                <a:rPr kumimoji="1" lang="zh-CN" altLang="en-US" sz="2400" b="1" dirty="0">
                  <a:latin typeface="Times New Roman" panose="02020603050405020304" pitchFamily="18" charset="0"/>
                </a:rPr>
                <a:t>均 </a:t>
              </a:r>
              <a:r>
                <a:rPr kumimoji="1" lang="en-US" altLang="zh-CN" sz="2400" b="1" i="1" dirty="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400" b="1" dirty="0">
                  <a:latin typeface="Times New Roman" panose="02020603050405020304" pitchFamily="18" charset="0"/>
                </a:rPr>
                <a:t>+1 </a:t>
              </a:r>
              <a:r>
                <a:rPr kumimoji="1" lang="zh-CN" altLang="en-US" sz="2400" b="1" dirty="0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6" name="Text Box 22">
              <a:extLst>
                <a:ext uri="{FF2B5EF4-FFF2-40B4-BE49-F238E27FC236}">
                  <a16:creationId xmlns:a16="http://schemas.microsoft.com/office/drawing/2014/main" id="{22DF2202-9193-471E-829A-4993E28EB2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" y="3770"/>
              <a:ext cx="174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 dirty="0">
                  <a:latin typeface="Times New Roman" panose="02020603050405020304" pitchFamily="18" charset="0"/>
                </a:rPr>
                <a:t>用</a:t>
              </a:r>
              <a:r>
                <a:rPr kumimoji="1" lang="en-US" altLang="zh-CN" sz="2400" b="1" dirty="0">
                  <a:latin typeface="Times New Roman" panose="02020603050405020304" pitchFamily="18" charset="0"/>
                </a:rPr>
                <a:t>OP</a:t>
              </a:r>
              <a:r>
                <a:rPr kumimoji="1" lang="zh-CN" altLang="en-US" sz="2400" b="1" dirty="0">
                  <a:latin typeface="Times New Roman" panose="02020603050405020304" pitchFamily="18" charset="0"/>
                </a:rPr>
                <a:t>控制求补逻辑</a:t>
              </a:r>
              <a:endParaRPr kumimoji="1" lang="zh-CN" altLang="en-US" sz="2400" b="1" baseline="-25000" dirty="0">
                <a:latin typeface="Times New Roman" panose="02020603050405020304" pitchFamily="18" charset="0"/>
              </a:endParaRPr>
            </a:p>
          </p:txBody>
        </p:sp>
      </p:grpSp>
      <p:graphicFrame>
        <p:nvGraphicFramePr>
          <p:cNvPr id="7" name="对象 6">
            <a:extLst>
              <a:ext uri="{FF2B5EF4-FFF2-40B4-BE49-F238E27FC236}">
                <a16:creationId xmlns:a16="http://schemas.microsoft.com/office/drawing/2014/main" id="{12A8D80A-5D10-432E-AE7F-580D874B0487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20178080"/>
              </p:ext>
            </p:extLst>
          </p:nvPr>
        </p:nvGraphicFramePr>
        <p:xfrm>
          <a:off x="1801875" y="1223264"/>
          <a:ext cx="7342125" cy="403244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1062" name="Visio" r:id="rId3" imgW="3867699" imgH="2120508" progId="Visio.Drawing.11">
                  <p:embed/>
                </p:oleObj>
              </mc:Choice>
              <mc:Fallback>
                <p:oleObj name="Visio" r:id="rId3" imgW="3867699" imgH="2120508" progId="Visio.Drawing.11">
                  <p:embed/>
                  <p:pic>
                    <p:nvPicPr>
                      <p:cNvPr id="5" name="对象 4">
                        <a:extLst>
                          <a:ext uri="{FF2B5EF4-FFF2-40B4-BE49-F238E27FC236}">
                            <a16:creationId xmlns:a16="http://schemas.microsoft.com/office/drawing/2014/main" id="{160D6D81-44B9-4FF9-9CC7-FC517455686F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01875" y="1223264"/>
                        <a:ext cx="7342125" cy="4032448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矩形 7">
            <a:extLst>
              <a:ext uri="{FF2B5EF4-FFF2-40B4-BE49-F238E27FC236}">
                <a16:creationId xmlns:a16="http://schemas.microsoft.com/office/drawing/2014/main" id="{098C74E0-B288-4E32-A7A3-88F4100E1E0E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2. 2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定点数的加减运算</a:t>
            </a:r>
          </a:p>
        </p:txBody>
      </p:sp>
    </p:spTree>
    <p:extLst>
      <p:ext uri="{BB962C8B-B14F-4D97-AF65-F5344CB8AC3E}">
        <p14:creationId xmlns:p14="http://schemas.microsoft.com/office/powerpoint/2010/main" val="19425928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2.2 </a:t>
            </a:r>
            <a:r>
              <a:rPr lang="zh-CN" altLang="en-US" sz="4400" b="1" dirty="0">
                <a:solidFill>
                  <a:srgbClr val="FF0000"/>
                </a:solidFill>
              </a:rPr>
              <a:t>定点数的加减运算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lvl="0" eaLnBrk="1" hangingPunct="1">
              <a:buNone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/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1.</a:t>
            </a:r>
            <a:r>
              <a:rPr lang="zh-CN" altLang="en-US" dirty="0"/>
              <a:t>补码加法运算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/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</a:t>
            </a:r>
            <a:r>
              <a:rPr lang="zh-CN" altLang="en-US" dirty="0"/>
              <a:t>补码加减法硬件配置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/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</a:t>
            </a:r>
            <a:r>
              <a:rPr lang="zh-CN" altLang="en-US" dirty="0"/>
              <a:t>补码减法运算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lvl="0"/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  <a:cs typeface="+mn-cs"/>
              </a:rPr>
              <a:t>4</a:t>
            </a:r>
            <a:r>
              <a:rPr lang="en-US" altLang="zh-CN" dirty="0"/>
              <a:t>. MIPS</a:t>
            </a:r>
            <a:r>
              <a:rPr lang="zh-CN" altLang="en-US" dirty="0"/>
              <a:t>中的加减法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/>
              <a:cs typeface="+mn-cs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21F81574-CBD8-4332-A1C2-5E708EC61371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2. 2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定点数的加减运算</a:t>
            </a:r>
          </a:p>
        </p:txBody>
      </p:sp>
    </p:spTree>
    <p:extLst>
      <p:ext uri="{BB962C8B-B14F-4D97-AF65-F5344CB8AC3E}">
        <p14:creationId xmlns:p14="http://schemas.microsoft.com/office/powerpoint/2010/main" val="3392614888"/>
      </p:ext>
    </p:extLst>
  </p:cSld>
  <p:clrMapOvr>
    <a:masterClrMapping/>
  </p:clrMapOvr>
  <p:transition spd="slow"/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0CCC018-FF64-47F6-8C51-35DB80CCED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四、</a:t>
            </a:r>
            <a:r>
              <a:rPr lang="en-US" altLang="zh-CN" dirty="0"/>
              <a:t>MIPS </a:t>
            </a:r>
            <a:r>
              <a:rPr lang="zh-CN" altLang="en-US" dirty="0"/>
              <a:t>中的加减法</a:t>
            </a:r>
          </a:p>
        </p:txBody>
      </p: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C190526A-9194-4540-8303-1D9DF341C7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1893159"/>
              </p:ext>
            </p:extLst>
          </p:nvPr>
        </p:nvGraphicFramePr>
        <p:xfrm>
          <a:off x="251520" y="1916832"/>
          <a:ext cx="8730714" cy="4032446"/>
        </p:xfrm>
        <a:graphic>
          <a:graphicData uri="http://schemas.openxmlformats.org/drawingml/2006/table">
            <a:tbl>
              <a:tblPr firstRow="1" firstCol="1" bandRow="1"/>
              <a:tblGrid>
                <a:gridCol w="801595">
                  <a:extLst>
                    <a:ext uri="{9D8B030D-6E8A-4147-A177-3AD203B41FA5}">
                      <a16:colId xmlns:a16="http://schemas.microsoft.com/office/drawing/2014/main" val="650237628"/>
                    </a:ext>
                  </a:extLst>
                </a:gridCol>
                <a:gridCol w="2066982">
                  <a:extLst>
                    <a:ext uri="{9D8B030D-6E8A-4147-A177-3AD203B41FA5}">
                      <a16:colId xmlns:a16="http://schemas.microsoft.com/office/drawing/2014/main" val="3951654012"/>
                    </a:ext>
                  </a:extLst>
                </a:gridCol>
                <a:gridCol w="2209533">
                  <a:extLst>
                    <a:ext uri="{9D8B030D-6E8A-4147-A177-3AD203B41FA5}">
                      <a16:colId xmlns:a16="http://schemas.microsoft.com/office/drawing/2014/main" val="3166189273"/>
                    </a:ext>
                  </a:extLst>
                </a:gridCol>
                <a:gridCol w="2209533">
                  <a:extLst>
                    <a:ext uri="{9D8B030D-6E8A-4147-A177-3AD203B41FA5}">
                      <a16:colId xmlns:a16="http://schemas.microsoft.com/office/drawing/2014/main" val="3743712613"/>
                    </a:ext>
                  </a:extLst>
                </a:gridCol>
                <a:gridCol w="1443071">
                  <a:extLst>
                    <a:ext uri="{9D8B030D-6E8A-4147-A177-3AD203B41FA5}">
                      <a16:colId xmlns:a16="http://schemas.microsoft.com/office/drawing/2014/main" val="1020389704"/>
                    </a:ext>
                  </a:extLst>
                </a:gridCol>
              </a:tblGrid>
              <a:tr h="672074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 </a:t>
                      </a:r>
                      <a:endParaRPr lang="zh-CN" sz="24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功能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汇编指令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含义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说明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3748799"/>
                  </a:ext>
                </a:extLst>
              </a:tr>
              <a:tr h="560062">
                <a:tc rowSpan="3"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有</a:t>
                      </a:r>
                      <a:endParaRPr lang="en-US" alt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符</a:t>
                      </a:r>
                      <a:endParaRPr lang="en-US" alt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号</a:t>
                      </a:r>
                      <a:endParaRPr lang="en-US" alt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数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寄存器加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add  $s1,$s2,$s3</a:t>
                      </a: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$s1=$s2+$s3</a:t>
                      </a:r>
                      <a:endParaRPr lang="zh-CN" sz="20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indent="127000" algn="ctr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检测溢出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23358433"/>
                  </a:ext>
                </a:extLst>
              </a:tr>
              <a:tr h="560062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寄存器减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sub  $s1,$s2,$s3</a:t>
                      </a: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$s1=$s2+$s3</a:t>
                      </a: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indent="266700" algn="just">
                        <a:spcAft>
                          <a:spcPts val="0"/>
                        </a:spcAft>
                      </a:pP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8629325"/>
                  </a:ext>
                </a:extLst>
              </a:tr>
              <a:tr h="560062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寄存器</a:t>
                      </a:r>
                      <a:r>
                        <a:rPr lang="en-US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+</a:t>
                      </a: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立即数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addi  $s1,$s2,10</a:t>
                      </a:r>
                      <a:endParaRPr lang="zh-CN" sz="20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$s1=$s2+10</a:t>
                      </a: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indent="266700" algn="just">
                        <a:spcAft>
                          <a:spcPts val="0"/>
                        </a:spcAft>
                      </a:pP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92902408"/>
                  </a:ext>
                </a:extLst>
              </a:tr>
              <a:tr h="560062">
                <a:tc rowSpan="3"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无</a:t>
                      </a:r>
                      <a:endParaRPr lang="en-US" alt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符</a:t>
                      </a:r>
                      <a:endParaRPr lang="en-US" alt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号</a:t>
                      </a:r>
                      <a:endParaRPr lang="en-US" alt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数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寄存器加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addu  $s1,$s2,$s3</a:t>
                      </a:r>
                      <a:endParaRPr lang="zh-CN" sz="20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$s1=$s2+$s3</a:t>
                      </a: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indent="127000" algn="ctr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不检测溢出</a:t>
                      </a:r>
                    </a:p>
                    <a:p>
                      <a:pPr indent="126365" algn="just">
                        <a:spcAft>
                          <a:spcPts val="0"/>
                        </a:spcAft>
                      </a:pPr>
                      <a:r>
                        <a:rPr lang="en-US" alt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 </a:t>
                      </a: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560419"/>
                  </a:ext>
                </a:extLst>
              </a:tr>
              <a:tr h="560062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寄存器减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subu  $s1,$s2,$s3</a:t>
                      </a:r>
                      <a:endParaRPr lang="zh-CN" sz="20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$s1=$s2+$s3</a:t>
                      </a: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indent="126365" algn="just">
                        <a:spcAft>
                          <a:spcPts val="0"/>
                        </a:spcAft>
                      </a:pP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4942499"/>
                  </a:ext>
                </a:extLst>
              </a:tr>
              <a:tr h="560062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寄存器</a:t>
                      </a:r>
                      <a:r>
                        <a:rPr lang="en-US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+</a:t>
                      </a: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立即数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addiu  $s1,$s2,10</a:t>
                      </a:r>
                      <a:endParaRPr lang="zh-CN" sz="20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$s1=$s2+10</a:t>
                      </a: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indent="126365" algn="just">
                        <a:spcAft>
                          <a:spcPts val="0"/>
                        </a:spcAft>
                      </a:pP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262035"/>
                  </a:ext>
                </a:extLst>
              </a:tr>
            </a:tbl>
          </a:graphicData>
        </a:graphic>
      </p:graphicFrame>
      <p:sp>
        <p:nvSpPr>
          <p:cNvPr id="5" name="Rectangle 1">
            <a:extLst>
              <a:ext uri="{FF2B5EF4-FFF2-40B4-BE49-F238E27FC236}">
                <a16:creationId xmlns:a16="http://schemas.microsoft.com/office/drawing/2014/main" id="{4F5E350E-D271-4363-8636-866076A179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3608" y="1170736"/>
            <a:ext cx="676875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lvl1pPr indent="1270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13335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表</a:t>
            </a:r>
            <a:r>
              <a:rPr kumimoji="0" lang="en-US" altLang="zh-CN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2-11 MIPS</a:t>
            </a:r>
            <a:r>
              <a:rPr kumimoji="0" lang="zh-CN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加减法的汇编指令</a:t>
            </a:r>
            <a:endParaRPr kumimoji="0" lang="zh-CN" altLang="en-US" sz="2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59485464-57C8-4A7D-9E7C-A16A03AAFFE7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2. 2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定点数的加减运算</a:t>
            </a:r>
          </a:p>
        </p:txBody>
      </p:sp>
    </p:spTree>
    <p:extLst>
      <p:ext uri="{BB962C8B-B14F-4D97-AF65-F5344CB8AC3E}">
        <p14:creationId xmlns:p14="http://schemas.microsoft.com/office/powerpoint/2010/main" val="1824135988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zh-CN" altLang="en-US" sz="4400" b="1" dirty="0">
                <a:solidFill>
                  <a:srgbClr val="FF0000"/>
                </a:solidFill>
              </a:rPr>
              <a:t>第 </a:t>
            </a:r>
            <a:r>
              <a:rPr lang="en-US" altLang="zh-CN" sz="4400" b="1" dirty="0">
                <a:solidFill>
                  <a:srgbClr val="FF0000"/>
                </a:solidFill>
              </a:rPr>
              <a:t>2 </a:t>
            </a:r>
            <a:r>
              <a:rPr lang="zh-CN" altLang="en-US" sz="4400" b="1" dirty="0">
                <a:solidFill>
                  <a:srgbClr val="FF0000"/>
                </a:solidFill>
              </a:rPr>
              <a:t>章 运算方法和运算器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2. 1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数据的表示方法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gradFill>
            <a:gsLst>
              <a:gs pos="0">
                <a:srgbClr val="FFC000"/>
              </a:gs>
              <a:gs pos="74000">
                <a:schemeClr val="accent1">
                  <a:lumMod val="45000"/>
                  <a:lumOff val="55000"/>
                </a:schemeClr>
              </a:gs>
              <a:gs pos="83000">
                <a:schemeClr val="accent1">
                  <a:lumMod val="45000"/>
                  <a:lumOff val="55000"/>
                </a:schemeClr>
              </a:gs>
              <a:gs pos="100000">
                <a:schemeClr val="accent1">
                  <a:lumMod val="30000"/>
                  <a:lumOff val="70000"/>
                </a:schemeClr>
              </a:gs>
            </a:gsLst>
            <a:lin ang="5400000" scaled="1"/>
          </a:gradFill>
          <a:ln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/>
            </a:lvl2pPr>
            <a:lvl3pPr marL="1143000" indent="-228600">
              <a:spcBef>
                <a:spcPct val="20000"/>
              </a:spcBef>
              <a:buChar char="•"/>
              <a:defRPr sz="2400"/>
            </a:lvl3pPr>
            <a:lvl4pPr marL="1600200" indent="-228600">
              <a:spcBef>
                <a:spcPct val="20000"/>
              </a:spcBef>
              <a:buChar char="–"/>
              <a:defRPr sz="2000"/>
            </a:lvl4pPr>
            <a:lvl5pPr marL="2057400" indent="-228600">
              <a:spcBef>
                <a:spcPct val="20000"/>
              </a:spcBef>
              <a:buChar char="»"/>
              <a:defRPr sz="2000"/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9pPr>
          </a:lstStyle>
          <a:p>
            <a:r>
              <a:rPr lang="en-US" altLang="zh-CN" dirty="0"/>
              <a:t>2. 3  </a:t>
            </a:r>
            <a:r>
              <a:rPr lang="zh-CN" altLang="en-US" dirty="0"/>
              <a:t>定点数乘法运算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901950"/>
            <a:ext cx="503488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2. 2  </a:t>
            </a:r>
            <a:r>
              <a:rPr lang="zh-CN" altLang="en-US" dirty="0"/>
              <a:t>定点数的加减运算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2. 4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定点数除法运算</a:t>
            </a:r>
          </a:p>
        </p:txBody>
      </p:sp>
      <p:sp>
        <p:nvSpPr>
          <p:cNvPr id="2055" name="Text Box 7">
            <a:extLst>
              <a:ext uri="{FF2B5EF4-FFF2-40B4-BE49-F238E27FC236}">
                <a16:creationId xmlns:a16="http://schemas.microsoft.com/office/drawing/2014/main" id="{77AFEEF8-DA6B-4AA5-8798-E6DDB6745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5530850"/>
            <a:ext cx="6705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2. 5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浮点数的运算</a:t>
            </a:r>
          </a:p>
        </p:txBody>
      </p:sp>
    </p:spTree>
    <p:extLst>
      <p:ext uri="{BB962C8B-B14F-4D97-AF65-F5344CB8AC3E}">
        <p14:creationId xmlns:p14="http://schemas.microsoft.com/office/powerpoint/2010/main" val="3160181501"/>
      </p:ext>
    </p:extLst>
  </p:cSld>
  <p:clrMapOvr>
    <a:masterClrMapping/>
  </p:clrMapOvr>
  <p:transition spd="slow"/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2.3 </a:t>
            </a:r>
            <a:r>
              <a:rPr lang="zh-CN" altLang="en-US" sz="4400" b="1" dirty="0">
                <a:solidFill>
                  <a:srgbClr val="FF0000"/>
                </a:solidFill>
              </a:rPr>
              <a:t>定点数乘法运算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1.</a:t>
            </a:r>
            <a:r>
              <a:rPr lang="zh-CN" altLang="en-US" dirty="0"/>
              <a:t>笔算乘法分析与改进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/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</a:t>
            </a:r>
            <a:r>
              <a:rPr lang="zh-CN" altLang="en-US" dirty="0"/>
              <a:t>补码乘法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/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</a:t>
            </a:r>
            <a:r>
              <a:rPr lang="zh-CN" altLang="en-US" dirty="0"/>
              <a:t>原码乘法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4. </a:t>
            </a:r>
            <a:r>
              <a:rPr lang="zh-CN" altLang="en-US" dirty="0"/>
              <a:t>阵列乘法器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21F81574-CBD8-4332-A1C2-5E708EC61371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定点数乘法运算</a:t>
            </a:r>
          </a:p>
        </p:txBody>
      </p:sp>
      <p:sp>
        <p:nvSpPr>
          <p:cNvPr id="9" name="Text Box 4">
            <a:extLst>
              <a:ext uri="{FF2B5EF4-FFF2-40B4-BE49-F238E27FC236}">
                <a16:creationId xmlns:a16="http://schemas.microsoft.com/office/drawing/2014/main" id="{CF94B1E2-0F6A-4B01-991C-CB9E1BC0DB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434" y="55308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/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5.</a:t>
            </a:r>
            <a:r>
              <a:rPr lang="en-US" altLang="zh-CN" dirty="0"/>
              <a:t>MIPS</a:t>
            </a:r>
            <a:r>
              <a:rPr lang="zh-CN" altLang="en-US" dirty="0"/>
              <a:t>中的乘法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94296624"/>
      </p:ext>
    </p:extLst>
  </p:cSld>
  <p:clrMapOvr>
    <a:masterClrMapping/>
  </p:clrMapOvr>
  <p:transition spd="slow"/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Text Box 2">
            <a:extLst>
              <a:ext uri="{FF2B5EF4-FFF2-40B4-BE49-F238E27FC236}">
                <a16:creationId xmlns:a16="http://schemas.microsoft.com/office/drawing/2014/main" id="{D302B226-F8E3-405B-A49B-65A6654974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25" y="320675"/>
            <a:ext cx="528061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 dirty="0">
                <a:latin typeface="Times New Roman" panose="02020603050405020304" pitchFamily="18" charset="0"/>
              </a:rPr>
              <a:t>一、笔算乘法分析与改进</a:t>
            </a:r>
          </a:p>
        </p:txBody>
      </p:sp>
      <p:sp>
        <p:nvSpPr>
          <p:cNvPr id="57347" name="Text Box 3">
            <a:extLst>
              <a:ext uri="{FF2B5EF4-FFF2-40B4-BE49-F238E27FC236}">
                <a16:creationId xmlns:a16="http://schemas.microsoft.com/office/drawing/2014/main" id="{EAF85721-5F7A-4260-8064-F7E3BF6D03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560" y="1119188"/>
            <a:ext cx="26828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dirty="0">
                <a:latin typeface="Times New Roman" panose="02020603050405020304" pitchFamily="18" charset="0"/>
              </a:rPr>
              <a:t>1.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分析笔算乘法</a:t>
            </a:r>
          </a:p>
        </p:txBody>
      </p:sp>
      <p:sp>
        <p:nvSpPr>
          <p:cNvPr id="57348" name="Text Box 4">
            <a:extLst>
              <a:ext uri="{FF2B5EF4-FFF2-40B4-BE49-F238E27FC236}">
                <a16:creationId xmlns:a16="http://schemas.microsoft.com/office/drawing/2014/main" id="{9FD24EF7-820A-4A40-B02E-CAAF239B40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2925" y="1752600"/>
            <a:ext cx="57308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 0.1101       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 = 0.1011</a:t>
            </a:r>
          </a:p>
        </p:txBody>
      </p:sp>
      <p:sp>
        <p:nvSpPr>
          <p:cNvPr id="57349" name="Text Box 5">
            <a:extLst>
              <a:ext uri="{FF2B5EF4-FFF2-40B4-BE49-F238E27FC236}">
                <a16:creationId xmlns:a16="http://schemas.microsoft.com/office/drawing/2014/main" id="{E3231A09-6B2E-47BE-80FE-5D9C65D85B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2925" y="2362200"/>
            <a:ext cx="39020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B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 0.10001111</a:t>
            </a:r>
          </a:p>
        </p:txBody>
      </p:sp>
      <p:sp>
        <p:nvSpPr>
          <p:cNvPr id="57350" name="Text Box 6">
            <a:extLst>
              <a:ext uri="{FF2B5EF4-FFF2-40B4-BE49-F238E27FC236}">
                <a16:creationId xmlns:a16="http://schemas.microsoft.com/office/drawing/2014/main" id="{E863CB15-D925-4402-BE87-E923850DA1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3825" y="2886075"/>
            <a:ext cx="1606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0 . 1 1 0 1</a:t>
            </a:r>
          </a:p>
        </p:txBody>
      </p:sp>
      <p:sp>
        <p:nvSpPr>
          <p:cNvPr id="57351" name="Text Box 7">
            <a:extLst>
              <a:ext uri="{FF2B5EF4-FFF2-40B4-BE49-F238E27FC236}">
                <a16:creationId xmlns:a16="http://schemas.microsoft.com/office/drawing/2014/main" id="{7E9BA357-8352-497C-B830-ECE1167069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3825" y="3348038"/>
            <a:ext cx="16065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0 . 1 0 1 1</a:t>
            </a:r>
          </a:p>
        </p:txBody>
      </p:sp>
      <p:sp>
        <p:nvSpPr>
          <p:cNvPr id="57352" name="Text Box 8">
            <a:extLst>
              <a:ext uri="{FF2B5EF4-FFF2-40B4-BE49-F238E27FC236}">
                <a16:creationId xmlns:a16="http://schemas.microsoft.com/office/drawing/2014/main" id="{6AA587B6-CAD5-45CA-824D-CB0AF9ACF7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8325" y="3808413"/>
            <a:ext cx="11620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1 1 0 1</a:t>
            </a:r>
          </a:p>
        </p:txBody>
      </p:sp>
      <p:sp>
        <p:nvSpPr>
          <p:cNvPr id="57353" name="Text Box 9">
            <a:extLst>
              <a:ext uri="{FF2B5EF4-FFF2-40B4-BE49-F238E27FC236}">
                <a16:creationId xmlns:a16="http://schemas.microsoft.com/office/drawing/2014/main" id="{65242386-9000-46B3-BD44-40CE0AC264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1150" y="4270375"/>
            <a:ext cx="11620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1 1 0 1</a:t>
            </a:r>
          </a:p>
        </p:txBody>
      </p:sp>
      <p:sp>
        <p:nvSpPr>
          <p:cNvPr id="57354" name="Text Box 10">
            <a:extLst>
              <a:ext uri="{FF2B5EF4-FFF2-40B4-BE49-F238E27FC236}">
                <a16:creationId xmlns:a16="http://schemas.microsoft.com/office/drawing/2014/main" id="{4EACD55E-ADE2-4456-AC6F-803E9E160F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6350" y="4732338"/>
            <a:ext cx="11620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0 0 0 0</a:t>
            </a:r>
          </a:p>
        </p:txBody>
      </p:sp>
      <p:sp>
        <p:nvSpPr>
          <p:cNvPr id="57355" name="Text Box 11">
            <a:extLst>
              <a:ext uri="{FF2B5EF4-FFF2-40B4-BE49-F238E27FC236}">
                <a16:creationId xmlns:a16="http://schemas.microsoft.com/office/drawing/2014/main" id="{3A4B2161-71B6-46E3-B9D7-8F058DBE51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7750" y="5192713"/>
            <a:ext cx="11620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1 1 0 1</a:t>
            </a:r>
          </a:p>
        </p:txBody>
      </p:sp>
      <p:sp>
        <p:nvSpPr>
          <p:cNvPr id="57356" name="Text Box 12">
            <a:extLst>
              <a:ext uri="{FF2B5EF4-FFF2-40B4-BE49-F238E27FC236}">
                <a16:creationId xmlns:a16="http://schemas.microsoft.com/office/drawing/2014/main" id="{F778D61F-17C0-4E1C-8171-8E30466CB1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025" y="5653088"/>
            <a:ext cx="26733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0 . 1 0 0 0 1 1 1 1</a:t>
            </a:r>
          </a:p>
        </p:txBody>
      </p:sp>
      <p:sp>
        <p:nvSpPr>
          <p:cNvPr id="57357" name="Line 13">
            <a:extLst>
              <a:ext uri="{FF2B5EF4-FFF2-40B4-BE49-F238E27FC236}">
                <a16:creationId xmlns:a16="http://schemas.microsoft.com/office/drawing/2014/main" id="{6BEC835D-88E3-40C5-BFD7-4D7FD1290F92}"/>
              </a:ext>
            </a:extLst>
          </p:cNvPr>
          <p:cNvSpPr>
            <a:spLocks noChangeShapeType="1"/>
          </p:cNvSpPr>
          <p:nvPr/>
        </p:nvSpPr>
        <p:spPr bwMode="auto">
          <a:xfrm>
            <a:off x="990600" y="3886200"/>
            <a:ext cx="21336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358" name="Line 14">
            <a:extLst>
              <a:ext uri="{FF2B5EF4-FFF2-40B4-BE49-F238E27FC236}">
                <a16:creationId xmlns:a16="http://schemas.microsoft.com/office/drawing/2014/main" id="{CD22C227-3353-4BEC-B908-AFA85A8B81A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000" y="5715000"/>
            <a:ext cx="26670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7359" name="Text Box 15">
            <a:extLst>
              <a:ext uri="{FF2B5EF4-FFF2-40B4-BE49-F238E27FC236}">
                <a16:creationId xmlns:a16="http://schemas.microsoft.com/office/drawing/2014/main" id="{537E5154-8991-47EE-BC0E-537A6C6161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3244850"/>
            <a:ext cx="26844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符号位单独处理</a:t>
            </a:r>
          </a:p>
        </p:txBody>
      </p:sp>
      <p:sp>
        <p:nvSpPr>
          <p:cNvPr id="57360" name="Text Box 16">
            <a:extLst>
              <a:ext uri="{FF2B5EF4-FFF2-40B4-BE49-F238E27FC236}">
                <a16:creationId xmlns:a16="http://schemas.microsoft.com/office/drawing/2014/main" id="{11125EC1-2A2E-4AC9-8DA0-4F8B0A6C5F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3935413"/>
            <a:ext cx="51847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乘数的某一位决定是否加被乘数</a:t>
            </a:r>
          </a:p>
        </p:txBody>
      </p:sp>
      <p:sp>
        <p:nvSpPr>
          <p:cNvPr id="57361" name="Text Box 17">
            <a:extLst>
              <a:ext uri="{FF2B5EF4-FFF2-40B4-BE49-F238E27FC236}">
                <a16:creationId xmlns:a16="http://schemas.microsoft.com/office/drawing/2014/main" id="{5C949BDE-382B-41F6-B351-9FAE6AD18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4603750"/>
            <a:ext cx="29511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 4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个位积一起相加</a:t>
            </a:r>
          </a:p>
        </p:txBody>
      </p:sp>
      <p:sp>
        <p:nvSpPr>
          <p:cNvPr id="57362" name="Text Box 18">
            <a:extLst>
              <a:ext uri="{FF2B5EF4-FFF2-40B4-BE49-F238E27FC236}">
                <a16:creationId xmlns:a16="http://schemas.microsoft.com/office/drawing/2014/main" id="{0C2B7CF1-F2A4-4763-9A4B-894C370A5B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5272088"/>
            <a:ext cx="33845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乘积的位数扩大一倍</a:t>
            </a:r>
          </a:p>
        </p:txBody>
      </p:sp>
      <p:sp>
        <p:nvSpPr>
          <p:cNvPr id="57363" name="Text Box 19">
            <a:extLst>
              <a:ext uri="{FF2B5EF4-FFF2-40B4-BE49-F238E27FC236}">
                <a16:creationId xmlns:a16="http://schemas.microsoft.com/office/drawing/2014/main" id="{8B5737B4-3C53-4709-B954-6A273FB360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3463" y="3367088"/>
            <a:ext cx="54133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</a:p>
        </p:txBody>
      </p:sp>
      <p:sp>
        <p:nvSpPr>
          <p:cNvPr id="57364" name="Text Box 20">
            <a:extLst>
              <a:ext uri="{FF2B5EF4-FFF2-40B4-BE49-F238E27FC236}">
                <a16:creationId xmlns:a16="http://schemas.microsoft.com/office/drawing/2014/main" id="{3550D7A6-9588-45ED-A5D8-7CD892AAC6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5563" y="2362200"/>
            <a:ext cx="339883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乘积的符号心算求得</a:t>
            </a:r>
          </a:p>
        </p:txBody>
      </p:sp>
      <p:sp>
        <p:nvSpPr>
          <p:cNvPr id="57365" name="Text Box 21">
            <a:extLst>
              <a:ext uri="{FF2B5EF4-FFF2-40B4-BE49-F238E27FC236}">
                <a16:creationId xmlns:a16="http://schemas.microsoft.com/office/drawing/2014/main" id="{15638B01-BFA2-4306-8E54-8ACFDDE6F2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3125" y="3267075"/>
            <a:ext cx="5524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ü"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57366" name="Text Box 22">
            <a:extLst>
              <a:ext uri="{FF2B5EF4-FFF2-40B4-BE49-F238E27FC236}">
                <a16:creationId xmlns:a16="http://schemas.microsoft.com/office/drawing/2014/main" id="{591D57BD-9AF0-494A-AE98-A36D58FBCC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3125" y="3935413"/>
            <a:ext cx="5524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ü"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57367" name="Text Box 23">
            <a:extLst>
              <a:ext uri="{FF2B5EF4-FFF2-40B4-BE49-F238E27FC236}">
                <a16:creationId xmlns:a16="http://schemas.microsoft.com/office/drawing/2014/main" id="{B782E0D2-C8A6-4FD2-B6C6-539D9803A8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3125" y="5272088"/>
            <a:ext cx="5524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ü"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57368" name="Text Box 24">
            <a:extLst>
              <a:ext uri="{FF2B5EF4-FFF2-40B4-BE49-F238E27FC236}">
                <a16:creationId xmlns:a16="http://schemas.microsoft.com/office/drawing/2014/main" id="{B4FEE763-549C-4B5E-B341-3EE49E01D6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3125" y="4603750"/>
            <a:ext cx="5413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？</a:t>
            </a:r>
          </a:p>
        </p:txBody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453864F8-2DA5-4F31-9FC4-B4BC391CD1B0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定点数乘法运算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7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57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57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57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57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31" dur="500"/>
                                        <p:tgtEl>
                                          <p:spTgt spid="57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57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500"/>
                                        <p:tgtEl>
                                          <p:spTgt spid="57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57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57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56" dur="500"/>
                                        <p:tgtEl>
                                          <p:spTgt spid="57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57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57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573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573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57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57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57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57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7" dur="500"/>
                                        <p:tgtEl>
                                          <p:spTgt spid="57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2" dur="500"/>
                                        <p:tgtEl>
                                          <p:spTgt spid="57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7" dur="500"/>
                                        <p:tgtEl>
                                          <p:spTgt spid="57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2" dur="500"/>
                                        <p:tgtEl>
                                          <p:spTgt spid="57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347" grpId="0" autoUpdateAnimBg="0"/>
      <p:bldP spid="57348" grpId="0" autoUpdateAnimBg="0"/>
      <p:bldP spid="57349" grpId="0" autoUpdateAnimBg="0"/>
      <p:bldP spid="57350" grpId="0" autoUpdateAnimBg="0"/>
      <p:bldP spid="57351" grpId="0" autoUpdateAnimBg="0"/>
      <p:bldP spid="57352" grpId="0" autoUpdateAnimBg="0"/>
      <p:bldP spid="57353" grpId="0" autoUpdateAnimBg="0"/>
      <p:bldP spid="57354" grpId="0" autoUpdateAnimBg="0"/>
      <p:bldP spid="57355" grpId="0" autoUpdateAnimBg="0"/>
      <p:bldP spid="57356" grpId="0" autoUpdateAnimBg="0"/>
      <p:bldP spid="57359" grpId="0" autoUpdateAnimBg="0"/>
      <p:bldP spid="57360" grpId="0" autoUpdateAnimBg="0"/>
      <p:bldP spid="57361" grpId="0" autoUpdateAnimBg="0"/>
      <p:bldP spid="57362" grpId="0" autoUpdateAnimBg="0"/>
      <p:bldP spid="57363" grpId="0" autoUpdateAnimBg="0"/>
      <p:bldP spid="57364" grpId="0" autoUpdateAnimBg="0"/>
      <p:bldP spid="57365" grpId="0" autoUpdateAnimBg="0"/>
      <p:bldP spid="57366" grpId="0" autoUpdateAnimBg="0"/>
      <p:bldP spid="57367" grpId="0" autoUpdateAnimBg="0"/>
      <p:bldP spid="57368" grpId="0" autoUpdateAnimBg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Text Box 2">
            <a:extLst>
              <a:ext uri="{FF2B5EF4-FFF2-40B4-BE49-F238E27FC236}">
                <a16:creationId xmlns:a16="http://schemas.microsoft.com/office/drawing/2014/main" id="{C53FE4A8-C961-4CB4-9341-9C70FD0750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725" y="273050"/>
            <a:ext cx="33940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2.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笔算乘法改进</a:t>
            </a:r>
          </a:p>
        </p:txBody>
      </p:sp>
      <p:sp>
        <p:nvSpPr>
          <p:cNvPr id="58371" name="Text Box 3">
            <a:extLst>
              <a:ext uri="{FF2B5EF4-FFF2-40B4-BE49-F238E27FC236}">
                <a16:creationId xmlns:a16="http://schemas.microsoft.com/office/drawing/2014/main" id="{45A64D92-F4E6-4FC3-ADF4-8C432C4B91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1013" y="914400"/>
            <a:ext cx="27781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000" b="1"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 = 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•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 0.1011</a:t>
            </a:r>
          </a:p>
        </p:txBody>
      </p:sp>
      <p:sp>
        <p:nvSpPr>
          <p:cNvPr id="58372" name="Text Box 4">
            <a:extLst>
              <a:ext uri="{FF2B5EF4-FFF2-40B4-BE49-F238E27FC236}">
                <a16:creationId xmlns:a16="http://schemas.microsoft.com/office/drawing/2014/main" id="{E95CA5BA-C58B-48C4-9398-629B3A25BA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70163" y="1524000"/>
            <a:ext cx="53213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0.1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+ 0.00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+ 0.001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+0.0001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</a:p>
        </p:txBody>
      </p:sp>
      <p:sp>
        <p:nvSpPr>
          <p:cNvPr id="58373" name="Text Box 5">
            <a:extLst>
              <a:ext uri="{FF2B5EF4-FFF2-40B4-BE49-F238E27FC236}">
                <a16:creationId xmlns:a16="http://schemas.microsoft.com/office/drawing/2014/main" id="{4E057C36-5ED2-4F94-843D-EF85FD75E4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6038" y="2133600"/>
            <a:ext cx="51149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0.1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+ 0.00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+ 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0.001</a:t>
            </a:r>
            <a:r>
              <a:rPr kumimoji="1" lang="en-US" altLang="zh-CN" sz="2800" b="1">
                <a:latin typeface="Times New Roman" panose="02020603050405020304" pitchFamily="18" charset="0"/>
              </a:rPr>
              <a:t>( 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+0.1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58374" name="Text Box 6">
            <a:extLst>
              <a:ext uri="{FF2B5EF4-FFF2-40B4-BE49-F238E27FC236}">
                <a16:creationId xmlns:a16="http://schemas.microsoft.com/office/drawing/2014/main" id="{A0BA4472-8F5C-4F2C-A738-DC4B188C54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6038" y="2743200"/>
            <a:ext cx="55308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0.1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+ 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0.01</a:t>
            </a:r>
            <a:r>
              <a:rPr kumimoji="1" lang="en-US" altLang="zh-CN" sz="2800" b="1">
                <a:latin typeface="Times New Roman" panose="02020603050405020304" pitchFamily="18" charset="0"/>
              </a:rPr>
              <a:t>[0 </a:t>
            </a:r>
            <a:r>
              <a:rPr kumimoji="1" lang="en-US" altLang="zh-CN" sz="2000" b="1">
                <a:latin typeface="Times New Roman" panose="02020603050405020304" pitchFamily="18" charset="0"/>
                <a:cs typeface="Times New Roman" panose="02020603050405020304" pitchFamily="18" charset="0"/>
              </a:rPr>
              <a:t>•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+ 0. 1( 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+0.1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</a:rPr>
              <a:t>)]</a:t>
            </a:r>
          </a:p>
        </p:txBody>
      </p:sp>
      <p:sp>
        <p:nvSpPr>
          <p:cNvPr id="58375" name="Text Box 7">
            <a:extLst>
              <a:ext uri="{FF2B5EF4-FFF2-40B4-BE49-F238E27FC236}">
                <a16:creationId xmlns:a16="http://schemas.microsoft.com/office/drawing/2014/main" id="{C3450369-5D76-4CC8-8C0A-D42F9E154A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6038" y="3352800"/>
            <a:ext cx="53657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0.1</a:t>
            </a:r>
            <a:r>
              <a:rPr kumimoji="1" lang="en-US" altLang="zh-CN" sz="2800" b="1">
                <a:latin typeface="Times New Roman" panose="02020603050405020304" pitchFamily="18" charset="0"/>
              </a:rPr>
              <a:t>{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+0.1[ 0 </a:t>
            </a:r>
            <a:r>
              <a:rPr kumimoji="1" lang="en-US" altLang="zh-CN" sz="2000" b="1">
                <a:latin typeface="Times New Roman" panose="02020603050405020304" pitchFamily="18" charset="0"/>
                <a:cs typeface="Times New Roman" panose="02020603050405020304" pitchFamily="18" charset="0"/>
              </a:rPr>
              <a:t>•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+0.1(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 + 0.1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)]}</a:t>
            </a:r>
          </a:p>
        </p:txBody>
      </p:sp>
      <p:sp>
        <p:nvSpPr>
          <p:cNvPr id="58376" name="Text Box 8">
            <a:extLst>
              <a:ext uri="{FF2B5EF4-FFF2-40B4-BE49-F238E27FC236}">
                <a16:creationId xmlns:a16="http://schemas.microsoft.com/office/drawing/2014/main" id="{CC79DB64-7E30-4205-A272-2B82514696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6038" y="3962400"/>
            <a:ext cx="5724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= 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kumimoji="1" lang="en-US" altLang="zh-CN" sz="2800" b="1" baseline="45000">
                <a:solidFill>
                  <a:schemeClr val="folHlink"/>
                </a:solidFill>
                <a:latin typeface="Times New Roman" panose="02020603050405020304" pitchFamily="18" charset="0"/>
              </a:rPr>
              <a:t>-1</a:t>
            </a:r>
            <a:r>
              <a:rPr kumimoji="1" lang="en-US" altLang="zh-CN" sz="2800" b="1">
                <a:latin typeface="Times New Roman" panose="02020603050405020304" pitchFamily="18" charset="0"/>
              </a:rPr>
              <a:t>{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+2</a:t>
            </a:r>
            <a:r>
              <a:rPr kumimoji="1" lang="en-US" altLang="zh-CN" sz="2800" b="1" baseline="45000">
                <a:solidFill>
                  <a:schemeClr val="folHlink"/>
                </a:solidFill>
                <a:latin typeface="Times New Roman" panose="02020603050405020304" pitchFamily="18" charset="0"/>
              </a:rPr>
              <a:t>-1</a:t>
            </a:r>
            <a:r>
              <a:rPr kumimoji="1" lang="en-US" altLang="zh-CN" sz="2800" b="1">
                <a:latin typeface="Times New Roman" panose="02020603050405020304" pitchFamily="18" charset="0"/>
              </a:rPr>
              <a:t>[ 0 </a:t>
            </a:r>
            <a:r>
              <a:rPr kumimoji="1" lang="en-US" altLang="zh-CN" sz="2000" b="1">
                <a:latin typeface="Times New Roman" panose="02020603050405020304" pitchFamily="18" charset="0"/>
                <a:cs typeface="Times New Roman" panose="02020603050405020304" pitchFamily="18" charset="0"/>
              </a:rPr>
              <a:t>•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+2</a:t>
            </a:r>
            <a:r>
              <a:rPr kumimoji="1" lang="en-US" altLang="zh-CN" sz="2800" b="1" baseline="45000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-1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+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en-US" altLang="zh-CN" sz="2800" b="1" baseline="45000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-1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+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0))]}</a:t>
            </a:r>
          </a:p>
        </p:txBody>
      </p:sp>
      <p:grpSp>
        <p:nvGrpSpPr>
          <p:cNvPr id="2" name="Group 9">
            <a:extLst>
              <a:ext uri="{FF2B5EF4-FFF2-40B4-BE49-F238E27FC236}">
                <a16:creationId xmlns:a16="http://schemas.microsoft.com/office/drawing/2014/main" id="{E85AEED2-D00B-499B-97BE-17BA167AE884}"/>
              </a:ext>
            </a:extLst>
          </p:cNvPr>
          <p:cNvGrpSpPr>
            <a:grpSpLocks/>
          </p:cNvGrpSpPr>
          <p:nvPr/>
        </p:nvGrpSpPr>
        <p:grpSpPr bwMode="auto">
          <a:xfrm>
            <a:off x="7234238" y="4557713"/>
            <a:ext cx="533400" cy="438150"/>
            <a:chOff x="4750" y="2871"/>
            <a:chExt cx="336" cy="276"/>
          </a:xfrm>
        </p:grpSpPr>
        <p:sp>
          <p:nvSpPr>
            <p:cNvPr id="61471" name="AutoShape 10">
              <a:extLst>
                <a:ext uri="{FF2B5EF4-FFF2-40B4-BE49-F238E27FC236}">
                  <a16:creationId xmlns:a16="http://schemas.microsoft.com/office/drawing/2014/main" id="{98A507FF-5267-498C-B1F7-6C4AF0E1A6C3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894" y="2727"/>
              <a:ext cx="48" cy="336"/>
            </a:xfrm>
            <a:prstGeom prst="leftBrace">
              <a:avLst>
                <a:gd name="adj1" fmla="val 58333"/>
                <a:gd name="adj2" fmla="val 50000"/>
              </a:avLst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61472" name="Text Box 11">
              <a:extLst>
                <a:ext uri="{FF2B5EF4-FFF2-40B4-BE49-F238E27FC236}">
                  <a16:creationId xmlns:a16="http://schemas.microsoft.com/office/drawing/2014/main" id="{CCDC9D79-E9DF-4130-B325-7D0551300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8" y="2897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①</a:t>
              </a:r>
            </a:p>
          </p:txBody>
        </p:sp>
      </p:grpSp>
      <p:grpSp>
        <p:nvGrpSpPr>
          <p:cNvPr id="3" name="Group 12">
            <a:extLst>
              <a:ext uri="{FF2B5EF4-FFF2-40B4-BE49-F238E27FC236}">
                <a16:creationId xmlns:a16="http://schemas.microsoft.com/office/drawing/2014/main" id="{5CBD4BAF-2870-46CD-970B-DC14D7E7AC7D}"/>
              </a:ext>
            </a:extLst>
          </p:cNvPr>
          <p:cNvGrpSpPr>
            <a:grpSpLocks/>
          </p:cNvGrpSpPr>
          <p:nvPr/>
        </p:nvGrpSpPr>
        <p:grpSpPr bwMode="auto">
          <a:xfrm>
            <a:off x="6704013" y="4979988"/>
            <a:ext cx="1143000" cy="431800"/>
            <a:chOff x="4416" y="3127"/>
            <a:chExt cx="720" cy="272"/>
          </a:xfrm>
        </p:grpSpPr>
        <p:sp>
          <p:nvSpPr>
            <p:cNvPr id="61469" name="AutoShape 13">
              <a:extLst>
                <a:ext uri="{FF2B5EF4-FFF2-40B4-BE49-F238E27FC236}">
                  <a16:creationId xmlns:a16="http://schemas.microsoft.com/office/drawing/2014/main" id="{E79A5F03-8D9B-46B2-96C9-8D90239DE7C7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52" y="2791"/>
              <a:ext cx="48" cy="720"/>
            </a:xfrm>
            <a:prstGeom prst="leftBrace">
              <a:avLst>
                <a:gd name="adj1" fmla="val 125000"/>
                <a:gd name="adj2" fmla="val 50000"/>
              </a:avLst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61470" name="Text Box 14">
              <a:extLst>
                <a:ext uri="{FF2B5EF4-FFF2-40B4-BE49-F238E27FC236}">
                  <a16:creationId xmlns:a16="http://schemas.microsoft.com/office/drawing/2014/main" id="{C659F6F7-826B-4506-A569-0CB2A32C3B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4" y="3149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②</a:t>
              </a:r>
            </a:p>
          </p:txBody>
        </p:sp>
      </p:grpSp>
      <p:grpSp>
        <p:nvGrpSpPr>
          <p:cNvPr id="4" name="Group 15">
            <a:extLst>
              <a:ext uri="{FF2B5EF4-FFF2-40B4-BE49-F238E27FC236}">
                <a16:creationId xmlns:a16="http://schemas.microsoft.com/office/drawing/2014/main" id="{91D9786F-7099-4529-80ED-1E2E0A651883}"/>
              </a:ext>
            </a:extLst>
          </p:cNvPr>
          <p:cNvGrpSpPr>
            <a:grpSpLocks/>
          </p:cNvGrpSpPr>
          <p:nvPr/>
        </p:nvGrpSpPr>
        <p:grpSpPr bwMode="auto">
          <a:xfrm>
            <a:off x="3119438" y="6096000"/>
            <a:ext cx="5105400" cy="533400"/>
            <a:chOff x="2158" y="3840"/>
            <a:chExt cx="3216" cy="336"/>
          </a:xfrm>
        </p:grpSpPr>
        <p:sp>
          <p:nvSpPr>
            <p:cNvPr id="61467" name="AutoShape 16">
              <a:extLst>
                <a:ext uri="{FF2B5EF4-FFF2-40B4-BE49-F238E27FC236}">
                  <a16:creationId xmlns:a16="http://schemas.microsoft.com/office/drawing/2014/main" id="{D54DCFB0-22D4-4021-9227-A4FC55F40E3F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718" y="2280"/>
              <a:ext cx="96" cy="3216"/>
            </a:xfrm>
            <a:prstGeom prst="leftBrace">
              <a:avLst>
                <a:gd name="adj1" fmla="val 279167"/>
                <a:gd name="adj2" fmla="val 50000"/>
              </a:avLst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61468" name="Text Box 17">
              <a:extLst>
                <a:ext uri="{FF2B5EF4-FFF2-40B4-BE49-F238E27FC236}">
                  <a16:creationId xmlns:a16="http://schemas.microsoft.com/office/drawing/2014/main" id="{FAE70A7D-C7BA-4633-A608-D4FF4A4B3F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6" y="392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⑧</a:t>
              </a:r>
            </a:p>
          </p:txBody>
        </p:sp>
      </p:grpSp>
      <p:sp>
        <p:nvSpPr>
          <p:cNvPr id="58386" name="Text Box 18">
            <a:extLst>
              <a:ext uri="{FF2B5EF4-FFF2-40B4-BE49-F238E27FC236}">
                <a16:creationId xmlns:a16="http://schemas.microsoft.com/office/drawing/2014/main" id="{021BE72F-6CB7-42EA-854A-903064E987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9013" y="4495800"/>
            <a:ext cx="28971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第一步   被乘数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A</a:t>
            </a:r>
            <a:r>
              <a:rPr kumimoji="1" lang="en-US" altLang="zh-CN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+</a:t>
            </a:r>
            <a:r>
              <a:rPr kumimoji="1" lang="en-US" altLang="zh-CN" sz="2000" b="1">
                <a:latin typeface="Times New Roman" panose="02020603050405020304" pitchFamily="18" charset="0"/>
              </a:rPr>
              <a:t> 0</a:t>
            </a:r>
          </a:p>
        </p:txBody>
      </p:sp>
      <p:sp>
        <p:nvSpPr>
          <p:cNvPr id="58387" name="Text Box 19">
            <a:extLst>
              <a:ext uri="{FF2B5EF4-FFF2-40B4-BE49-F238E27FC236}">
                <a16:creationId xmlns:a16="http://schemas.microsoft.com/office/drawing/2014/main" id="{C286825E-E4AB-448C-A29C-4057045B24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9013" y="4989513"/>
            <a:ext cx="41592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第二步   右移 一 位，得新的部分积</a:t>
            </a:r>
          </a:p>
        </p:txBody>
      </p:sp>
      <p:sp>
        <p:nvSpPr>
          <p:cNvPr id="58388" name="Text Box 20">
            <a:extLst>
              <a:ext uri="{FF2B5EF4-FFF2-40B4-BE49-F238E27FC236}">
                <a16:creationId xmlns:a16="http://schemas.microsoft.com/office/drawing/2014/main" id="{E082D7F6-49A4-4B21-95B3-1FF4AE848C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9013" y="6232525"/>
            <a:ext cx="40147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第八步   右移 一 位，得结果</a:t>
            </a:r>
          </a:p>
        </p:txBody>
      </p:sp>
      <p:grpSp>
        <p:nvGrpSpPr>
          <p:cNvPr id="5" name="Group 21">
            <a:extLst>
              <a:ext uri="{FF2B5EF4-FFF2-40B4-BE49-F238E27FC236}">
                <a16:creationId xmlns:a16="http://schemas.microsoft.com/office/drawing/2014/main" id="{5D03201A-A3CC-4FAD-B685-E60664C6E539}"/>
              </a:ext>
            </a:extLst>
          </p:cNvPr>
          <p:cNvGrpSpPr>
            <a:grpSpLocks/>
          </p:cNvGrpSpPr>
          <p:nvPr/>
        </p:nvGrpSpPr>
        <p:grpSpPr bwMode="auto">
          <a:xfrm>
            <a:off x="5942013" y="5394325"/>
            <a:ext cx="2057400" cy="498475"/>
            <a:chOff x="3936" y="3383"/>
            <a:chExt cx="1296" cy="314"/>
          </a:xfrm>
        </p:grpSpPr>
        <p:sp>
          <p:nvSpPr>
            <p:cNvPr id="61465" name="AutoShape 22">
              <a:extLst>
                <a:ext uri="{FF2B5EF4-FFF2-40B4-BE49-F238E27FC236}">
                  <a16:creationId xmlns:a16="http://schemas.microsoft.com/office/drawing/2014/main" id="{2DDA6F5B-3B9C-406F-86F9-8030526429D1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536" y="2783"/>
              <a:ext cx="96" cy="1296"/>
            </a:xfrm>
            <a:prstGeom prst="leftBrace">
              <a:avLst>
                <a:gd name="adj1" fmla="val 112500"/>
                <a:gd name="adj2" fmla="val 50000"/>
              </a:avLst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61466" name="Text Box 23">
              <a:extLst>
                <a:ext uri="{FF2B5EF4-FFF2-40B4-BE49-F238E27FC236}">
                  <a16:creationId xmlns:a16="http://schemas.microsoft.com/office/drawing/2014/main" id="{6A1C523E-DAA5-45A9-A591-7AFADA7675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4" y="3447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③</a:t>
              </a:r>
            </a:p>
          </p:txBody>
        </p:sp>
      </p:grpSp>
      <p:sp>
        <p:nvSpPr>
          <p:cNvPr id="58392" name="Text Box 24">
            <a:extLst>
              <a:ext uri="{FF2B5EF4-FFF2-40B4-BE49-F238E27FC236}">
                <a16:creationId xmlns:a16="http://schemas.microsoft.com/office/drawing/2014/main" id="{4476D41D-D746-47BC-9F7C-E5F35E2EF9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9013" y="5422900"/>
            <a:ext cx="38115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第三步   部分积</a:t>
            </a: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+</a:t>
            </a:r>
            <a:r>
              <a:rPr kumimoji="1" lang="en-US" altLang="zh-CN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sz="2000" b="1">
                <a:latin typeface="Times New Roman" panose="02020603050405020304" pitchFamily="18" charset="0"/>
              </a:rPr>
              <a:t>被乘数</a:t>
            </a:r>
          </a:p>
        </p:txBody>
      </p:sp>
      <p:grpSp>
        <p:nvGrpSpPr>
          <p:cNvPr id="6" name="Group 25">
            <a:extLst>
              <a:ext uri="{FF2B5EF4-FFF2-40B4-BE49-F238E27FC236}">
                <a16:creationId xmlns:a16="http://schemas.microsoft.com/office/drawing/2014/main" id="{5A9ACAD9-8607-4361-947F-E4B1B7EE93D8}"/>
              </a:ext>
            </a:extLst>
          </p:cNvPr>
          <p:cNvGrpSpPr>
            <a:grpSpLocks/>
          </p:cNvGrpSpPr>
          <p:nvPr/>
        </p:nvGrpSpPr>
        <p:grpSpPr bwMode="auto">
          <a:xfrm>
            <a:off x="1295400" y="5592763"/>
            <a:ext cx="2862263" cy="625475"/>
            <a:chOff x="1817" y="3523"/>
            <a:chExt cx="1803" cy="394"/>
          </a:xfrm>
        </p:grpSpPr>
        <p:sp>
          <p:nvSpPr>
            <p:cNvPr id="61463" name="Text Box 26">
              <a:extLst>
                <a:ext uri="{FF2B5EF4-FFF2-40B4-BE49-F238E27FC236}">
                  <a16:creationId xmlns:a16="http://schemas.microsoft.com/office/drawing/2014/main" id="{34A3CA3F-997B-4C6B-8717-020D6BD3A6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4" y="3523"/>
              <a:ext cx="1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61464" name="Text Box 27">
              <a:extLst>
                <a:ext uri="{FF2B5EF4-FFF2-40B4-BE49-F238E27FC236}">
                  <a16:creationId xmlns:a16="http://schemas.microsoft.com/office/drawing/2014/main" id="{98D52E5D-37BA-47D0-97D9-D541892EA5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7" y="3667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7" name="Group 28">
            <a:extLst>
              <a:ext uri="{FF2B5EF4-FFF2-40B4-BE49-F238E27FC236}">
                <a16:creationId xmlns:a16="http://schemas.microsoft.com/office/drawing/2014/main" id="{59C24EDD-3CFD-4E70-9466-E03468FA78B0}"/>
              </a:ext>
            </a:extLst>
          </p:cNvPr>
          <p:cNvGrpSpPr>
            <a:grpSpLocks/>
          </p:cNvGrpSpPr>
          <p:nvPr/>
        </p:nvGrpSpPr>
        <p:grpSpPr bwMode="auto">
          <a:xfrm>
            <a:off x="914400" y="3479800"/>
            <a:ext cx="2436813" cy="1092200"/>
            <a:chOff x="576" y="2192"/>
            <a:chExt cx="1535" cy="688"/>
          </a:xfrm>
        </p:grpSpPr>
        <p:sp>
          <p:nvSpPr>
            <p:cNvPr id="61461" name="AutoShape 29">
              <a:extLst>
                <a:ext uri="{FF2B5EF4-FFF2-40B4-BE49-F238E27FC236}">
                  <a16:creationId xmlns:a16="http://schemas.microsoft.com/office/drawing/2014/main" id="{D97F8B46-7088-4352-B36E-75FBB7B72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" y="2192"/>
              <a:ext cx="954" cy="308"/>
            </a:xfrm>
            <a:prstGeom prst="wedgeRoundRectCallout">
              <a:avLst>
                <a:gd name="adj1" fmla="val 90185"/>
                <a:gd name="adj2" fmla="val 73926"/>
                <a:gd name="adj3" fmla="val 16667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右移一位</a:t>
              </a:r>
            </a:p>
          </p:txBody>
        </p:sp>
        <p:sp>
          <p:nvSpPr>
            <p:cNvPr id="61462" name="AutoShape 30">
              <a:extLst>
                <a:ext uri="{FF2B5EF4-FFF2-40B4-BE49-F238E27FC236}">
                  <a16:creationId xmlns:a16="http://schemas.microsoft.com/office/drawing/2014/main" id="{B55D1D11-709D-4869-9F4D-F504AAEE3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3" y="2448"/>
              <a:ext cx="288" cy="432"/>
            </a:xfrm>
            <a:prstGeom prst="wedgeRoundRectCallout">
              <a:avLst>
                <a:gd name="adj1" fmla="val -171181"/>
                <a:gd name="adj2" fmla="val -57176"/>
                <a:gd name="adj3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400" b="1">
                <a:latin typeface="Times New Roman" panose="02020603050405020304" pitchFamily="18" charset="0"/>
              </a:endParaRPr>
            </a:p>
          </p:txBody>
        </p:sp>
      </p:grpSp>
      <p:sp>
        <p:nvSpPr>
          <p:cNvPr id="32" name="矩形 31">
            <a:extLst>
              <a:ext uri="{FF2B5EF4-FFF2-40B4-BE49-F238E27FC236}">
                <a16:creationId xmlns:a16="http://schemas.microsoft.com/office/drawing/2014/main" id="{7BA0316D-B0CA-4792-B2CA-E1E4037C8C0F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定点数乘法运算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8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58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58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58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58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8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58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58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58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58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371" grpId="0" autoUpdateAnimBg="0"/>
      <p:bldP spid="58372" grpId="0" autoUpdateAnimBg="0"/>
      <p:bldP spid="58373" grpId="0" autoUpdateAnimBg="0"/>
      <p:bldP spid="58374" grpId="0" autoUpdateAnimBg="0"/>
      <p:bldP spid="58375" grpId="0" autoUpdateAnimBg="0"/>
      <p:bldP spid="58376" grpId="0" autoUpdateAnimBg="0"/>
      <p:bldP spid="58386" grpId="0" autoUpdateAnimBg="0"/>
      <p:bldP spid="58387" grpId="0"/>
      <p:bldP spid="58388" grpId="0"/>
      <p:bldP spid="58392" grpId="0" autoUpdateAnimBg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Text Box 2">
            <a:extLst>
              <a:ext uri="{FF2B5EF4-FFF2-40B4-BE49-F238E27FC236}">
                <a16:creationId xmlns:a16="http://schemas.microsoft.com/office/drawing/2014/main" id="{EB2DA620-6F51-4869-BFE0-A500B5C9E5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273050"/>
            <a:ext cx="70643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3.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改进后的笔算乘法过程（竖式）</a:t>
            </a:r>
          </a:p>
        </p:txBody>
      </p:sp>
      <p:sp>
        <p:nvSpPr>
          <p:cNvPr id="59395" name="Text Box 3">
            <a:extLst>
              <a:ext uri="{FF2B5EF4-FFF2-40B4-BE49-F238E27FC236}">
                <a16:creationId xmlns:a16="http://schemas.microsoft.com/office/drawing/2014/main" id="{B871EA48-B084-442A-8977-CE3A512ED8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1524000"/>
            <a:ext cx="1606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0 . 0 0 0 0</a:t>
            </a:r>
          </a:p>
        </p:txBody>
      </p:sp>
      <p:sp>
        <p:nvSpPr>
          <p:cNvPr id="59396" name="Text Box 4">
            <a:extLst>
              <a:ext uri="{FF2B5EF4-FFF2-40B4-BE49-F238E27FC236}">
                <a16:creationId xmlns:a16="http://schemas.microsoft.com/office/drawing/2014/main" id="{6A90D2A0-2F44-4D01-9DC6-D811F557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1917700"/>
            <a:ext cx="1606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0 . 1 1 0 1</a:t>
            </a:r>
          </a:p>
        </p:txBody>
      </p:sp>
      <p:sp>
        <p:nvSpPr>
          <p:cNvPr id="59397" name="Text Box 5">
            <a:extLst>
              <a:ext uri="{FF2B5EF4-FFF2-40B4-BE49-F238E27FC236}">
                <a16:creationId xmlns:a16="http://schemas.microsoft.com/office/drawing/2014/main" id="{354F102F-B8E8-455B-9B2F-9A6DACB0D0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2309813"/>
            <a:ext cx="16065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0 . 1 1 0 1</a:t>
            </a:r>
          </a:p>
        </p:txBody>
      </p:sp>
      <p:sp>
        <p:nvSpPr>
          <p:cNvPr id="59398" name="Text Box 6">
            <a:extLst>
              <a:ext uri="{FF2B5EF4-FFF2-40B4-BE49-F238E27FC236}">
                <a16:creationId xmlns:a16="http://schemas.microsoft.com/office/drawing/2014/main" id="{256B0B0A-6094-4E57-A00E-A12E4C998E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3095625"/>
            <a:ext cx="1606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0 . 1 1 0 1</a:t>
            </a:r>
          </a:p>
        </p:txBody>
      </p:sp>
      <p:sp>
        <p:nvSpPr>
          <p:cNvPr id="59399" name="Text Box 7">
            <a:extLst>
              <a:ext uri="{FF2B5EF4-FFF2-40B4-BE49-F238E27FC236}">
                <a16:creationId xmlns:a16="http://schemas.microsoft.com/office/drawing/2014/main" id="{510911C4-0D9C-4D7E-A14B-33556DFD46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4275138"/>
            <a:ext cx="16065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0 . 0 0 0 0</a:t>
            </a:r>
          </a:p>
        </p:txBody>
      </p:sp>
      <p:sp>
        <p:nvSpPr>
          <p:cNvPr id="59400" name="Text Box 8">
            <a:extLst>
              <a:ext uri="{FF2B5EF4-FFF2-40B4-BE49-F238E27FC236}">
                <a16:creationId xmlns:a16="http://schemas.microsoft.com/office/drawing/2014/main" id="{CC43F95A-7588-43E4-B71C-855CF4CD4A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5453063"/>
            <a:ext cx="16065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0 . 1 1 0 1</a:t>
            </a:r>
          </a:p>
        </p:txBody>
      </p:sp>
      <p:sp>
        <p:nvSpPr>
          <p:cNvPr id="59401" name="Text Box 9">
            <a:extLst>
              <a:ext uri="{FF2B5EF4-FFF2-40B4-BE49-F238E27FC236}">
                <a16:creationId xmlns:a16="http://schemas.microsoft.com/office/drawing/2014/main" id="{CE0648D6-C207-4D69-A6CB-B6FED62DA2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54675" y="1617663"/>
            <a:ext cx="229870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200" b="1">
                <a:latin typeface="Times New Roman" panose="02020603050405020304" pitchFamily="18" charset="0"/>
              </a:rPr>
              <a:t>初态，部分积 </a:t>
            </a:r>
            <a:r>
              <a:rPr kumimoji="1" lang="en-US" altLang="zh-CN" sz="2200" b="1">
                <a:latin typeface="Times New Roman" panose="02020603050405020304" pitchFamily="18" charset="0"/>
              </a:rPr>
              <a:t>= 0</a:t>
            </a:r>
          </a:p>
        </p:txBody>
      </p:sp>
      <p:sp>
        <p:nvSpPr>
          <p:cNvPr id="59402" name="Text Box 10">
            <a:extLst>
              <a:ext uri="{FF2B5EF4-FFF2-40B4-BE49-F238E27FC236}">
                <a16:creationId xmlns:a16="http://schemas.microsoft.com/office/drawing/2014/main" id="{20C2797E-5EA1-4562-84E5-2845589810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54675" y="2011363"/>
            <a:ext cx="262890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200" b="1">
                <a:latin typeface="Times New Roman" panose="02020603050405020304" pitchFamily="18" charset="0"/>
              </a:rPr>
              <a:t>乘数为 </a:t>
            </a:r>
            <a:r>
              <a:rPr kumimoji="1" lang="en-US" altLang="zh-CN" sz="2200" b="1">
                <a:latin typeface="Times New Roman" panose="02020603050405020304" pitchFamily="18" charset="0"/>
              </a:rPr>
              <a:t>1</a:t>
            </a:r>
            <a:r>
              <a:rPr kumimoji="1" lang="zh-CN" altLang="en-US" sz="2200" b="1">
                <a:latin typeface="Times New Roman" panose="02020603050405020304" pitchFamily="18" charset="0"/>
              </a:rPr>
              <a:t>，加被乘数</a:t>
            </a:r>
          </a:p>
        </p:txBody>
      </p:sp>
      <p:sp>
        <p:nvSpPr>
          <p:cNvPr id="59403" name="Line 11">
            <a:extLst>
              <a:ext uri="{FF2B5EF4-FFF2-40B4-BE49-F238E27FC236}">
                <a16:creationId xmlns:a16="http://schemas.microsoft.com/office/drawing/2014/main" id="{8785BB2E-4804-42F7-98CC-5FEA5C9BB0E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7875" y="2389188"/>
            <a:ext cx="7694613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9404" name="Line 12">
            <a:extLst>
              <a:ext uri="{FF2B5EF4-FFF2-40B4-BE49-F238E27FC236}">
                <a16:creationId xmlns:a16="http://schemas.microsoft.com/office/drawing/2014/main" id="{73E6C2BF-D310-400C-8D70-2C609F3589FB}"/>
              </a:ext>
            </a:extLst>
          </p:cNvPr>
          <p:cNvSpPr>
            <a:spLocks noChangeShapeType="1"/>
          </p:cNvSpPr>
          <p:nvPr/>
        </p:nvSpPr>
        <p:spPr bwMode="auto">
          <a:xfrm>
            <a:off x="777875" y="3581400"/>
            <a:ext cx="7694613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9405" name="Line 13">
            <a:extLst>
              <a:ext uri="{FF2B5EF4-FFF2-40B4-BE49-F238E27FC236}">
                <a16:creationId xmlns:a16="http://schemas.microsoft.com/office/drawing/2014/main" id="{960069A6-D1D9-485C-8A8B-633CF637125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7875" y="4724400"/>
            <a:ext cx="7694613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9406" name="Line 14">
            <a:extLst>
              <a:ext uri="{FF2B5EF4-FFF2-40B4-BE49-F238E27FC236}">
                <a16:creationId xmlns:a16="http://schemas.microsoft.com/office/drawing/2014/main" id="{489E6215-EAA1-4402-A171-706D2A459AAB}"/>
              </a:ext>
            </a:extLst>
          </p:cNvPr>
          <p:cNvSpPr>
            <a:spLocks noChangeShapeType="1"/>
          </p:cNvSpPr>
          <p:nvPr/>
        </p:nvSpPr>
        <p:spPr bwMode="auto">
          <a:xfrm>
            <a:off x="777875" y="5943600"/>
            <a:ext cx="7694613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9407" name="Text Box 15">
            <a:extLst>
              <a:ext uri="{FF2B5EF4-FFF2-40B4-BE49-F238E27FC236}">
                <a16:creationId xmlns:a16="http://schemas.microsoft.com/office/drawing/2014/main" id="{5B1288AF-20A6-41A8-B944-5300D2F6B7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54675" y="3119438"/>
            <a:ext cx="262890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200" b="1">
                <a:latin typeface="Times New Roman" panose="02020603050405020304" pitchFamily="18" charset="0"/>
              </a:rPr>
              <a:t>乘数为 </a:t>
            </a:r>
            <a:r>
              <a:rPr kumimoji="1" lang="en-US" altLang="zh-CN" sz="2200" b="1">
                <a:latin typeface="Times New Roman" panose="02020603050405020304" pitchFamily="18" charset="0"/>
              </a:rPr>
              <a:t>1</a:t>
            </a:r>
            <a:r>
              <a:rPr kumimoji="1" lang="zh-CN" altLang="en-US" sz="2200" b="1">
                <a:latin typeface="Times New Roman" panose="02020603050405020304" pitchFamily="18" charset="0"/>
              </a:rPr>
              <a:t>，加被乘数</a:t>
            </a:r>
          </a:p>
        </p:txBody>
      </p:sp>
      <p:sp>
        <p:nvSpPr>
          <p:cNvPr id="59408" name="Text Box 16">
            <a:extLst>
              <a:ext uri="{FF2B5EF4-FFF2-40B4-BE49-F238E27FC236}">
                <a16:creationId xmlns:a16="http://schemas.microsoft.com/office/drawing/2014/main" id="{CA04908C-EB15-4B01-84C3-7D26EB555E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54675" y="4298950"/>
            <a:ext cx="20002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200" b="1">
                <a:latin typeface="Times New Roman" panose="02020603050405020304" pitchFamily="18" charset="0"/>
              </a:rPr>
              <a:t>乘数为 </a:t>
            </a:r>
            <a:r>
              <a:rPr kumimoji="1" lang="en-US" altLang="zh-CN" sz="2200" b="1">
                <a:latin typeface="Times New Roman" panose="02020603050405020304" pitchFamily="18" charset="0"/>
              </a:rPr>
              <a:t>0</a:t>
            </a:r>
            <a:r>
              <a:rPr kumimoji="1" lang="zh-CN" altLang="en-US" sz="2200" b="1">
                <a:latin typeface="Times New Roman" panose="02020603050405020304" pitchFamily="18" charset="0"/>
              </a:rPr>
              <a:t>，加 </a:t>
            </a:r>
            <a:r>
              <a:rPr kumimoji="1" lang="en-US" altLang="zh-CN" sz="2200" b="1">
                <a:latin typeface="Times New Roman" panose="02020603050405020304" pitchFamily="18" charset="0"/>
              </a:rPr>
              <a:t>0</a:t>
            </a:r>
          </a:p>
        </p:txBody>
      </p:sp>
      <p:grpSp>
        <p:nvGrpSpPr>
          <p:cNvPr id="2" name="Group 17">
            <a:extLst>
              <a:ext uri="{FF2B5EF4-FFF2-40B4-BE49-F238E27FC236}">
                <a16:creationId xmlns:a16="http://schemas.microsoft.com/office/drawing/2014/main" id="{C5D1650E-C5F7-40CD-8907-2E78580EEA85}"/>
              </a:ext>
            </a:extLst>
          </p:cNvPr>
          <p:cNvGrpSpPr>
            <a:grpSpLocks/>
          </p:cNvGrpSpPr>
          <p:nvPr/>
        </p:nvGrpSpPr>
        <p:grpSpPr bwMode="auto">
          <a:xfrm>
            <a:off x="1000125" y="3489325"/>
            <a:ext cx="2730500" cy="519113"/>
            <a:chOff x="764" y="2198"/>
            <a:chExt cx="1720" cy="327"/>
          </a:xfrm>
        </p:grpSpPr>
        <p:sp>
          <p:nvSpPr>
            <p:cNvPr id="62533" name="Text Box 18">
              <a:extLst>
                <a:ext uri="{FF2B5EF4-FFF2-40B4-BE49-F238E27FC236}">
                  <a16:creationId xmlns:a16="http://schemas.microsoft.com/office/drawing/2014/main" id="{10142F84-5A69-4FBC-9546-EA6ED058B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4" y="2198"/>
              <a:ext cx="101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1 . 0 0 1 1</a:t>
              </a:r>
            </a:p>
          </p:txBody>
        </p:sp>
        <p:sp>
          <p:nvSpPr>
            <p:cNvPr id="62534" name="Text Box 19">
              <a:extLst>
                <a:ext uri="{FF2B5EF4-FFF2-40B4-BE49-F238E27FC236}">
                  <a16:creationId xmlns:a16="http://schemas.microsoft.com/office/drawing/2014/main" id="{031EF159-5FD6-4B0E-AAC6-4D074F2B1A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2198"/>
              <a:ext cx="22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3" name="Group 20">
            <a:extLst>
              <a:ext uri="{FF2B5EF4-FFF2-40B4-BE49-F238E27FC236}">
                <a16:creationId xmlns:a16="http://schemas.microsoft.com/office/drawing/2014/main" id="{02F1AD51-B883-4647-BE87-5F5FD74A29CB}"/>
              </a:ext>
            </a:extLst>
          </p:cNvPr>
          <p:cNvGrpSpPr>
            <a:grpSpLocks/>
          </p:cNvGrpSpPr>
          <p:nvPr/>
        </p:nvGrpSpPr>
        <p:grpSpPr bwMode="auto">
          <a:xfrm>
            <a:off x="1000125" y="4667250"/>
            <a:ext cx="2997200" cy="519113"/>
            <a:chOff x="764" y="2940"/>
            <a:chExt cx="1888" cy="327"/>
          </a:xfrm>
        </p:grpSpPr>
        <p:sp>
          <p:nvSpPr>
            <p:cNvPr id="62531" name="Text Box 21">
              <a:extLst>
                <a:ext uri="{FF2B5EF4-FFF2-40B4-BE49-F238E27FC236}">
                  <a16:creationId xmlns:a16="http://schemas.microsoft.com/office/drawing/2014/main" id="{1B22EC0B-C7D6-4254-A964-039EF063A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4" y="2940"/>
              <a:ext cx="101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0 . 1 0 0 1</a:t>
              </a:r>
            </a:p>
          </p:txBody>
        </p:sp>
        <p:sp>
          <p:nvSpPr>
            <p:cNvPr id="62532" name="Text Box 22">
              <a:extLst>
                <a:ext uri="{FF2B5EF4-FFF2-40B4-BE49-F238E27FC236}">
                  <a16:creationId xmlns:a16="http://schemas.microsoft.com/office/drawing/2014/main" id="{78AD9C69-1951-42A8-8760-9265697460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2940"/>
              <a:ext cx="39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1 1</a:t>
              </a:r>
            </a:p>
          </p:txBody>
        </p:sp>
      </p:grpSp>
      <p:grpSp>
        <p:nvGrpSpPr>
          <p:cNvPr id="4" name="Group 23">
            <a:extLst>
              <a:ext uri="{FF2B5EF4-FFF2-40B4-BE49-F238E27FC236}">
                <a16:creationId xmlns:a16="http://schemas.microsoft.com/office/drawing/2014/main" id="{E1A8B4FB-CD46-4729-AAA9-AE44BE8C15B9}"/>
              </a:ext>
            </a:extLst>
          </p:cNvPr>
          <p:cNvGrpSpPr>
            <a:grpSpLocks/>
          </p:cNvGrpSpPr>
          <p:nvPr/>
        </p:nvGrpSpPr>
        <p:grpSpPr bwMode="auto">
          <a:xfrm>
            <a:off x="1000125" y="5870575"/>
            <a:ext cx="3263900" cy="519113"/>
            <a:chOff x="764" y="3698"/>
            <a:chExt cx="2056" cy="327"/>
          </a:xfrm>
        </p:grpSpPr>
        <p:sp>
          <p:nvSpPr>
            <p:cNvPr id="62529" name="Text Box 24">
              <a:extLst>
                <a:ext uri="{FF2B5EF4-FFF2-40B4-BE49-F238E27FC236}">
                  <a16:creationId xmlns:a16="http://schemas.microsoft.com/office/drawing/2014/main" id="{3055E5AC-A18F-4292-9B4E-D1B03C8184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4" y="3698"/>
              <a:ext cx="101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1 . 0 0 0 1</a:t>
              </a:r>
            </a:p>
          </p:txBody>
        </p:sp>
        <p:sp>
          <p:nvSpPr>
            <p:cNvPr id="62530" name="Text Box 25">
              <a:extLst>
                <a:ext uri="{FF2B5EF4-FFF2-40B4-BE49-F238E27FC236}">
                  <a16:creationId xmlns:a16="http://schemas.microsoft.com/office/drawing/2014/main" id="{1662AC4F-262B-4CBF-B511-0354EE6F10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3698"/>
              <a:ext cx="56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1 1 1</a:t>
              </a:r>
            </a:p>
          </p:txBody>
        </p:sp>
      </p:grpSp>
      <p:sp>
        <p:nvSpPr>
          <p:cNvPr id="59418" name="Text Box 26">
            <a:extLst>
              <a:ext uri="{FF2B5EF4-FFF2-40B4-BE49-F238E27FC236}">
                <a16:creationId xmlns:a16="http://schemas.microsoft.com/office/drawing/2014/main" id="{5E96DC72-8B0C-403E-A6C9-45CF569B13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54675" y="5538788"/>
            <a:ext cx="2698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200" b="1">
                <a:latin typeface="Times New Roman" panose="02020603050405020304" pitchFamily="18" charset="0"/>
              </a:rPr>
              <a:t>乘数为 </a:t>
            </a:r>
            <a:r>
              <a:rPr kumimoji="1" lang="en-US" altLang="zh-CN" sz="2200" b="1">
                <a:latin typeface="Times New Roman" panose="02020603050405020304" pitchFamily="18" charset="0"/>
              </a:rPr>
              <a:t>1</a:t>
            </a:r>
            <a:r>
              <a:rPr kumimoji="1" lang="zh-CN" altLang="en-US" sz="2200" b="1">
                <a:latin typeface="Times New Roman" panose="02020603050405020304" pitchFamily="18" charset="0"/>
              </a:rPr>
              <a:t>，加 被乘数</a:t>
            </a:r>
          </a:p>
        </p:txBody>
      </p:sp>
      <p:grpSp>
        <p:nvGrpSpPr>
          <p:cNvPr id="5" name="Group 27">
            <a:extLst>
              <a:ext uri="{FF2B5EF4-FFF2-40B4-BE49-F238E27FC236}">
                <a16:creationId xmlns:a16="http://schemas.microsoft.com/office/drawing/2014/main" id="{9775848B-B53F-47C5-8DD6-9F3510DF40AC}"/>
              </a:ext>
            </a:extLst>
          </p:cNvPr>
          <p:cNvGrpSpPr>
            <a:grpSpLocks/>
          </p:cNvGrpSpPr>
          <p:nvPr/>
        </p:nvGrpSpPr>
        <p:grpSpPr bwMode="auto">
          <a:xfrm>
            <a:off x="1000125" y="6262688"/>
            <a:ext cx="6426200" cy="519112"/>
            <a:chOff x="630" y="3945"/>
            <a:chExt cx="4048" cy="327"/>
          </a:xfrm>
        </p:grpSpPr>
        <p:sp>
          <p:nvSpPr>
            <p:cNvPr id="62524" name="Text Box 28">
              <a:extLst>
                <a:ext uri="{FF2B5EF4-FFF2-40B4-BE49-F238E27FC236}">
                  <a16:creationId xmlns:a16="http://schemas.microsoft.com/office/drawing/2014/main" id="{C18DB2CC-9AB7-4916-8E71-28ADA8C29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0" y="3945"/>
              <a:ext cx="101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0 . 1 0 0 0</a:t>
              </a:r>
            </a:p>
          </p:txBody>
        </p:sp>
        <p:sp>
          <p:nvSpPr>
            <p:cNvPr id="62525" name="Text Box 29">
              <a:extLst>
                <a:ext uri="{FF2B5EF4-FFF2-40B4-BE49-F238E27FC236}">
                  <a16:creationId xmlns:a16="http://schemas.microsoft.com/office/drawing/2014/main" id="{BE113CB7-09D6-401A-B923-CDDBFF6748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2" y="3945"/>
              <a:ext cx="73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1 1 1 1</a:t>
              </a:r>
            </a:p>
          </p:txBody>
        </p:sp>
        <p:grpSp>
          <p:nvGrpSpPr>
            <p:cNvPr id="62526" name="Group 30">
              <a:extLst>
                <a:ext uri="{FF2B5EF4-FFF2-40B4-BE49-F238E27FC236}">
                  <a16:creationId xmlns:a16="http://schemas.microsoft.com/office/drawing/2014/main" id="{11B4C584-7265-4DE7-915B-20A13C159A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22" y="3945"/>
              <a:ext cx="1056" cy="269"/>
              <a:chOff x="3622" y="3945"/>
              <a:chExt cx="1056" cy="269"/>
            </a:xfrm>
          </p:grpSpPr>
          <p:sp>
            <p:nvSpPr>
              <p:cNvPr id="62527" name="Text Box 31">
                <a:extLst>
                  <a:ext uri="{FF2B5EF4-FFF2-40B4-BE49-F238E27FC236}">
                    <a16:creationId xmlns:a16="http://schemas.microsoft.com/office/drawing/2014/main" id="{02B2788E-87E0-44B3-B4A6-C03D3610CB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66" y="3945"/>
                <a:ext cx="912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kumimoji="1" lang="zh-CN" altLang="en-US" sz="2200" b="1">
                    <a:latin typeface="Times New Roman" panose="02020603050405020304" pitchFamily="18" charset="0"/>
                  </a:rPr>
                  <a:t>，得结果</a:t>
                </a:r>
              </a:p>
            </p:txBody>
          </p:sp>
          <p:sp>
            <p:nvSpPr>
              <p:cNvPr id="62528" name="Line 32">
                <a:extLst>
                  <a:ext uri="{FF2B5EF4-FFF2-40B4-BE49-F238E27FC236}">
                    <a16:creationId xmlns:a16="http://schemas.microsoft.com/office/drawing/2014/main" id="{42A878F8-84D5-4FE8-A4C3-BFD88CDE8F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22" y="4080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8" name="Group 33">
            <a:extLst>
              <a:ext uri="{FF2B5EF4-FFF2-40B4-BE49-F238E27FC236}">
                <a16:creationId xmlns:a16="http://schemas.microsoft.com/office/drawing/2014/main" id="{89CE2044-A373-445D-9386-4CDFB8D76D98}"/>
              </a:ext>
            </a:extLst>
          </p:cNvPr>
          <p:cNvGrpSpPr>
            <a:grpSpLocks/>
          </p:cNvGrpSpPr>
          <p:nvPr/>
        </p:nvGrpSpPr>
        <p:grpSpPr bwMode="auto">
          <a:xfrm>
            <a:off x="3368675" y="1524000"/>
            <a:ext cx="1225550" cy="738188"/>
            <a:chOff x="2256" y="960"/>
            <a:chExt cx="772" cy="465"/>
          </a:xfrm>
        </p:grpSpPr>
        <p:sp>
          <p:nvSpPr>
            <p:cNvPr id="62522" name="Text Box 34">
              <a:extLst>
                <a:ext uri="{FF2B5EF4-FFF2-40B4-BE49-F238E27FC236}">
                  <a16:creationId xmlns:a16="http://schemas.microsoft.com/office/drawing/2014/main" id="{BFB8E917-A1B6-4AC6-A0B0-C659AA742E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960"/>
              <a:ext cx="73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1 0 1 1</a:t>
              </a:r>
            </a:p>
          </p:txBody>
        </p:sp>
        <p:sp>
          <p:nvSpPr>
            <p:cNvPr id="62523" name="Text Box 35">
              <a:extLst>
                <a:ext uri="{FF2B5EF4-FFF2-40B4-BE49-F238E27FC236}">
                  <a16:creationId xmlns:a16="http://schemas.microsoft.com/office/drawing/2014/main" id="{D459E4BF-81D2-4012-8799-B10C39A83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4" y="1098"/>
              <a:ext cx="24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=</a:t>
              </a:r>
            </a:p>
          </p:txBody>
        </p:sp>
      </p:grpSp>
      <p:grpSp>
        <p:nvGrpSpPr>
          <p:cNvPr id="11" name="Group 36">
            <a:extLst>
              <a:ext uri="{FF2B5EF4-FFF2-40B4-BE49-F238E27FC236}">
                <a16:creationId xmlns:a16="http://schemas.microsoft.com/office/drawing/2014/main" id="{224102A5-D513-4295-BC97-EB169869DAA9}"/>
              </a:ext>
            </a:extLst>
          </p:cNvPr>
          <p:cNvGrpSpPr>
            <a:grpSpLocks/>
          </p:cNvGrpSpPr>
          <p:nvPr/>
        </p:nvGrpSpPr>
        <p:grpSpPr bwMode="auto">
          <a:xfrm>
            <a:off x="1000125" y="2703513"/>
            <a:ext cx="7550150" cy="725487"/>
            <a:chOff x="630" y="1703"/>
            <a:chExt cx="4756" cy="457"/>
          </a:xfrm>
        </p:grpSpPr>
        <p:sp>
          <p:nvSpPr>
            <p:cNvPr id="62515" name="Text Box 37">
              <a:extLst>
                <a:ext uri="{FF2B5EF4-FFF2-40B4-BE49-F238E27FC236}">
                  <a16:creationId xmlns:a16="http://schemas.microsoft.com/office/drawing/2014/main" id="{01BA1124-7F41-4AFA-B9E6-BAAFE9ACC3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0" y="1703"/>
              <a:ext cx="101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0 . 0 1 1 0</a:t>
              </a:r>
            </a:p>
          </p:txBody>
        </p:sp>
        <p:grpSp>
          <p:nvGrpSpPr>
            <p:cNvPr id="62516" name="Group 38">
              <a:extLst>
                <a:ext uri="{FF2B5EF4-FFF2-40B4-BE49-F238E27FC236}">
                  <a16:creationId xmlns:a16="http://schemas.microsoft.com/office/drawing/2014/main" id="{452E928F-80B3-4A32-81E1-35DEAC6EC2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22" y="1718"/>
              <a:ext cx="1764" cy="269"/>
              <a:chOff x="3622" y="1718"/>
              <a:chExt cx="1764" cy="269"/>
            </a:xfrm>
          </p:grpSpPr>
          <p:sp>
            <p:nvSpPr>
              <p:cNvPr id="62520" name="Text Box 39">
                <a:extLst>
                  <a:ext uri="{FF2B5EF4-FFF2-40B4-BE49-F238E27FC236}">
                    <a16:creationId xmlns:a16="http://schemas.microsoft.com/office/drawing/2014/main" id="{7428DBA3-D0C6-4638-928A-1E138DEFD0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66" y="1718"/>
                <a:ext cx="1620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kumimoji="1" lang="zh-CN" altLang="en-US" sz="2200" b="1">
                    <a:latin typeface="Times New Roman" panose="02020603050405020304" pitchFamily="18" charset="0"/>
                  </a:rPr>
                  <a:t>，形成新的部分积</a:t>
                </a:r>
              </a:p>
            </p:txBody>
          </p:sp>
          <p:sp>
            <p:nvSpPr>
              <p:cNvPr id="62521" name="Line 40">
                <a:extLst>
                  <a:ext uri="{FF2B5EF4-FFF2-40B4-BE49-F238E27FC236}">
                    <a16:creationId xmlns:a16="http://schemas.microsoft.com/office/drawing/2014/main" id="{DE11F68F-BAC9-4D60-B248-5D4B1A3CA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22" y="1872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62517" name="Group 41">
              <a:extLst>
                <a:ext uri="{FF2B5EF4-FFF2-40B4-BE49-F238E27FC236}">
                  <a16:creationId xmlns:a16="http://schemas.microsoft.com/office/drawing/2014/main" id="{CF40C1C6-DFE3-411D-BF9E-BB894F0C04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2" y="1703"/>
              <a:ext cx="772" cy="457"/>
              <a:chOff x="2122" y="1703"/>
              <a:chExt cx="772" cy="457"/>
            </a:xfrm>
          </p:grpSpPr>
          <p:sp>
            <p:nvSpPr>
              <p:cNvPr id="62518" name="Text Box 42">
                <a:extLst>
                  <a:ext uri="{FF2B5EF4-FFF2-40B4-BE49-F238E27FC236}">
                    <a16:creationId xmlns:a16="http://schemas.microsoft.com/office/drawing/2014/main" id="{0D09CDE8-E0A9-4238-A191-152068EEB5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22" y="1703"/>
                <a:ext cx="732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latin typeface="Times New Roman" panose="02020603050405020304" pitchFamily="18" charset="0"/>
                  </a:rPr>
                  <a:t>1 </a:t>
                </a: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1 0 1</a:t>
                </a:r>
              </a:p>
            </p:txBody>
          </p:sp>
          <p:sp>
            <p:nvSpPr>
              <p:cNvPr id="62519" name="Text Box 43">
                <a:extLst>
                  <a:ext uri="{FF2B5EF4-FFF2-40B4-BE49-F238E27FC236}">
                    <a16:creationId xmlns:a16="http://schemas.microsoft.com/office/drawing/2014/main" id="{1129D9A4-A349-4D3E-A02D-3CF177ABFA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0" y="1833"/>
                <a:ext cx="24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=</a:t>
                </a:r>
              </a:p>
            </p:txBody>
          </p:sp>
        </p:grpSp>
      </p:grpSp>
      <p:grpSp>
        <p:nvGrpSpPr>
          <p:cNvPr id="16" name="Group 44">
            <a:extLst>
              <a:ext uri="{FF2B5EF4-FFF2-40B4-BE49-F238E27FC236}">
                <a16:creationId xmlns:a16="http://schemas.microsoft.com/office/drawing/2014/main" id="{C776C929-BB72-4D85-8910-BFB21D6568A1}"/>
              </a:ext>
            </a:extLst>
          </p:cNvPr>
          <p:cNvGrpSpPr>
            <a:grpSpLocks/>
          </p:cNvGrpSpPr>
          <p:nvPr/>
        </p:nvGrpSpPr>
        <p:grpSpPr bwMode="auto">
          <a:xfrm>
            <a:off x="1000125" y="3881438"/>
            <a:ext cx="7610475" cy="752475"/>
            <a:chOff x="630" y="2445"/>
            <a:chExt cx="4794" cy="474"/>
          </a:xfrm>
        </p:grpSpPr>
        <p:sp>
          <p:nvSpPr>
            <p:cNvPr id="62508" name="Text Box 45">
              <a:extLst>
                <a:ext uri="{FF2B5EF4-FFF2-40B4-BE49-F238E27FC236}">
                  <a16:creationId xmlns:a16="http://schemas.microsoft.com/office/drawing/2014/main" id="{7C3EE860-9700-4873-9797-BBBEC42BEF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0" y="2445"/>
              <a:ext cx="101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0 . 1 0 0 1</a:t>
              </a:r>
            </a:p>
          </p:txBody>
        </p:sp>
        <p:grpSp>
          <p:nvGrpSpPr>
            <p:cNvPr id="62509" name="Group 46">
              <a:extLst>
                <a:ext uri="{FF2B5EF4-FFF2-40B4-BE49-F238E27FC236}">
                  <a16:creationId xmlns:a16="http://schemas.microsoft.com/office/drawing/2014/main" id="{61B6D0C6-BD18-4B78-ADB5-06C2DD55D8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22" y="2489"/>
              <a:ext cx="1802" cy="269"/>
              <a:chOff x="3622" y="2489"/>
              <a:chExt cx="1802" cy="269"/>
            </a:xfrm>
          </p:grpSpPr>
          <p:sp>
            <p:nvSpPr>
              <p:cNvPr id="62513" name="Line 47">
                <a:extLst>
                  <a:ext uri="{FF2B5EF4-FFF2-40B4-BE49-F238E27FC236}">
                    <a16:creationId xmlns:a16="http://schemas.microsoft.com/office/drawing/2014/main" id="{D07F986D-F720-47FA-80D1-D0EB528632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22" y="2640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2514" name="Text Box 48">
                <a:extLst>
                  <a:ext uri="{FF2B5EF4-FFF2-40B4-BE49-F238E27FC236}">
                    <a16:creationId xmlns:a16="http://schemas.microsoft.com/office/drawing/2014/main" id="{E8564621-166F-4A39-AA08-E92C68E5AA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04" y="2489"/>
                <a:ext cx="1620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kumimoji="1" lang="zh-CN" altLang="en-US" sz="2200" b="1">
                    <a:latin typeface="Times New Roman" panose="02020603050405020304" pitchFamily="18" charset="0"/>
                  </a:rPr>
                  <a:t>，形成新的部分积</a:t>
                </a:r>
              </a:p>
            </p:txBody>
          </p:sp>
        </p:grpSp>
        <p:grpSp>
          <p:nvGrpSpPr>
            <p:cNvPr id="62510" name="Group 49">
              <a:extLst>
                <a:ext uri="{FF2B5EF4-FFF2-40B4-BE49-F238E27FC236}">
                  <a16:creationId xmlns:a16="http://schemas.microsoft.com/office/drawing/2014/main" id="{61FB4B22-823C-46D3-8B60-1DFF5590E9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2" y="2445"/>
              <a:ext cx="772" cy="474"/>
              <a:chOff x="2122" y="2445"/>
              <a:chExt cx="772" cy="474"/>
            </a:xfrm>
          </p:grpSpPr>
          <p:sp>
            <p:nvSpPr>
              <p:cNvPr id="62511" name="Text Box 50">
                <a:extLst>
                  <a:ext uri="{FF2B5EF4-FFF2-40B4-BE49-F238E27FC236}">
                    <a16:creationId xmlns:a16="http://schemas.microsoft.com/office/drawing/2014/main" id="{A3F2C04B-AB2D-4A7A-8AE0-2A7E7ECB35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22" y="2445"/>
                <a:ext cx="732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latin typeface="Times New Roman" panose="02020603050405020304" pitchFamily="18" charset="0"/>
                  </a:rPr>
                  <a:t>1 1 </a:t>
                </a: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1 0</a:t>
                </a:r>
              </a:p>
            </p:txBody>
          </p:sp>
          <p:sp>
            <p:nvSpPr>
              <p:cNvPr id="62512" name="Text Box 51">
                <a:extLst>
                  <a:ext uri="{FF2B5EF4-FFF2-40B4-BE49-F238E27FC236}">
                    <a16:creationId xmlns:a16="http://schemas.microsoft.com/office/drawing/2014/main" id="{AD94C798-9828-4D0E-BC25-9264798FF1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0" y="2592"/>
                <a:ext cx="24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=</a:t>
                </a:r>
              </a:p>
            </p:txBody>
          </p:sp>
        </p:grpSp>
      </p:grpSp>
      <p:grpSp>
        <p:nvGrpSpPr>
          <p:cNvPr id="19" name="Group 52">
            <a:extLst>
              <a:ext uri="{FF2B5EF4-FFF2-40B4-BE49-F238E27FC236}">
                <a16:creationId xmlns:a16="http://schemas.microsoft.com/office/drawing/2014/main" id="{1C427E07-F4B9-4E99-981A-DD0F5A07B745}"/>
              </a:ext>
            </a:extLst>
          </p:cNvPr>
          <p:cNvGrpSpPr>
            <a:grpSpLocks/>
          </p:cNvGrpSpPr>
          <p:nvPr/>
        </p:nvGrpSpPr>
        <p:grpSpPr bwMode="auto">
          <a:xfrm>
            <a:off x="1000125" y="5060950"/>
            <a:ext cx="7610475" cy="730250"/>
            <a:chOff x="630" y="3188"/>
            <a:chExt cx="4794" cy="460"/>
          </a:xfrm>
        </p:grpSpPr>
        <p:sp>
          <p:nvSpPr>
            <p:cNvPr id="62501" name="Text Box 53">
              <a:extLst>
                <a:ext uri="{FF2B5EF4-FFF2-40B4-BE49-F238E27FC236}">
                  <a16:creationId xmlns:a16="http://schemas.microsoft.com/office/drawing/2014/main" id="{F9A082F4-2CAD-40B5-A2DA-EE689435A8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0" y="3188"/>
              <a:ext cx="101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0 . 0 1 0 0</a:t>
              </a:r>
            </a:p>
          </p:txBody>
        </p:sp>
        <p:grpSp>
          <p:nvGrpSpPr>
            <p:cNvPr id="62502" name="Group 54">
              <a:extLst>
                <a:ext uri="{FF2B5EF4-FFF2-40B4-BE49-F238E27FC236}">
                  <a16:creationId xmlns:a16="http://schemas.microsoft.com/office/drawing/2014/main" id="{36E40BE1-693D-4DD4-95FB-3D54D1F8EB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22" y="3216"/>
              <a:ext cx="1802" cy="269"/>
              <a:chOff x="3622" y="3216"/>
              <a:chExt cx="1802" cy="269"/>
            </a:xfrm>
          </p:grpSpPr>
          <p:sp>
            <p:nvSpPr>
              <p:cNvPr id="62506" name="Line 55">
                <a:extLst>
                  <a:ext uri="{FF2B5EF4-FFF2-40B4-BE49-F238E27FC236}">
                    <a16:creationId xmlns:a16="http://schemas.microsoft.com/office/drawing/2014/main" id="{D819C5A0-8AF5-4BD2-83C4-7A78499022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22" y="3367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2507" name="Text Box 56">
                <a:extLst>
                  <a:ext uri="{FF2B5EF4-FFF2-40B4-BE49-F238E27FC236}">
                    <a16:creationId xmlns:a16="http://schemas.microsoft.com/office/drawing/2014/main" id="{E8AF734C-F0F5-4255-83B4-0F47CDCA2B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04" y="3216"/>
                <a:ext cx="1620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2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kumimoji="1" lang="zh-CN" altLang="en-US" sz="2200" b="1">
                    <a:latin typeface="Times New Roman" panose="02020603050405020304" pitchFamily="18" charset="0"/>
                  </a:rPr>
                  <a:t>，形成新的部分积</a:t>
                </a:r>
              </a:p>
            </p:txBody>
          </p:sp>
        </p:grpSp>
        <p:grpSp>
          <p:nvGrpSpPr>
            <p:cNvPr id="62503" name="Group 57">
              <a:extLst>
                <a:ext uri="{FF2B5EF4-FFF2-40B4-BE49-F238E27FC236}">
                  <a16:creationId xmlns:a16="http://schemas.microsoft.com/office/drawing/2014/main" id="{3C4E9101-ACB2-49D3-8116-5844F3676B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2" y="3188"/>
              <a:ext cx="772" cy="460"/>
              <a:chOff x="2122" y="3188"/>
              <a:chExt cx="772" cy="460"/>
            </a:xfrm>
          </p:grpSpPr>
          <p:sp>
            <p:nvSpPr>
              <p:cNvPr id="62504" name="Text Box 58">
                <a:extLst>
                  <a:ext uri="{FF2B5EF4-FFF2-40B4-BE49-F238E27FC236}">
                    <a16:creationId xmlns:a16="http://schemas.microsoft.com/office/drawing/2014/main" id="{F03EB316-F7B0-4E94-BA48-A882A1DC6F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22" y="3188"/>
                <a:ext cx="732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latin typeface="Times New Roman" panose="02020603050405020304" pitchFamily="18" charset="0"/>
                  </a:rPr>
                  <a:t>1 1 1 </a:t>
                </a: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62505" name="Text Box 59">
                <a:extLst>
                  <a:ext uri="{FF2B5EF4-FFF2-40B4-BE49-F238E27FC236}">
                    <a16:creationId xmlns:a16="http://schemas.microsoft.com/office/drawing/2014/main" id="{E468A0D2-C2D5-4FC0-9C5E-7C6184BFA2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0" y="3321"/>
                <a:ext cx="24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=</a:t>
                </a:r>
              </a:p>
            </p:txBody>
          </p:sp>
        </p:grpSp>
      </p:grpSp>
      <p:grpSp>
        <p:nvGrpSpPr>
          <p:cNvPr id="22" name="Group 60">
            <a:extLst>
              <a:ext uri="{FF2B5EF4-FFF2-40B4-BE49-F238E27FC236}">
                <a16:creationId xmlns:a16="http://schemas.microsoft.com/office/drawing/2014/main" id="{F51FA1B1-8F4B-4DDA-940A-4C194AEA3B20}"/>
              </a:ext>
            </a:extLst>
          </p:cNvPr>
          <p:cNvGrpSpPr>
            <a:grpSpLocks/>
          </p:cNvGrpSpPr>
          <p:nvPr/>
        </p:nvGrpSpPr>
        <p:grpSpPr bwMode="auto">
          <a:xfrm>
            <a:off x="609600" y="1066800"/>
            <a:ext cx="7862888" cy="5715000"/>
            <a:chOff x="518" y="672"/>
            <a:chExt cx="4953" cy="3600"/>
          </a:xfrm>
        </p:grpSpPr>
        <p:sp>
          <p:nvSpPr>
            <p:cNvPr id="62497" name="Text Box 61">
              <a:extLst>
                <a:ext uri="{FF2B5EF4-FFF2-40B4-BE49-F238E27FC236}">
                  <a16:creationId xmlns:a16="http://schemas.microsoft.com/office/drawing/2014/main" id="{D8647900-7E8C-4394-91A0-BD3A1DE254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" y="672"/>
              <a:ext cx="420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    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部 分 积             乘 数                       说 明</a:t>
              </a:r>
            </a:p>
          </p:txBody>
        </p:sp>
        <p:sp>
          <p:nvSpPr>
            <p:cNvPr id="62498" name="Line 62">
              <a:extLst>
                <a:ext uri="{FF2B5EF4-FFF2-40B4-BE49-F238E27FC236}">
                  <a16:creationId xmlns:a16="http://schemas.microsoft.com/office/drawing/2014/main" id="{00102417-3C2B-44FE-930B-07F3F6411D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" y="1008"/>
              <a:ext cx="4847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2499" name="Line 63">
              <a:extLst>
                <a:ext uri="{FF2B5EF4-FFF2-40B4-BE49-F238E27FC236}">
                  <a16:creationId xmlns:a16="http://schemas.microsoft.com/office/drawing/2014/main" id="{60721AB6-CEA3-41EC-8E7D-F2E2A4E1E9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8" y="672"/>
              <a:ext cx="0" cy="36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2500" name="Line 64">
              <a:extLst>
                <a:ext uri="{FF2B5EF4-FFF2-40B4-BE49-F238E27FC236}">
                  <a16:creationId xmlns:a16="http://schemas.microsoft.com/office/drawing/2014/main" id="{5B2B25D7-25BC-4F45-9FD9-3513438512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672"/>
              <a:ext cx="0" cy="36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59459" name="Text Box 67">
            <a:extLst>
              <a:ext uri="{FF2B5EF4-FFF2-40B4-BE49-F238E27FC236}">
                <a16:creationId xmlns:a16="http://schemas.microsoft.com/office/drawing/2014/main" id="{37CE2150-9F24-4602-8FDB-B5033EFE5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213" y="1989138"/>
            <a:ext cx="5397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1800" b="1">
                <a:latin typeface="宋体" panose="02010600030101010101" pitchFamily="2" charset="-122"/>
              </a:rPr>
              <a:t>＋</a:t>
            </a:r>
          </a:p>
        </p:txBody>
      </p:sp>
      <p:sp>
        <p:nvSpPr>
          <p:cNvPr id="59460" name="Text Box 68">
            <a:extLst>
              <a:ext uri="{FF2B5EF4-FFF2-40B4-BE49-F238E27FC236}">
                <a16:creationId xmlns:a16="http://schemas.microsoft.com/office/drawing/2014/main" id="{A91BA278-078C-4123-B5BA-DBB90B115C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213" y="3141663"/>
            <a:ext cx="5397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1800" b="1">
                <a:latin typeface="宋体" panose="02010600030101010101" pitchFamily="2" charset="-122"/>
              </a:rPr>
              <a:t>＋</a:t>
            </a:r>
          </a:p>
        </p:txBody>
      </p:sp>
      <p:sp>
        <p:nvSpPr>
          <p:cNvPr id="59461" name="Text Box 69">
            <a:extLst>
              <a:ext uri="{FF2B5EF4-FFF2-40B4-BE49-F238E27FC236}">
                <a16:creationId xmlns:a16="http://schemas.microsoft.com/office/drawing/2014/main" id="{B24FC217-68BB-4437-BC25-96A33C3531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213" y="4357688"/>
            <a:ext cx="5397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1800" b="1">
                <a:latin typeface="宋体" panose="02010600030101010101" pitchFamily="2" charset="-122"/>
              </a:rPr>
              <a:t>＋</a:t>
            </a:r>
          </a:p>
        </p:txBody>
      </p:sp>
      <p:sp>
        <p:nvSpPr>
          <p:cNvPr id="59462" name="Text Box 70">
            <a:extLst>
              <a:ext uri="{FF2B5EF4-FFF2-40B4-BE49-F238E27FC236}">
                <a16:creationId xmlns:a16="http://schemas.microsoft.com/office/drawing/2014/main" id="{506CD21C-1938-43FF-82E1-A50DA7C03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" y="5510213"/>
            <a:ext cx="5397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1800" b="1">
                <a:latin typeface="宋体" panose="02010600030101010101" pitchFamily="2" charset="-122"/>
              </a:rPr>
              <a:t>＋</a:t>
            </a:r>
          </a:p>
        </p:txBody>
      </p:sp>
      <p:sp>
        <p:nvSpPr>
          <p:cNvPr id="72" name="矩形 71">
            <a:extLst>
              <a:ext uri="{FF2B5EF4-FFF2-40B4-BE49-F238E27FC236}">
                <a16:creationId xmlns:a16="http://schemas.microsoft.com/office/drawing/2014/main" id="{9984FE98-6DE4-437E-9237-91FDC27137C3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定点数乘法运算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59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59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59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9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500"/>
                                        <p:tgtEl>
                                          <p:spTgt spid="59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7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39" dur="500"/>
                                        <p:tgtEl>
                                          <p:spTgt spid="59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" dur="500"/>
                                        <p:tgtEl>
                                          <p:spTgt spid="59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" dur="500"/>
                                        <p:tgtEl>
                                          <p:spTgt spid="59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9" dur="500"/>
                                        <p:tgtEl>
                                          <p:spTgt spid="59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59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4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66" dur="500"/>
                                        <p:tgtEl>
                                          <p:spTgt spid="59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1" dur="500"/>
                                        <p:tgtEl>
                                          <p:spTgt spid="59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6" dur="500"/>
                                        <p:tgtEl>
                                          <p:spTgt spid="59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9" dur="500"/>
                                        <p:tgtEl>
                                          <p:spTgt spid="59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1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93" dur="500"/>
                                        <p:tgtEl>
                                          <p:spTgt spid="59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8" dur="500"/>
                                        <p:tgtEl>
                                          <p:spTgt spid="59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3" dur="500"/>
                                        <p:tgtEl>
                                          <p:spTgt spid="59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6" dur="500"/>
                                        <p:tgtEl>
                                          <p:spTgt spid="59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8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20" dur="500"/>
                                        <p:tgtEl>
                                          <p:spTgt spid="59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395" grpId="0" autoUpdateAnimBg="0"/>
      <p:bldP spid="59396" grpId="0" autoUpdateAnimBg="0"/>
      <p:bldP spid="59397" grpId="0" autoUpdateAnimBg="0"/>
      <p:bldP spid="59398" grpId="0" autoUpdateAnimBg="0"/>
      <p:bldP spid="59399" grpId="0" autoUpdateAnimBg="0"/>
      <p:bldP spid="59400" grpId="0" autoUpdateAnimBg="0"/>
      <p:bldP spid="59401" grpId="0" autoUpdateAnimBg="0"/>
      <p:bldP spid="59402" grpId="0" autoUpdateAnimBg="0"/>
      <p:bldP spid="59407" grpId="0" autoUpdateAnimBg="0"/>
      <p:bldP spid="59408" grpId="0" autoUpdateAnimBg="0"/>
      <p:bldP spid="59418" grpId="0" autoUpdateAnimBg="0"/>
      <p:bldP spid="59459" grpId="0"/>
      <p:bldP spid="59460" grpId="0"/>
      <p:bldP spid="59461" grpId="0"/>
      <p:bldP spid="59462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Text Box 2">
            <a:extLst>
              <a:ext uri="{FF2B5EF4-FFF2-40B4-BE49-F238E27FC236}">
                <a16:creationId xmlns:a16="http://schemas.microsoft.com/office/drawing/2014/main" id="{4E44109E-285A-4877-9010-0CE6FC282B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" y="196850"/>
            <a:ext cx="11017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>
                <a:latin typeface="Times New Roman" panose="02020603050405020304" pitchFamily="18" charset="0"/>
              </a:rPr>
              <a:t>小结</a:t>
            </a:r>
          </a:p>
        </p:txBody>
      </p:sp>
      <p:sp>
        <p:nvSpPr>
          <p:cNvPr id="60419" name="Text Box 3">
            <a:extLst>
              <a:ext uri="{FF2B5EF4-FFF2-40B4-BE49-F238E27FC236}">
                <a16:creationId xmlns:a16="http://schemas.microsoft.com/office/drawing/2014/main" id="{E8EA61B3-D607-4542-AD22-DDA8E95F9A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4275138"/>
            <a:ext cx="51990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Ø"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被乘数只与部分积的高位相加</a:t>
            </a:r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61CDC1A8-1E73-4E83-9E32-2E418C0EE646}"/>
              </a:ext>
            </a:extLst>
          </p:cNvPr>
          <p:cNvGrpSpPr>
            <a:grpSpLocks/>
          </p:cNvGrpSpPr>
          <p:nvPr/>
        </p:nvGrpSpPr>
        <p:grpSpPr bwMode="auto">
          <a:xfrm>
            <a:off x="457200" y="2201863"/>
            <a:ext cx="8362950" cy="1820862"/>
            <a:chOff x="288" y="1387"/>
            <a:chExt cx="5268" cy="1147"/>
          </a:xfrm>
        </p:grpSpPr>
        <p:sp>
          <p:nvSpPr>
            <p:cNvPr id="63499" name="Text Box 5">
              <a:extLst>
                <a:ext uri="{FF2B5EF4-FFF2-40B4-BE49-F238E27FC236}">
                  <a16:creationId xmlns:a16="http://schemas.microsoft.com/office/drawing/2014/main" id="{3496FC10-882B-4F71-9859-B4ED84211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" y="1387"/>
              <a:ext cx="5268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135000"/>
                </a:lnSpc>
                <a:spcBef>
                  <a:spcPct val="0"/>
                </a:spcBef>
                <a:buFont typeface="Wingdings" panose="05000000000000000000" pitchFamily="2" charset="2"/>
                <a:buChar char="Ø"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由乘数的末位决定被乘数是否与原部分积相加，</a:t>
              </a:r>
            </a:p>
            <a:p>
              <a:pPr eaLnBrk="1" hangingPunct="1">
                <a:lnSpc>
                  <a:spcPct val="135000"/>
                </a:lnSpc>
                <a:spcBef>
                  <a:spcPct val="0"/>
                </a:spcBef>
                <a:buFont typeface="Wingdings" panose="05000000000000000000" pitchFamily="2" charset="2"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     然后      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 </a:t>
              </a: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位形成新的部分积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，同时 </a:t>
              </a: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乘数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      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kumimoji="1" lang="zh-CN" altLang="en-US" sz="9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　</a:t>
              </a: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位</a:t>
              </a:r>
            </a:p>
            <a:p>
              <a:pPr eaLnBrk="1" hangingPunct="1">
                <a:lnSpc>
                  <a:spcPct val="135000"/>
                </a:lnSpc>
                <a:spcBef>
                  <a:spcPct val="0"/>
                </a:spcBef>
                <a:buFont typeface="Wingdings" panose="05000000000000000000" pitchFamily="2" charset="2"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　（末位移丢），空出高位存放部分积的低位。</a:t>
              </a:r>
            </a:p>
          </p:txBody>
        </p:sp>
        <p:sp>
          <p:nvSpPr>
            <p:cNvPr id="63500" name="Line 6">
              <a:extLst>
                <a:ext uri="{FF2B5EF4-FFF2-40B4-BE49-F238E27FC236}">
                  <a16:creationId xmlns:a16="http://schemas.microsoft.com/office/drawing/2014/main" id="{AC2D6A03-3623-46EF-9C04-76302F6817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988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3501" name="Line 7">
              <a:extLst>
                <a:ext uri="{FF2B5EF4-FFF2-40B4-BE49-F238E27FC236}">
                  <a16:creationId xmlns:a16="http://schemas.microsoft.com/office/drawing/2014/main" id="{740DA366-AC40-42D8-9FFE-805C5FE01C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6" y="1988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60424" name="Text Box 8">
            <a:extLst>
              <a:ext uri="{FF2B5EF4-FFF2-40B4-BE49-F238E27FC236}">
                <a16:creationId xmlns:a16="http://schemas.microsoft.com/office/drawing/2014/main" id="{BB53EA05-0BB0-4507-A128-AAFB3DBD50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189538"/>
            <a:ext cx="898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硬件</a:t>
            </a:r>
          </a:p>
        </p:txBody>
      </p:sp>
      <p:sp>
        <p:nvSpPr>
          <p:cNvPr id="60425" name="Text Box 9">
            <a:extLst>
              <a:ext uri="{FF2B5EF4-FFF2-40B4-BE49-F238E27FC236}">
                <a16:creationId xmlns:a16="http://schemas.microsoft.com/office/drawing/2014/main" id="{D80CED7A-A41F-4700-BA52-31F6F4E6BE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6938" y="5211763"/>
            <a:ext cx="440531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3</a:t>
            </a:r>
            <a:r>
              <a:rPr kumimoji="1" lang="zh-CN" altLang="en-US" sz="900" b="1">
                <a:latin typeface="Times New Roman" panose="02020603050405020304" pitchFamily="18" charset="0"/>
              </a:rPr>
              <a:t>　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个寄存器，具有移位功能</a:t>
            </a:r>
          </a:p>
        </p:txBody>
      </p:sp>
      <p:sp>
        <p:nvSpPr>
          <p:cNvPr id="60426" name="Text Box 10">
            <a:extLst>
              <a:ext uri="{FF2B5EF4-FFF2-40B4-BE49-F238E27FC236}">
                <a16:creationId xmlns:a16="http://schemas.microsoft.com/office/drawing/2014/main" id="{9FFBC776-5C0D-411E-93E1-B8C86CDE1F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6938" y="5883275"/>
            <a:ext cx="1905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</a:t>
            </a:r>
            <a:r>
              <a:rPr kumimoji="1" lang="zh-CN" altLang="en-US" sz="900" b="1">
                <a:latin typeface="Times New Roman" panose="02020603050405020304" pitchFamily="18" charset="0"/>
              </a:rPr>
              <a:t>　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个全加器</a:t>
            </a:r>
          </a:p>
        </p:txBody>
      </p:sp>
      <p:sp>
        <p:nvSpPr>
          <p:cNvPr id="60428" name="Text Box 12">
            <a:extLst>
              <a:ext uri="{FF2B5EF4-FFF2-40B4-BE49-F238E27FC236}">
                <a16:creationId xmlns:a16="http://schemas.microsoft.com/office/drawing/2014/main" id="{668BDE39-3E36-4149-8097-45384C9C24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1047750"/>
            <a:ext cx="6851650" cy="115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5000"/>
              </a:lnSpc>
              <a:spcBef>
                <a:spcPct val="0"/>
              </a:spcBef>
              <a:buFont typeface="Wingdings" panose="05000000000000000000" pitchFamily="2" charset="2"/>
              <a:buChar char="Ø"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乘法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运算可用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加和移位实现</a:t>
            </a:r>
          </a:p>
          <a:p>
            <a:pPr eaLnBrk="1" hangingPunct="1">
              <a:lnSpc>
                <a:spcPct val="125000"/>
              </a:lnSpc>
              <a:spcBef>
                <a:spcPct val="0"/>
              </a:spcBef>
              <a:buFont typeface="Wingdings" panose="05000000000000000000" pitchFamily="2" charset="2"/>
              <a:buNone/>
            </a:pPr>
            <a:r>
              <a:rPr kumimoji="1" lang="zh-CN" altLang="en-US" sz="2800" b="1" i="1">
                <a:solidFill>
                  <a:schemeClr val="folHlink"/>
                </a:solidFill>
                <a:latin typeface="Times New Roman" panose="02020603050405020304" pitchFamily="18" charset="0"/>
              </a:rPr>
              <a:t>　</a:t>
            </a:r>
            <a:r>
              <a:rPr kumimoji="1" lang="en-US" altLang="zh-CN" sz="2800" b="1" i="1">
                <a:solidFill>
                  <a:schemeClr val="folHlink"/>
                </a:solidFill>
                <a:latin typeface="Times New Roman" panose="02020603050405020304" pitchFamily="18" charset="0"/>
              </a:rPr>
              <a:t>n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= 4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，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加 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4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次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，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移 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4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次</a:t>
            </a: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122837E6-D327-40FB-82E8-90FF3F3D6C3E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定点数乘法运算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0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60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60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60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60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419" grpId="0" autoUpdateAnimBg="0"/>
      <p:bldP spid="60424" grpId="0" autoUpdateAnimBg="0"/>
      <p:bldP spid="60425" grpId="0" autoUpdateAnimBg="0"/>
      <p:bldP spid="60426" grpId="0" autoUpdateAnimBg="0"/>
      <p:bldP spid="60428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2.3 </a:t>
            </a:r>
            <a:r>
              <a:rPr lang="zh-CN" altLang="en-US" sz="4400" b="1" dirty="0">
                <a:solidFill>
                  <a:srgbClr val="FF0000"/>
                </a:solidFill>
              </a:rPr>
              <a:t>定点数乘法运算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1.</a:t>
            </a:r>
            <a:r>
              <a:rPr lang="zh-CN" altLang="en-US" dirty="0"/>
              <a:t>笔算乘法分析与改进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/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</a:t>
            </a:r>
            <a:r>
              <a:rPr lang="zh-CN" altLang="en-US" dirty="0"/>
              <a:t>补码乘法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2.</a:t>
            </a:r>
            <a:r>
              <a:rPr lang="zh-CN" altLang="en-US" dirty="0"/>
              <a:t>原码乘法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4. </a:t>
            </a:r>
            <a:r>
              <a:rPr lang="zh-CN" altLang="en-US" dirty="0"/>
              <a:t>阵列乘法器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21F81574-CBD8-4332-A1C2-5E708EC61371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  <p:sp>
        <p:nvSpPr>
          <p:cNvPr id="9" name="Text Box 4">
            <a:extLst>
              <a:ext uri="{FF2B5EF4-FFF2-40B4-BE49-F238E27FC236}">
                <a16:creationId xmlns:a16="http://schemas.microsoft.com/office/drawing/2014/main" id="{CF94B1E2-0F6A-4B01-991C-CB9E1BC0DB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434" y="55308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/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5.</a:t>
            </a:r>
            <a:r>
              <a:rPr lang="en-US" altLang="zh-CN" dirty="0"/>
              <a:t>MIPS</a:t>
            </a:r>
            <a:r>
              <a:rPr lang="zh-CN" altLang="en-US" dirty="0"/>
              <a:t>中的乘法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37476184"/>
      </p:ext>
    </p:extLst>
  </p:cSld>
  <p:clrMapOvr>
    <a:masterClrMapping/>
  </p:clrMapOvr>
  <p:transition spd="slow"/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Text Box 2">
            <a:extLst>
              <a:ext uri="{FF2B5EF4-FFF2-40B4-BE49-F238E27FC236}">
                <a16:creationId xmlns:a16="http://schemas.microsoft.com/office/drawing/2014/main" id="{E394EADD-0006-4B20-8A1F-C7202690AC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" y="304800"/>
            <a:ext cx="296427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 dirty="0">
                <a:latin typeface="Times New Roman" panose="02020603050405020304" pitchFamily="18" charset="0"/>
              </a:rPr>
              <a:t>二、原码乘法</a:t>
            </a:r>
          </a:p>
        </p:txBody>
      </p:sp>
      <p:sp>
        <p:nvSpPr>
          <p:cNvPr id="61443" name="Text Box 3">
            <a:extLst>
              <a:ext uri="{FF2B5EF4-FFF2-40B4-BE49-F238E27FC236}">
                <a16:creationId xmlns:a16="http://schemas.microsoft.com/office/drawing/2014/main" id="{44546F58-7BDA-42EA-9DB3-B37A707D53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" y="990600"/>
            <a:ext cx="46640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dirty="0">
                <a:latin typeface="Times New Roman" panose="02020603050405020304" pitchFamily="18" charset="0"/>
              </a:rPr>
              <a:t>1.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原码一位乘运算规则</a:t>
            </a:r>
          </a:p>
        </p:txBody>
      </p:sp>
      <p:sp>
        <p:nvSpPr>
          <p:cNvPr id="61444" name="Text Box 4">
            <a:extLst>
              <a:ext uri="{FF2B5EF4-FFF2-40B4-BE49-F238E27FC236}">
                <a16:creationId xmlns:a16="http://schemas.microsoft.com/office/drawing/2014/main" id="{A77A526A-B177-43C9-B39E-5F90AA3AA5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3325" y="1533525"/>
            <a:ext cx="19700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以小数为例</a:t>
            </a: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56DC8AA8-396B-4D18-96A9-B6EE1BD2076F}"/>
              </a:ext>
            </a:extLst>
          </p:cNvPr>
          <p:cNvGrpSpPr>
            <a:grpSpLocks/>
          </p:cNvGrpSpPr>
          <p:nvPr/>
        </p:nvGrpSpPr>
        <p:grpSpPr bwMode="auto">
          <a:xfrm>
            <a:off x="1431925" y="2098675"/>
            <a:ext cx="4090988" cy="585788"/>
            <a:chOff x="902" y="1322"/>
            <a:chExt cx="2577" cy="369"/>
          </a:xfrm>
        </p:grpSpPr>
        <p:sp>
          <p:nvSpPr>
            <p:cNvPr id="64542" name="Text Box 6">
              <a:extLst>
                <a:ext uri="{FF2B5EF4-FFF2-40B4-BE49-F238E27FC236}">
                  <a16:creationId xmlns:a16="http://schemas.microsoft.com/office/drawing/2014/main" id="{7438D698-64B1-4311-8B1C-82BB7E316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" y="1364"/>
              <a:ext cx="257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设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原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0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.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   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64543" name="Text Box 7">
              <a:extLst>
                <a:ext uri="{FF2B5EF4-FFF2-40B4-BE49-F238E27FC236}">
                  <a16:creationId xmlns:a16="http://schemas.microsoft.com/office/drawing/2014/main" id="{F1819C2C-B968-4C4F-B829-61D1D8574C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0" y="1322"/>
              <a:ext cx="39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 …</a:t>
              </a:r>
            </a:p>
          </p:txBody>
        </p:sp>
      </p:grpSp>
      <p:grpSp>
        <p:nvGrpSpPr>
          <p:cNvPr id="3" name="Group 8">
            <a:extLst>
              <a:ext uri="{FF2B5EF4-FFF2-40B4-BE49-F238E27FC236}">
                <a16:creationId xmlns:a16="http://schemas.microsoft.com/office/drawing/2014/main" id="{6826644C-89FF-44CB-B536-2F813C99754F}"/>
              </a:ext>
            </a:extLst>
          </p:cNvPr>
          <p:cNvGrpSpPr>
            <a:grpSpLocks/>
          </p:cNvGrpSpPr>
          <p:nvPr/>
        </p:nvGrpSpPr>
        <p:grpSpPr bwMode="auto">
          <a:xfrm>
            <a:off x="1822450" y="2722563"/>
            <a:ext cx="3632200" cy="519112"/>
            <a:chOff x="1100" y="1715"/>
            <a:chExt cx="2288" cy="327"/>
          </a:xfrm>
        </p:grpSpPr>
        <p:sp>
          <p:nvSpPr>
            <p:cNvPr id="64540" name="Text Box 9">
              <a:extLst>
                <a:ext uri="{FF2B5EF4-FFF2-40B4-BE49-F238E27FC236}">
                  <a16:creationId xmlns:a16="http://schemas.microsoft.com/office/drawing/2014/main" id="{F650BF4D-FDBC-4CD4-8C68-9316692E8E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" y="1715"/>
              <a:ext cx="228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原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0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.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   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64541" name="Text Box 10">
              <a:extLst>
                <a:ext uri="{FF2B5EF4-FFF2-40B4-BE49-F238E27FC236}">
                  <a16:creationId xmlns:a16="http://schemas.microsoft.com/office/drawing/2014/main" id="{E554CCEE-F12B-4FE4-B98A-B911951DE8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0" y="1715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4" name="Group 11">
            <a:extLst>
              <a:ext uri="{FF2B5EF4-FFF2-40B4-BE49-F238E27FC236}">
                <a16:creationId xmlns:a16="http://schemas.microsoft.com/office/drawing/2014/main" id="{2239EBBF-01F9-4BAA-BCA3-9CA5AC1525CA}"/>
              </a:ext>
            </a:extLst>
          </p:cNvPr>
          <p:cNvGrpSpPr>
            <a:grpSpLocks/>
          </p:cNvGrpSpPr>
          <p:nvPr/>
        </p:nvGrpSpPr>
        <p:grpSpPr bwMode="auto">
          <a:xfrm>
            <a:off x="2528888" y="3886200"/>
            <a:ext cx="3948112" cy="519113"/>
            <a:chOff x="1593" y="2448"/>
            <a:chExt cx="2487" cy="327"/>
          </a:xfrm>
        </p:grpSpPr>
        <p:sp>
          <p:nvSpPr>
            <p:cNvPr id="64538" name="Text Box 12">
              <a:extLst>
                <a:ext uri="{FF2B5EF4-FFF2-40B4-BE49-F238E27FC236}">
                  <a16:creationId xmlns:a16="http://schemas.microsoft.com/office/drawing/2014/main" id="{20784B73-5425-40CC-B1EE-6E4CE252C0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2448"/>
              <a:ext cx="248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= (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0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</a:t>
              </a:r>
              <a:r>
                <a:rPr kumimoji="1" lang="en-US" altLang="zh-CN" sz="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0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).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*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*</a:t>
              </a:r>
            </a:p>
          </p:txBody>
        </p:sp>
        <p:sp>
          <p:nvSpPr>
            <p:cNvPr id="64539" name="AutoShape 13">
              <a:extLst>
                <a:ext uri="{FF2B5EF4-FFF2-40B4-BE49-F238E27FC236}">
                  <a16:creationId xmlns:a16="http://schemas.microsoft.com/office/drawing/2014/main" id="{3B92FD3D-4921-4F46-A196-8BFF3693C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547"/>
              <a:ext cx="147" cy="147"/>
            </a:xfrm>
            <a:prstGeom prst="flowChartOr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grpSp>
        <p:nvGrpSpPr>
          <p:cNvPr id="5" name="Group 14">
            <a:extLst>
              <a:ext uri="{FF2B5EF4-FFF2-40B4-BE49-F238E27FC236}">
                <a16:creationId xmlns:a16="http://schemas.microsoft.com/office/drawing/2014/main" id="{6505BE4F-128E-4FAE-8205-A0BA57105513}"/>
              </a:ext>
            </a:extLst>
          </p:cNvPr>
          <p:cNvGrpSpPr>
            <a:grpSpLocks/>
          </p:cNvGrpSpPr>
          <p:nvPr/>
        </p:nvGrpSpPr>
        <p:grpSpPr bwMode="auto">
          <a:xfrm>
            <a:off x="1371600" y="3276600"/>
            <a:ext cx="6721475" cy="550863"/>
            <a:chOff x="864" y="2064"/>
            <a:chExt cx="4234" cy="347"/>
          </a:xfrm>
        </p:grpSpPr>
        <p:sp>
          <p:nvSpPr>
            <p:cNvPr id="64533" name="AutoShape 15">
              <a:extLst>
                <a:ext uri="{FF2B5EF4-FFF2-40B4-BE49-F238E27FC236}">
                  <a16:creationId xmlns:a16="http://schemas.microsoft.com/office/drawing/2014/main" id="{8F1F6445-4719-40DB-B329-2C73A7EA4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183"/>
              <a:ext cx="147" cy="147"/>
            </a:xfrm>
            <a:prstGeom prst="flowChartOr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grpSp>
          <p:nvGrpSpPr>
            <p:cNvPr id="64534" name="Group 16">
              <a:extLst>
                <a:ext uri="{FF2B5EF4-FFF2-40B4-BE49-F238E27FC236}">
                  <a16:creationId xmlns:a16="http://schemas.microsoft.com/office/drawing/2014/main" id="{AC1AEE12-4CD0-4430-BA27-45762722D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4" y="2064"/>
              <a:ext cx="4234" cy="347"/>
              <a:chOff x="864" y="2064"/>
              <a:chExt cx="4234" cy="347"/>
            </a:xfrm>
          </p:grpSpPr>
          <p:sp>
            <p:nvSpPr>
              <p:cNvPr id="64535" name="Text Box 17">
                <a:extLst>
                  <a:ext uri="{FF2B5EF4-FFF2-40B4-BE49-F238E27FC236}">
                    <a16:creationId xmlns:a16="http://schemas.microsoft.com/office/drawing/2014/main" id="{F081C395-4992-4837-827C-2C1CFDD9C7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4" y="2084"/>
                <a:ext cx="423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4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• 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400" b="1" baseline="-25000">
                    <a:latin typeface="Times New Roman" panose="02020603050405020304" pitchFamily="18" charset="0"/>
                  </a:rPr>
                  <a:t>原</a:t>
                </a:r>
                <a:r>
                  <a:rPr kumimoji="1" lang="zh-CN" altLang="en-US" sz="2800" b="1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= (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0</a:t>
                </a:r>
                <a:r>
                  <a:rPr kumimoji="1" lang="en-US" altLang="zh-CN" sz="2800" b="1" baseline="-25000">
                    <a:latin typeface="Times New Roman" panose="02020603050405020304" pitchFamily="18" charset="0"/>
                  </a:rPr>
                  <a:t>     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0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).(0. 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1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2 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     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400" b="1" i="1" baseline="-25000">
                    <a:latin typeface="Times New Roman" panose="02020603050405020304" pitchFamily="18" charset="0"/>
                  </a:rPr>
                  <a:t>n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)(0.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1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2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      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400" b="1" i="1" baseline="-25000">
                    <a:latin typeface="Times New Roman" panose="02020603050405020304" pitchFamily="18" charset="0"/>
                  </a:rPr>
                  <a:t>n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)</a:t>
                </a:r>
              </a:p>
            </p:txBody>
          </p:sp>
          <p:sp>
            <p:nvSpPr>
              <p:cNvPr id="64536" name="Text Box 18">
                <a:extLst>
                  <a:ext uri="{FF2B5EF4-FFF2-40B4-BE49-F238E27FC236}">
                    <a16:creationId xmlns:a16="http://schemas.microsoft.com/office/drawing/2014/main" id="{51E7C093-03F6-4F47-AA94-41CA32B070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95" y="2064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64537" name="Text Box 19">
                <a:extLst>
                  <a:ext uri="{FF2B5EF4-FFF2-40B4-BE49-F238E27FC236}">
                    <a16:creationId xmlns:a16="http://schemas.microsoft.com/office/drawing/2014/main" id="{3673A09A-BFFF-4A76-BC5F-051E4C570B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43" y="2064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grpSp>
        <p:nvGrpSpPr>
          <p:cNvPr id="8" name="Group 20">
            <a:extLst>
              <a:ext uri="{FF2B5EF4-FFF2-40B4-BE49-F238E27FC236}">
                <a16:creationId xmlns:a16="http://schemas.microsoft.com/office/drawing/2014/main" id="{888F3CCA-822F-4803-920F-8169B5BAABE7}"/>
              </a:ext>
            </a:extLst>
          </p:cNvPr>
          <p:cNvGrpSpPr>
            <a:grpSpLocks/>
          </p:cNvGrpSpPr>
          <p:nvPr/>
        </p:nvGrpSpPr>
        <p:grpSpPr bwMode="auto">
          <a:xfrm>
            <a:off x="1295400" y="4357688"/>
            <a:ext cx="6186488" cy="571500"/>
            <a:chOff x="710" y="2745"/>
            <a:chExt cx="3897" cy="360"/>
          </a:xfrm>
        </p:grpSpPr>
        <p:sp>
          <p:nvSpPr>
            <p:cNvPr id="64531" name="Text Box 21">
              <a:extLst>
                <a:ext uri="{FF2B5EF4-FFF2-40B4-BE49-F238E27FC236}">
                  <a16:creationId xmlns:a16="http://schemas.microsoft.com/office/drawing/2014/main" id="{ED1F69DE-EAE1-47CB-9BBA-2169652A4A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0" y="2778"/>
              <a:ext cx="389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式中  </a:t>
              </a: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*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0.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-25000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</a:t>
              </a: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为 </a:t>
              </a: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的绝对值</a:t>
              </a:r>
            </a:p>
          </p:txBody>
        </p:sp>
        <p:sp>
          <p:nvSpPr>
            <p:cNvPr id="64532" name="Text Box 22">
              <a:extLst>
                <a:ext uri="{FF2B5EF4-FFF2-40B4-BE49-F238E27FC236}">
                  <a16:creationId xmlns:a16="http://schemas.microsoft.com/office/drawing/2014/main" id="{7C4FD464-A368-4FF1-BD6F-8305C2CF9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2745"/>
              <a:ext cx="39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 …</a:t>
              </a:r>
            </a:p>
          </p:txBody>
        </p:sp>
      </p:grpSp>
      <p:grpSp>
        <p:nvGrpSpPr>
          <p:cNvPr id="9" name="Group 23">
            <a:extLst>
              <a:ext uri="{FF2B5EF4-FFF2-40B4-BE49-F238E27FC236}">
                <a16:creationId xmlns:a16="http://schemas.microsoft.com/office/drawing/2014/main" id="{0A6AB584-E563-4304-8EEC-1A3DFF396D05}"/>
              </a:ext>
            </a:extLst>
          </p:cNvPr>
          <p:cNvGrpSpPr>
            <a:grpSpLocks/>
          </p:cNvGrpSpPr>
          <p:nvPr/>
        </p:nvGrpSpPr>
        <p:grpSpPr bwMode="auto">
          <a:xfrm>
            <a:off x="2190750" y="4914900"/>
            <a:ext cx="5283200" cy="571500"/>
            <a:chOff x="1292" y="3096"/>
            <a:chExt cx="3328" cy="360"/>
          </a:xfrm>
        </p:grpSpPr>
        <p:sp>
          <p:nvSpPr>
            <p:cNvPr id="64529" name="Text Box 24">
              <a:extLst>
                <a:ext uri="{FF2B5EF4-FFF2-40B4-BE49-F238E27FC236}">
                  <a16:creationId xmlns:a16="http://schemas.microsoft.com/office/drawing/2014/main" id="{7899E311-2215-410C-9059-0E4AE26C85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2" y="3129"/>
              <a:ext cx="332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*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0</a:t>
              </a:r>
              <a:r>
                <a:rPr kumimoji="1" lang="en-US" altLang="en-US" sz="2800" b="1">
                  <a:latin typeface="Times New Roman" panose="02020603050405020304" pitchFamily="18" charset="0"/>
                </a:rPr>
                <a:t>.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-25000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 </a:t>
              </a: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为 </a:t>
              </a: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的绝对值</a:t>
              </a:r>
            </a:p>
          </p:txBody>
        </p:sp>
        <p:sp>
          <p:nvSpPr>
            <p:cNvPr id="64530" name="Text Box 25">
              <a:extLst>
                <a:ext uri="{FF2B5EF4-FFF2-40B4-BE49-F238E27FC236}">
                  <a16:creationId xmlns:a16="http://schemas.microsoft.com/office/drawing/2014/main" id="{0E6B57FC-4E1B-4D27-B16D-8A4912CA3E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3096"/>
              <a:ext cx="39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 …</a:t>
              </a:r>
            </a:p>
          </p:txBody>
        </p:sp>
      </p:grpSp>
      <p:grpSp>
        <p:nvGrpSpPr>
          <p:cNvPr id="11" name="Group 26">
            <a:extLst>
              <a:ext uri="{FF2B5EF4-FFF2-40B4-BE49-F238E27FC236}">
                <a16:creationId xmlns:a16="http://schemas.microsoft.com/office/drawing/2014/main" id="{09121625-8516-4129-927C-93A9CA6CE1F5}"/>
              </a:ext>
            </a:extLst>
          </p:cNvPr>
          <p:cNvGrpSpPr>
            <a:grpSpLocks/>
          </p:cNvGrpSpPr>
          <p:nvPr/>
        </p:nvGrpSpPr>
        <p:grpSpPr bwMode="auto">
          <a:xfrm>
            <a:off x="1196975" y="5576888"/>
            <a:ext cx="4722813" cy="519112"/>
            <a:chOff x="754" y="3513"/>
            <a:chExt cx="2975" cy="327"/>
          </a:xfrm>
        </p:grpSpPr>
        <p:sp>
          <p:nvSpPr>
            <p:cNvPr id="64527" name="Text Box 27">
              <a:extLst>
                <a:ext uri="{FF2B5EF4-FFF2-40B4-BE49-F238E27FC236}">
                  <a16:creationId xmlns:a16="http://schemas.microsoft.com/office/drawing/2014/main" id="{E5CCE52D-DE27-44B9-A4F0-913C63A577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" y="3513"/>
              <a:ext cx="297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乘积的符号位单独处理 </a:t>
              </a: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   </a:t>
              </a: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64528" name="AutoShape 28">
              <a:extLst>
                <a:ext uri="{FF2B5EF4-FFF2-40B4-BE49-F238E27FC236}">
                  <a16:creationId xmlns:a16="http://schemas.microsoft.com/office/drawing/2014/main" id="{2BA8B462-E970-4A3E-A37F-8818253D7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2" y="3609"/>
              <a:ext cx="147" cy="147"/>
            </a:xfrm>
            <a:prstGeom prst="flowChartOr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sp>
        <p:nvSpPr>
          <p:cNvPr id="61469" name="Text Box 29">
            <a:extLst>
              <a:ext uri="{FF2B5EF4-FFF2-40B4-BE49-F238E27FC236}">
                <a16:creationId xmlns:a16="http://schemas.microsoft.com/office/drawing/2014/main" id="{E1E1E4B4-5E36-4C8C-935F-FC871D57E0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6975" y="6162675"/>
            <a:ext cx="48037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数值部分为绝对值相乘 </a:t>
            </a:r>
            <a:r>
              <a:rPr kumimoji="1" lang="en-US" altLang="zh-CN" sz="2800" b="1" i="1">
                <a:solidFill>
                  <a:schemeClr val="folHlink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* 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•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800" b="1" i="1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id="{1F74BF82-4754-46DA-8261-5608DCF2EE75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1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1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61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43" grpId="0" autoUpdateAnimBg="0"/>
      <p:bldP spid="61444" grpId="0" autoUpdateAnimBg="0"/>
      <p:bldP spid="61469" grpId="0" autoUpdateAnimBg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Text Box 2">
            <a:extLst>
              <a:ext uri="{FF2B5EF4-FFF2-40B4-BE49-F238E27FC236}">
                <a16:creationId xmlns:a16="http://schemas.microsoft.com/office/drawing/2014/main" id="{94A68DF9-C08B-42E9-82A7-E497DBC078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381000"/>
            <a:ext cx="5791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 dirty="0">
                <a:latin typeface="Times New Roman" panose="02020603050405020304" pitchFamily="18" charset="0"/>
              </a:rPr>
              <a:t>2.</a:t>
            </a:r>
            <a:r>
              <a:rPr kumimoji="1" lang="zh-CN" altLang="en-US" sz="3600" b="1" dirty="0">
                <a:latin typeface="Times New Roman" panose="02020603050405020304" pitchFamily="18" charset="0"/>
              </a:rPr>
              <a:t>原码一位乘递推公式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2832EDC5-A471-4DDD-ACCA-4CE7F92912EC}"/>
              </a:ext>
            </a:extLst>
          </p:cNvPr>
          <p:cNvGrpSpPr>
            <a:grpSpLocks/>
          </p:cNvGrpSpPr>
          <p:nvPr/>
        </p:nvGrpSpPr>
        <p:grpSpPr bwMode="auto">
          <a:xfrm>
            <a:off x="974725" y="1057275"/>
            <a:ext cx="4664075" cy="519113"/>
            <a:chOff x="614" y="666"/>
            <a:chExt cx="2938" cy="327"/>
          </a:xfrm>
        </p:grpSpPr>
        <p:sp>
          <p:nvSpPr>
            <p:cNvPr id="65564" name="Text Box 4">
              <a:extLst>
                <a:ext uri="{FF2B5EF4-FFF2-40B4-BE49-F238E27FC236}">
                  <a16:creationId xmlns:a16="http://schemas.microsoft.com/office/drawing/2014/main" id="{7ADA82B1-44EE-482F-A0BB-114D8E5971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4" y="666"/>
              <a:ext cx="293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*</a:t>
              </a:r>
              <a:r>
                <a:rPr kumimoji="1" lang="en-US" altLang="zh-CN" sz="14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•</a:t>
              </a:r>
              <a:r>
                <a:rPr kumimoji="1" lang="en-US" altLang="zh-CN" sz="16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sz="2800" b="1" i="1"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* = </a:t>
              </a:r>
              <a:r>
                <a:rPr kumimoji="1" lang="en-US" altLang="zh-CN" sz="2800" b="1" i="1"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*(0.</a:t>
              </a:r>
              <a:r>
                <a:rPr kumimoji="1" lang="en-US" altLang="zh-CN" sz="2800" b="1" i="1"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r>
                <a:rPr kumimoji="1" lang="en-US" altLang="zh-CN" sz="2800" b="1" i="1"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  </a:t>
              </a:r>
              <a:r>
                <a:rPr kumimoji="1" lang="en-US" altLang="zh-CN" sz="2800" b="1" i="1"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  <a:cs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  <a:endParaRPr kumimoji="1" lang="en-US" altLang="zh-CN" sz="2800" b="1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65565" name="Text Box 5">
              <a:extLst>
                <a:ext uri="{FF2B5EF4-FFF2-40B4-BE49-F238E27FC236}">
                  <a16:creationId xmlns:a16="http://schemas.microsoft.com/office/drawing/2014/main" id="{25569F15-018F-4E0C-B6CF-5036D26B8E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5" y="666"/>
              <a:ext cx="80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3" name="Group 6">
            <a:extLst>
              <a:ext uri="{FF2B5EF4-FFF2-40B4-BE49-F238E27FC236}">
                <a16:creationId xmlns:a16="http://schemas.microsoft.com/office/drawing/2014/main" id="{36BAF08B-F27E-4A31-9A9A-74489356CCFC}"/>
              </a:ext>
            </a:extLst>
          </p:cNvPr>
          <p:cNvGrpSpPr>
            <a:grpSpLocks/>
          </p:cNvGrpSpPr>
          <p:nvPr/>
        </p:nvGrpSpPr>
        <p:grpSpPr bwMode="auto">
          <a:xfrm>
            <a:off x="1898650" y="1725613"/>
            <a:ext cx="5049838" cy="585787"/>
            <a:chOff x="1196" y="1087"/>
            <a:chExt cx="3181" cy="369"/>
          </a:xfrm>
        </p:grpSpPr>
        <p:sp>
          <p:nvSpPr>
            <p:cNvPr id="65562" name="Text Box 7">
              <a:extLst>
                <a:ext uri="{FF2B5EF4-FFF2-40B4-BE49-F238E27FC236}">
                  <a16:creationId xmlns:a16="http://schemas.microsoft.com/office/drawing/2014/main" id="{4AF496E3-A0A2-4E8D-8550-E5393A8D90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6" y="1129"/>
              <a:ext cx="318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=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*(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400" b="1" baseline="45000">
                  <a:latin typeface="Times New Roman" panose="02020603050405020304" pitchFamily="18" charset="0"/>
                </a:rPr>
                <a:t>-1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+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400" b="1" baseline="45000">
                  <a:latin typeface="Times New Roman" panose="02020603050405020304" pitchFamily="18" charset="0"/>
                </a:rPr>
                <a:t>-2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+        +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400" b="1" baseline="45000">
                  <a:latin typeface="Times New Roman" panose="02020603050405020304" pitchFamily="18" charset="0"/>
                </a:rPr>
                <a:t>-</a:t>
              </a:r>
              <a:r>
                <a:rPr kumimoji="1" lang="en-US" altLang="zh-CN" sz="24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)</a:t>
              </a:r>
            </a:p>
          </p:txBody>
        </p:sp>
        <p:sp>
          <p:nvSpPr>
            <p:cNvPr id="65563" name="Text Box 8">
              <a:extLst>
                <a:ext uri="{FF2B5EF4-FFF2-40B4-BE49-F238E27FC236}">
                  <a16:creationId xmlns:a16="http://schemas.microsoft.com/office/drawing/2014/main" id="{BEE91F84-257E-41D7-BDDE-35C4F663DD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5" y="1087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4" name="Group 9">
            <a:extLst>
              <a:ext uri="{FF2B5EF4-FFF2-40B4-BE49-F238E27FC236}">
                <a16:creationId xmlns:a16="http://schemas.microsoft.com/office/drawing/2014/main" id="{7B73B7AF-6B72-4C0D-B983-EA5E3BAD803B}"/>
              </a:ext>
            </a:extLst>
          </p:cNvPr>
          <p:cNvGrpSpPr>
            <a:grpSpLocks/>
          </p:cNvGrpSpPr>
          <p:nvPr/>
        </p:nvGrpSpPr>
        <p:grpSpPr bwMode="auto">
          <a:xfrm>
            <a:off x="1898650" y="2462213"/>
            <a:ext cx="6705600" cy="585787"/>
            <a:chOff x="1196" y="1551"/>
            <a:chExt cx="4224" cy="369"/>
          </a:xfrm>
        </p:grpSpPr>
        <p:sp>
          <p:nvSpPr>
            <p:cNvPr id="65559" name="Text Box 10">
              <a:extLst>
                <a:ext uri="{FF2B5EF4-FFF2-40B4-BE49-F238E27FC236}">
                  <a16:creationId xmlns:a16="http://schemas.microsoft.com/office/drawing/2014/main" id="{10E0D78E-89E6-4706-BCAB-E11773A038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6" y="1593"/>
              <a:ext cx="422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= 2</a:t>
              </a:r>
              <a:r>
                <a:rPr kumimoji="1" lang="en-US" altLang="zh-CN" sz="2400" b="1" baseline="45000">
                  <a:latin typeface="Times New Roman" panose="02020603050405020304" pitchFamily="18" charset="0"/>
                </a:rPr>
                <a:t>-1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*+2</a:t>
              </a:r>
              <a:r>
                <a:rPr kumimoji="1" lang="en-US" altLang="zh-CN" sz="2400" b="1" baseline="45000">
                  <a:latin typeface="Times New Roman" panose="02020603050405020304" pitchFamily="18" charset="0"/>
                </a:rPr>
                <a:t>-1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*+      2</a:t>
              </a:r>
              <a:r>
                <a:rPr kumimoji="1" lang="en-US" altLang="zh-CN" sz="2400" b="1" baseline="45000">
                  <a:latin typeface="Times New Roman" panose="02020603050405020304" pitchFamily="18" charset="0"/>
                </a:rPr>
                <a:t>-1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* + 0)     ))</a:t>
              </a:r>
            </a:p>
          </p:txBody>
        </p:sp>
        <p:sp>
          <p:nvSpPr>
            <p:cNvPr id="65560" name="Text Box 11">
              <a:extLst>
                <a:ext uri="{FF2B5EF4-FFF2-40B4-BE49-F238E27FC236}">
                  <a16:creationId xmlns:a16="http://schemas.microsoft.com/office/drawing/2014/main" id="{07AB2614-088D-474E-BA79-386F3FC370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4" y="1551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65561" name="Text Box 12">
              <a:extLst>
                <a:ext uri="{FF2B5EF4-FFF2-40B4-BE49-F238E27FC236}">
                  <a16:creationId xmlns:a16="http://schemas.microsoft.com/office/drawing/2014/main" id="{6FAC34B4-EB32-4E6A-9A3F-755DB099EA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4" y="1551"/>
              <a:ext cx="39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 </a:t>
              </a:r>
            </a:p>
          </p:txBody>
        </p:sp>
      </p:grpSp>
      <p:grpSp>
        <p:nvGrpSpPr>
          <p:cNvPr id="5" name="Group 13">
            <a:extLst>
              <a:ext uri="{FF2B5EF4-FFF2-40B4-BE49-F238E27FC236}">
                <a16:creationId xmlns:a16="http://schemas.microsoft.com/office/drawing/2014/main" id="{E7804925-8B8B-4F01-A1CB-AEB9B48A3B99}"/>
              </a:ext>
            </a:extLst>
          </p:cNvPr>
          <p:cNvGrpSpPr>
            <a:grpSpLocks/>
          </p:cNvGrpSpPr>
          <p:nvPr/>
        </p:nvGrpSpPr>
        <p:grpSpPr bwMode="auto">
          <a:xfrm>
            <a:off x="5562600" y="3276600"/>
            <a:ext cx="1676400" cy="609600"/>
            <a:chOff x="3504" y="2064"/>
            <a:chExt cx="1056" cy="384"/>
          </a:xfrm>
        </p:grpSpPr>
        <p:sp>
          <p:nvSpPr>
            <p:cNvPr id="65557" name="AutoShape 14">
              <a:extLst>
                <a:ext uri="{FF2B5EF4-FFF2-40B4-BE49-F238E27FC236}">
                  <a16:creationId xmlns:a16="http://schemas.microsoft.com/office/drawing/2014/main" id="{2CE4B57B-1575-487A-8B2C-CC7C293F5FD0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960" y="1608"/>
              <a:ext cx="144" cy="1056"/>
            </a:xfrm>
            <a:prstGeom prst="leftBrace">
              <a:avLst>
                <a:gd name="adj1" fmla="val 61111"/>
                <a:gd name="adj2" fmla="val 50000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65558" name="Text Box 15">
              <a:extLst>
                <a:ext uri="{FF2B5EF4-FFF2-40B4-BE49-F238E27FC236}">
                  <a16:creationId xmlns:a16="http://schemas.microsoft.com/office/drawing/2014/main" id="{95918B33-7DD7-460C-B0FC-62E91174AC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3" y="2121"/>
              <a:ext cx="26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z</a:t>
              </a:r>
              <a:r>
                <a:rPr kumimoji="1" lang="en-US" altLang="zh-CN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6" name="Group 16">
            <a:extLst>
              <a:ext uri="{FF2B5EF4-FFF2-40B4-BE49-F238E27FC236}">
                <a16:creationId xmlns:a16="http://schemas.microsoft.com/office/drawing/2014/main" id="{63EE5646-E5CE-4924-AF9F-9B877B5E4FE1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3810000"/>
            <a:ext cx="5562600" cy="609600"/>
            <a:chOff x="1488" y="2400"/>
            <a:chExt cx="3504" cy="384"/>
          </a:xfrm>
        </p:grpSpPr>
        <p:sp>
          <p:nvSpPr>
            <p:cNvPr id="65555" name="AutoShape 17">
              <a:extLst>
                <a:ext uri="{FF2B5EF4-FFF2-40B4-BE49-F238E27FC236}">
                  <a16:creationId xmlns:a16="http://schemas.microsoft.com/office/drawing/2014/main" id="{8381283E-41CA-4CD5-9EC6-B125677782CC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168" y="720"/>
              <a:ext cx="144" cy="3504"/>
            </a:xfrm>
            <a:prstGeom prst="leftBrace">
              <a:avLst>
                <a:gd name="adj1" fmla="val 202778"/>
                <a:gd name="adj2" fmla="val 50000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65556" name="Text Box 18">
              <a:extLst>
                <a:ext uri="{FF2B5EF4-FFF2-40B4-BE49-F238E27FC236}">
                  <a16:creationId xmlns:a16="http://schemas.microsoft.com/office/drawing/2014/main" id="{1758F5BD-8F3D-4DA1-ACCA-3EE55E17F0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0" y="2457"/>
              <a:ext cx="28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z</a:t>
              </a:r>
              <a:r>
                <a:rPr kumimoji="1" lang="en-US" altLang="zh-CN" sz="2800" b="1" i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n</a:t>
              </a:r>
            </a:p>
          </p:txBody>
        </p:sp>
      </p:grpSp>
      <p:grpSp>
        <p:nvGrpSpPr>
          <p:cNvPr id="7" name="Group 19">
            <a:extLst>
              <a:ext uri="{FF2B5EF4-FFF2-40B4-BE49-F238E27FC236}">
                <a16:creationId xmlns:a16="http://schemas.microsoft.com/office/drawing/2014/main" id="{E1A491D9-E519-4809-8BF1-CB899A609230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4191000"/>
            <a:ext cx="2662238" cy="2286000"/>
            <a:chOff x="706" y="2640"/>
            <a:chExt cx="1677" cy="1440"/>
          </a:xfrm>
        </p:grpSpPr>
        <p:grpSp>
          <p:nvGrpSpPr>
            <p:cNvPr id="65549" name="Group 20">
              <a:extLst>
                <a:ext uri="{FF2B5EF4-FFF2-40B4-BE49-F238E27FC236}">
                  <a16:creationId xmlns:a16="http://schemas.microsoft.com/office/drawing/2014/main" id="{22CD10D2-81E3-4B41-91A3-C301E245D5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" y="2640"/>
              <a:ext cx="1663" cy="1440"/>
              <a:chOff x="720" y="2640"/>
              <a:chExt cx="1663" cy="1440"/>
            </a:xfrm>
          </p:grpSpPr>
          <p:sp>
            <p:nvSpPr>
              <p:cNvPr id="65551" name="Text Box 21">
                <a:extLst>
                  <a:ext uri="{FF2B5EF4-FFF2-40B4-BE49-F238E27FC236}">
                    <a16:creationId xmlns:a16="http://schemas.microsoft.com/office/drawing/2014/main" id="{C7896AAA-7D5C-4932-ACBF-C199247C75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0" y="2640"/>
                <a:ext cx="619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z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0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= 0</a:t>
                </a:r>
                <a:endParaRPr kumimoji="1" lang="en-US" altLang="zh-CN" sz="2800" b="1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552" name="Text Box 22">
                <a:extLst>
                  <a:ext uri="{FF2B5EF4-FFF2-40B4-BE49-F238E27FC236}">
                    <a16:creationId xmlns:a16="http://schemas.microsoft.com/office/drawing/2014/main" id="{9081D42C-736E-4CDA-9C92-B51370837C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0" y="2909"/>
                <a:ext cx="1549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z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1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= 2</a:t>
                </a:r>
                <a:r>
                  <a:rPr kumimoji="1" lang="en-US" altLang="zh-CN" sz="2400" b="1" baseline="45000">
                    <a:latin typeface="Times New Roman" panose="02020603050405020304" pitchFamily="18" charset="0"/>
                  </a:rPr>
                  <a:t>-1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(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400" b="1" i="1" baseline="-25000">
                    <a:latin typeface="Times New Roman" panose="02020603050405020304" pitchFamily="18" charset="0"/>
                  </a:rPr>
                  <a:t>n</a:t>
                </a:r>
                <a:r>
                  <a:rPr kumimoji="1" lang="en-US" altLang="zh-CN" sz="2800" b="1" i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x</a:t>
                </a:r>
                <a:r>
                  <a:rPr kumimoji="1" lang="en-US" altLang="zh-CN" sz="28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*+</a:t>
                </a:r>
                <a:r>
                  <a:rPr kumimoji="1" lang="en-US" altLang="zh-CN" sz="2800" b="1" i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z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kumimoji="1" lang="en-US" altLang="zh-CN" sz="28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)</a:t>
                </a:r>
                <a:endParaRPr kumimoji="1" lang="en-US" altLang="zh-CN" sz="2800" b="1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553" name="Text Box 23">
                <a:extLst>
                  <a:ext uri="{FF2B5EF4-FFF2-40B4-BE49-F238E27FC236}">
                    <a16:creationId xmlns:a16="http://schemas.microsoft.com/office/drawing/2014/main" id="{BE9D6384-8CBB-4BC8-8590-C53260BF6A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0" y="3177"/>
                <a:ext cx="165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z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2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= 2</a:t>
                </a:r>
                <a:r>
                  <a:rPr kumimoji="1" lang="en-US" altLang="zh-CN" sz="2400" b="1" baseline="45000">
                    <a:latin typeface="Times New Roman" panose="02020603050405020304" pitchFamily="18" charset="0"/>
                  </a:rPr>
                  <a:t>-1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(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400" b="1" i="1" baseline="-25000">
                    <a:latin typeface="Times New Roman" panose="02020603050405020304" pitchFamily="18" charset="0"/>
                  </a:rPr>
                  <a:t>n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-1</a:t>
                </a:r>
                <a:r>
                  <a:rPr kumimoji="1" lang="en-US" altLang="zh-CN" sz="2800" b="1" i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x</a:t>
                </a:r>
                <a:r>
                  <a:rPr kumimoji="1" lang="en-US" altLang="zh-CN" sz="28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*+</a:t>
                </a:r>
                <a:r>
                  <a:rPr kumimoji="1" lang="en-US" altLang="zh-CN" sz="2800" b="1" i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z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kumimoji="1" lang="en-US" altLang="zh-CN" sz="28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)</a:t>
                </a:r>
                <a:endParaRPr kumimoji="1" lang="en-US" altLang="zh-CN" sz="2800" b="1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554" name="Text Box 24">
                <a:extLst>
                  <a:ext uri="{FF2B5EF4-FFF2-40B4-BE49-F238E27FC236}">
                    <a16:creationId xmlns:a16="http://schemas.microsoft.com/office/drawing/2014/main" id="{E4F94373-4CD4-4838-8B17-97BCC15FB9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0" y="3753"/>
                <a:ext cx="1663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z</a:t>
                </a:r>
                <a:r>
                  <a:rPr kumimoji="1" lang="en-US" altLang="zh-CN" sz="2400" b="1" i="1" baseline="-25000">
                    <a:latin typeface="Times New Roman" panose="02020603050405020304" pitchFamily="18" charset="0"/>
                  </a:rPr>
                  <a:t>n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 = 2</a:t>
                </a:r>
                <a:r>
                  <a:rPr kumimoji="1" lang="en-US" altLang="zh-CN" sz="2400" b="1" baseline="45000">
                    <a:latin typeface="Times New Roman" panose="02020603050405020304" pitchFamily="18" charset="0"/>
                  </a:rPr>
                  <a:t>-1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(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</a:rPr>
                  <a:t>1</a:t>
                </a:r>
                <a:r>
                  <a:rPr kumimoji="1" lang="en-US" altLang="zh-CN" sz="2800" b="1" i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x</a:t>
                </a:r>
                <a:r>
                  <a:rPr kumimoji="1" lang="en-US" altLang="zh-CN" sz="28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*+</a:t>
                </a:r>
                <a:r>
                  <a:rPr kumimoji="1" lang="en-US" altLang="zh-CN" sz="2800" b="1" i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z</a:t>
                </a:r>
                <a:r>
                  <a:rPr kumimoji="1" lang="en-US" altLang="zh-CN" sz="2400" b="1" i="1" baseline="-250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n</a:t>
                </a:r>
                <a:r>
                  <a:rPr kumimoji="1" lang="en-US" altLang="zh-CN" sz="2400" b="1" baseline="-250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-1</a:t>
                </a:r>
                <a:r>
                  <a:rPr kumimoji="1" lang="en-US" altLang="zh-CN" sz="28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)</a:t>
                </a:r>
                <a:endParaRPr kumimoji="1" lang="en-US" altLang="zh-CN" sz="2800" b="1" baseline="-250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65550" name="Text Box 25">
              <a:extLst>
                <a:ext uri="{FF2B5EF4-FFF2-40B4-BE49-F238E27FC236}">
                  <a16:creationId xmlns:a16="http://schemas.microsoft.com/office/drawing/2014/main" id="{8324AA45-3807-42CA-B7B3-FF3400DAAB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6" y="3523"/>
              <a:ext cx="385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62490" name="Text Box 26">
            <a:extLst>
              <a:ext uri="{FF2B5EF4-FFF2-40B4-BE49-F238E27FC236}">
                <a16:creationId xmlns:a16="http://schemas.microsoft.com/office/drawing/2014/main" id="{DC5BD463-F161-44A4-9299-272C821139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9338" y="3352800"/>
            <a:ext cx="5397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…</a:t>
            </a:r>
          </a:p>
        </p:txBody>
      </p:sp>
      <p:sp>
        <p:nvSpPr>
          <p:cNvPr id="62491" name="Text Box 27">
            <a:extLst>
              <a:ext uri="{FF2B5EF4-FFF2-40B4-BE49-F238E27FC236}">
                <a16:creationId xmlns:a16="http://schemas.microsoft.com/office/drawing/2014/main" id="{76C140B3-D95F-4DED-BC59-CE693A7B6F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5925" y="2819400"/>
            <a:ext cx="4238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solidFill>
                  <a:schemeClr val="folHlink"/>
                </a:solidFill>
                <a:latin typeface="Times New Roman" panose="02020603050405020304" pitchFamily="18" charset="0"/>
              </a:rPr>
              <a:t>z</a:t>
            </a:r>
            <a:r>
              <a:rPr kumimoji="1" lang="en-US" altLang="zh-CN" sz="2400" b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4FD66F68-56B6-41A6-826B-32757FDC8C23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62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62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490" grpId="0" autoUpdateAnimBg="0"/>
      <p:bldP spid="62491" grpId="0" autoUpdateAnimBg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Text Box 2">
            <a:extLst>
              <a:ext uri="{FF2B5EF4-FFF2-40B4-BE49-F238E27FC236}">
                <a16:creationId xmlns:a16="http://schemas.microsoft.com/office/drawing/2014/main" id="{D15C1D2A-EF95-4670-92F1-54AE3D6C06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228600"/>
            <a:ext cx="1609736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 dirty="0">
                <a:latin typeface="Times New Roman" panose="02020603050405020304" pitchFamily="18" charset="0"/>
              </a:rPr>
              <a:t>例</a:t>
            </a:r>
            <a:r>
              <a:rPr kumimoji="1" lang="en-US" altLang="zh-CN" sz="3600" b="1" dirty="0">
                <a:latin typeface="Times New Roman" panose="02020603050405020304" pitchFamily="18" charset="0"/>
              </a:rPr>
              <a:t>2.3-1</a:t>
            </a:r>
          </a:p>
        </p:txBody>
      </p:sp>
      <p:sp>
        <p:nvSpPr>
          <p:cNvPr id="63491" name="Text Box 3">
            <a:extLst>
              <a:ext uri="{FF2B5EF4-FFF2-40B4-BE49-F238E27FC236}">
                <a16:creationId xmlns:a16="http://schemas.microsoft.com/office/drawing/2014/main" id="{6D26D5B2-55B1-492A-BA4C-D752FE375B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304800"/>
            <a:ext cx="6858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已知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 0.1110   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 = 0.1101  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求</a:t>
            </a: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 </a:t>
            </a:r>
            <a:r>
              <a:rPr kumimoji="1" lang="en-US" altLang="zh-CN" sz="1400" b="1">
                <a:latin typeface="Times New Roman" panose="02020603050405020304" pitchFamily="18" charset="0"/>
                <a:cs typeface="Times New Roman" panose="02020603050405020304" pitchFamily="18" charset="0"/>
              </a:rPr>
              <a:t>•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原</a:t>
            </a:r>
          </a:p>
        </p:txBody>
      </p:sp>
      <p:sp>
        <p:nvSpPr>
          <p:cNvPr id="63492" name="Text Box 4">
            <a:extLst>
              <a:ext uri="{FF2B5EF4-FFF2-40B4-BE49-F238E27FC236}">
                <a16:creationId xmlns:a16="http://schemas.microsoft.com/office/drawing/2014/main" id="{8DAA22F4-E18D-40CA-B908-66A5C4A3B8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475" y="852488"/>
            <a:ext cx="898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解：</a:t>
            </a:r>
          </a:p>
        </p:txBody>
      </p:sp>
      <p:sp>
        <p:nvSpPr>
          <p:cNvPr id="63494" name="Text Box 6">
            <a:extLst>
              <a:ext uri="{FF2B5EF4-FFF2-40B4-BE49-F238E27FC236}">
                <a16:creationId xmlns:a16="http://schemas.microsoft.com/office/drawing/2014/main" id="{92BA8CB7-01C5-4B95-B93A-FF2819B761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852488"/>
            <a:ext cx="4267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数值部分的运算</a:t>
            </a:r>
          </a:p>
        </p:txBody>
      </p:sp>
      <p:sp>
        <p:nvSpPr>
          <p:cNvPr id="63495" name="Text Box 7">
            <a:extLst>
              <a:ext uri="{FF2B5EF4-FFF2-40B4-BE49-F238E27FC236}">
                <a16:creationId xmlns:a16="http://schemas.microsoft.com/office/drawing/2014/main" id="{0534FC1C-7917-4FBA-AA6C-07D5B4CB3A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8125" y="1600200"/>
            <a:ext cx="1606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0 . 0 0 0 0</a:t>
            </a:r>
          </a:p>
        </p:txBody>
      </p:sp>
      <p:sp>
        <p:nvSpPr>
          <p:cNvPr id="63496" name="Text Box 8">
            <a:extLst>
              <a:ext uri="{FF2B5EF4-FFF2-40B4-BE49-F238E27FC236}">
                <a16:creationId xmlns:a16="http://schemas.microsoft.com/office/drawing/2014/main" id="{7A773DF5-9C19-4A13-A1D6-D8EFC81326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8125" y="1985963"/>
            <a:ext cx="16065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0 . 1 1 1 0</a:t>
            </a:r>
          </a:p>
        </p:txBody>
      </p:sp>
      <p:sp>
        <p:nvSpPr>
          <p:cNvPr id="63497" name="Text Box 9">
            <a:extLst>
              <a:ext uri="{FF2B5EF4-FFF2-40B4-BE49-F238E27FC236}">
                <a16:creationId xmlns:a16="http://schemas.microsoft.com/office/drawing/2014/main" id="{867ED71C-6183-4D7C-A431-88C8337D4A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8125" y="2371725"/>
            <a:ext cx="1606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0 . 1 1 1 0</a:t>
            </a:r>
          </a:p>
        </p:txBody>
      </p:sp>
      <p:sp>
        <p:nvSpPr>
          <p:cNvPr id="63498" name="Text Box 10">
            <a:extLst>
              <a:ext uri="{FF2B5EF4-FFF2-40B4-BE49-F238E27FC236}">
                <a16:creationId xmlns:a16="http://schemas.microsoft.com/office/drawing/2014/main" id="{800B677F-8E3E-4E29-A928-BBF2C9EF1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8125" y="3141663"/>
            <a:ext cx="16065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0 . 0 0 0 0</a:t>
            </a:r>
          </a:p>
        </p:txBody>
      </p:sp>
      <p:sp>
        <p:nvSpPr>
          <p:cNvPr id="63499" name="Text Box 11">
            <a:extLst>
              <a:ext uri="{FF2B5EF4-FFF2-40B4-BE49-F238E27FC236}">
                <a16:creationId xmlns:a16="http://schemas.microsoft.com/office/drawing/2014/main" id="{3E0808AF-DF25-43E7-93E9-6B8DDA94BC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8125" y="4298950"/>
            <a:ext cx="1606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0 . 1 1 1 0</a:t>
            </a:r>
          </a:p>
        </p:txBody>
      </p:sp>
      <p:sp>
        <p:nvSpPr>
          <p:cNvPr id="63500" name="Text Box 12">
            <a:extLst>
              <a:ext uri="{FF2B5EF4-FFF2-40B4-BE49-F238E27FC236}">
                <a16:creationId xmlns:a16="http://schemas.microsoft.com/office/drawing/2014/main" id="{B8D6D63F-4FB3-4F6F-B72D-BAAB5FE62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8125" y="5454650"/>
            <a:ext cx="1606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0 . 1 1 1 0</a:t>
            </a:r>
          </a:p>
        </p:txBody>
      </p:sp>
      <p:sp>
        <p:nvSpPr>
          <p:cNvPr id="63501" name="Text Box 13">
            <a:extLst>
              <a:ext uri="{FF2B5EF4-FFF2-40B4-BE49-F238E27FC236}">
                <a16:creationId xmlns:a16="http://schemas.microsoft.com/office/drawing/2014/main" id="{2AC2C216-2C59-42BB-9DCF-1AB44F283C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5000" y="1549400"/>
            <a:ext cx="2673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部分积  初态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z</a:t>
            </a:r>
            <a:r>
              <a:rPr kumimoji="1" lang="en-US" altLang="zh-CN" sz="2800" b="1" baseline="-25000">
                <a:latin typeface="Times New Roman" panose="02020603050405020304" pitchFamily="18" charset="0"/>
              </a:rPr>
              <a:t>0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= 0</a:t>
            </a:r>
          </a:p>
        </p:txBody>
      </p:sp>
      <p:grpSp>
        <p:nvGrpSpPr>
          <p:cNvPr id="2" name="Group 14">
            <a:extLst>
              <a:ext uri="{FF2B5EF4-FFF2-40B4-BE49-F238E27FC236}">
                <a16:creationId xmlns:a16="http://schemas.microsoft.com/office/drawing/2014/main" id="{AD16DFBB-3609-4F83-9BE7-D6D572F20637}"/>
              </a:ext>
            </a:extLst>
          </p:cNvPr>
          <p:cNvGrpSpPr>
            <a:grpSpLocks/>
          </p:cNvGrpSpPr>
          <p:nvPr/>
        </p:nvGrpSpPr>
        <p:grpSpPr bwMode="auto">
          <a:xfrm>
            <a:off x="1066800" y="1066800"/>
            <a:ext cx="7620000" cy="5767388"/>
            <a:chOff x="672" y="672"/>
            <a:chExt cx="4896" cy="3633"/>
          </a:xfrm>
        </p:grpSpPr>
        <p:sp>
          <p:nvSpPr>
            <p:cNvPr id="66628" name="Line 15">
              <a:extLst>
                <a:ext uri="{FF2B5EF4-FFF2-40B4-BE49-F238E27FC236}">
                  <a16:creationId xmlns:a16="http://schemas.microsoft.com/office/drawing/2014/main" id="{DD5DCE86-1703-4390-A1F7-A91C96DE80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" y="1008"/>
              <a:ext cx="48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66629" name="Group 16">
              <a:extLst>
                <a:ext uri="{FF2B5EF4-FFF2-40B4-BE49-F238E27FC236}">
                  <a16:creationId xmlns:a16="http://schemas.microsoft.com/office/drawing/2014/main" id="{85869ABD-FF57-4F26-8C56-C065D1D04F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" y="672"/>
              <a:ext cx="3790" cy="3633"/>
              <a:chOff x="912" y="672"/>
              <a:chExt cx="3790" cy="3633"/>
            </a:xfrm>
          </p:grpSpPr>
          <p:sp>
            <p:nvSpPr>
              <p:cNvPr id="66630" name="Text Box 17">
                <a:extLst>
                  <a:ext uri="{FF2B5EF4-FFF2-40B4-BE49-F238E27FC236}">
                    <a16:creationId xmlns:a16="http://schemas.microsoft.com/office/drawing/2014/main" id="{8E1E310D-D4D8-4539-B214-ACC633EABD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12" y="713"/>
                <a:ext cx="379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   </a:t>
                </a:r>
                <a:r>
                  <a:rPr kumimoji="1" lang="zh-CN" altLang="en-US" sz="2400" b="1">
                    <a:latin typeface="Times New Roman" panose="02020603050405020304" pitchFamily="18" charset="0"/>
                  </a:rPr>
                  <a:t>部 分 积                乘 数                        说 明</a:t>
                </a:r>
              </a:p>
            </p:txBody>
          </p:sp>
          <p:sp>
            <p:nvSpPr>
              <p:cNvPr id="66631" name="Line 18">
                <a:extLst>
                  <a:ext uri="{FF2B5EF4-FFF2-40B4-BE49-F238E27FC236}">
                    <a16:creationId xmlns:a16="http://schemas.microsoft.com/office/drawing/2014/main" id="{0DD21E66-C295-4398-8935-15AB84FA56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12" y="672"/>
                <a:ext cx="0" cy="363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32" name="Line 19">
                <a:extLst>
                  <a:ext uri="{FF2B5EF4-FFF2-40B4-BE49-F238E27FC236}">
                    <a16:creationId xmlns:a16="http://schemas.microsoft.com/office/drawing/2014/main" id="{88B59422-3ED3-4C7E-90C6-5E2645D23A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672"/>
                <a:ext cx="0" cy="363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63508" name="Line 20">
            <a:extLst>
              <a:ext uri="{FF2B5EF4-FFF2-40B4-BE49-F238E27FC236}">
                <a16:creationId xmlns:a16="http://schemas.microsoft.com/office/drawing/2014/main" id="{0DDDFEAF-1460-4519-B574-05B25867704A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6800" y="2414588"/>
            <a:ext cx="77724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63509" name="Line 21">
            <a:extLst>
              <a:ext uri="{FF2B5EF4-FFF2-40B4-BE49-F238E27FC236}">
                <a16:creationId xmlns:a16="http://schemas.microsoft.com/office/drawing/2014/main" id="{71D45A94-F941-4846-8559-7E056E3C8CE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6800" y="3573463"/>
            <a:ext cx="77724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63510" name="Line 22">
            <a:extLst>
              <a:ext uri="{FF2B5EF4-FFF2-40B4-BE49-F238E27FC236}">
                <a16:creationId xmlns:a16="http://schemas.microsoft.com/office/drawing/2014/main" id="{FCB69BAC-7B6E-452E-B017-47EAEAB2F792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6800" y="4724400"/>
            <a:ext cx="77724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63511" name="Line 23">
            <a:extLst>
              <a:ext uri="{FF2B5EF4-FFF2-40B4-BE49-F238E27FC236}">
                <a16:creationId xmlns:a16="http://schemas.microsoft.com/office/drawing/2014/main" id="{64D49D0D-EE5E-460D-8D09-01DF14CD92D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6800" y="5876925"/>
            <a:ext cx="77724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5" name="Group 24">
            <a:extLst>
              <a:ext uri="{FF2B5EF4-FFF2-40B4-BE49-F238E27FC236}">
                <a16:creationId xmlns:a16="http://schemas.microsoft.com/office/drawing/2014/main" id="{0741155D-1393-4225-B836-4BF45C03BEE8}"/>
              </a:ext>
            </a:extLst>
          </p:cNvPr>
          <p:cNvGrpSpPr>
            <a:grpSpLocks/>
          </p:cNvGrpSpPr>
          <p:nvPr/>
        </p:nvGrpSpPr>
        <p:grpSpPr bwMode="auto">
          <a:xfrm>
            <a:off x="1508125" y="3527425"/>
            <a:ext cx="2644775" cy="519113"/>
            <a:chOff x="950" y="2222"/>
            <a:chExt cx="1666" cy="327"/>
          </a:xfrm>
        </p:grpSpPr>
        <p:sp>
          <p:nvSpPr>
            <p:cNvPr id="66626" name="Text Box 25">
              <a:extLst>
                <a:ext uri="{FF2B5EF4-FFF2-40B4-BE49-F238E27FC236}">
                  <a16:creationId xmlns:a16="http://schemas.microsoft.com/office/drawing/2014/main" id="{5DC9CA98-3FF7-444A-A3E0-3DB5CA8A39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0" y="2222"/>
              <a:ext cx="101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0 . 0 1 1 1</a:t>
              </a:r>
            </a:p>
          </p:txBody>
        </p:sp>
        <p:sp>
          <p:nvSpPr>
            <p:cNvPr id="66627" name="Text Box 26">
              <a:extLst>
                <a:ext uri="{FF2B5EF4-FFF2-40B4-BE49-F238E27FC236}">
                  <a16:creationId xmlns:a16="http://schemas.microsoft.com/office/drawing/2014/main" id="{3F1B916D-7B29-4A28-A23F-905C55AADD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" y="2222"/>
              <a:ext cx="22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6" name="Group 27">
            <a:extLst>
              <a:ext uri="{FF2B5EF4-FFF2-40B4-BE49-F238E27FC236}">
                <a16:creationId xmlns:a16="http://schemas.microsoft.com/office/drawing/2014/main" id="{9856FF7C-DD97-4F3F-AF35-4828B7D113EC}"/>
              </a:ext>
            </a:extLst>
          </p:cNvPr>
          <p:cNvGrpSpPr>
            <a:grpSpLocks/>
          </p:cNvGrpSpPr>
          <p:nvPr/>
        </p:nvGrpSpPr>
        <p:grpSpPr bwMode="auto">
          <a:xfrm>
            <a:off x="1524000" y="4648200"/>
            <a:ext cx="2911475" cy="519113"/>
            <a:chOff x="950" y="2950"/>
            <a:chExt cx="1834" cy="327"/>
          </a:xfrm>
        </p:grpSpPr>
        <p:sp>
          <p:nvSpPr>
            <p:cNvPr id="66624" name="Text Box 28">
              <a:extLst>
                <a:ext uri="{FF2B5EF4-FFF2-40B4-BE49-F238E27FC236}">
                  <a16:creationId xmlns:a16="http://schemas.microsoft.com/office/drawing/2014/main" id="{27A68BBB-3936-4C97-97E8-03622EF034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0" y="2950"/>
              <a:ext cx="101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1 . 0 0 0 1</a:t>
              </a:r>
            </a:p>
          </p:txBody>
        </p:sp>
        <p:sp>
          <p:nvSpPr>
            <p:cNvPr id="66625" name="Text Box 29">
              <a:extLst>
                <a:ext uri="{FF2B5EF4-FFF2-40B4-BE49-F238E27FC236}">
                  <a16:creationId xmlns:a16="http://schemas.microsoft.com/office/drawing/2014/main" id="{2D6222E7-CF64-4291-9987-B08FAB99A2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" y="2950"/>
              <a:ext cx="39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1 0</a:t>
              </a:r>
            </a:p>
          </p:txBody>
        </p:sp>
      </p:grpSp>
      <p:grpSp>
        <p:nvGrpSpPr>
          <p:cNvPr id="7" name="Group 30">
            <a:extLst>
              <a:ext uri="{FF2B5EF4-FFF2-40B4-BE49-F238E27FC236}">
                <a16:creationId xmlns:a16="http://schemas.microsoft.com/office/drawing/2014/main" id="{1861C299-1B02-4783-9819-C1F946B5E0CA}"/>
              </a:ext>
            </a:extLst>
          </p:cNvPr>
          <p:cNvGrpSpPr>
            <a:grpSpLocks/>
          </p:cNvGrpSpPr>
          <p:nvPr/>
        </p:nvGrpSpPr>
        <p:grpSpPr bwMode="auto">
          <a:xfrm>
            <a:off x="1508125" y="5840413"/>
            <a:ext cx="3178175" cy="519112"/>
            <a:chOff x="950" y="3679"/>
            <a:chExt cx="2002" cy="327"/>
          </a:xfrm>
        </p:grpSpPr>
        <p:sp>
          <p:nvSpPr>
            <p:cNvPr id="66622" name="Text Box 31">
              <a:extLst>
                <a:ext uri="{FF2B5EF4-FFF2-40B4-BE49-F238E27FC236}">
                  <a16:creationId xmlns:a16="http://schemas.microsoft.com/office/drawing/2014/main" id="{239DBE11-9483-465B-8D30-6ECA17B10C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0" y="3679"/>
              <a:ext cx="101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1 . 0 1 1 0</a:t>
              </a:r>
            </a:p>
          </p:txBody>
        </p:sp>
        <p:sp>
          <p:nvSpPr>
            <p:cNvPr id="66623" name="Text Box 32">
              <a:extLst>
                <a:ext uri="{FF2B5EF4-FFF2-40B4-BE49-F238E27FC236}">
                  <a16:creationId xmlns:a16="http://schemas.microsoft.com/office/drawing/2014/main" id="{BB2C8DF6-A95C-48EB-8CFB-B6C4AF2A49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" y="3679"/>
              <a:ext cx="56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1 1 0</a:t>
              </a:r>
            </a:p>
          </p:txBody>
        </p:sp>
      </p:grpSp>
      <p:grpSp>
        <p:nvGrpSpPr>
          <p:cNvPr id="8" name="Group 33">
            <a:extLst>
              <a:ext uri="{FF2B5EF4-FFF2-40B4-BE49-F238E27FC236}">
                <a16:creationId xmlns:a16="http://schemas.microsoft.com/office/drawing/2014/main" id="{400909A5-DBE0-4FAB-88F9-B1AC80C230FF}"/>
              </a:ext>
            </a:extLst>
          </p:cNvPr>
          <p:cNvGrpSpPr>
            <a:grpSpLocks/>
          </p:cNvGrpSpPr>
          <p:nvPr/>
        </p:nvGrpSpPr>
        <p:grpSpPr bwMode="auto">
          <a:xfrm>
            <a:off x="1508125" y="6186488"/>
            <a:ext cx="6280150" cy="557212"/>
            <a:chOff x="950" y="3897"/>
            <a:chExt cx="3956" cy="351"/>
          </a:xfrm>
        </p:grpSpPr>
        <p:sp>
          <p:nvSpPr>
            <p:cNvPr id="66617" name="Text Box 34">
              <a:extLst>
                <a:ext uri="{FF2B5EF4-FFF2-40B4-BE49-F238E27FC236}">
                  <a16:creationId xmlns:a16="http://schemas.microsoft.com/office/drawing/2014/main" id="{334257F7-4996-4C74-8452-E7985BF1EE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0" y="3921"/>
              <a:ext cx="101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0 . 1 0 1 1</a:t>
              </a:r>
            </a:p>
          </p:txBody>
        </p:sp>
        <p:sp>
          <p:nvSpPr>
            <p:cNvPr id="66618" name="Text Box 35">
              <a:extLst>
                <a:ext uri="{FF2B5EF4-FFF2-40B4-BE49-F238E27FC236}">
                  <a16:creationId xmlns:a16="http://schemas.microsoft.com/office/drawing/2014/main" id="{EFFD1B35-E337-4151-B134-063173E4B5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" y="3921"/>
              <a:ext cx="73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0 1 1 0</a:t>
              </a:r>
            </a:p>
          </p:txBody>
        </p:sp>
        <p:grpSp>
          <p:nvGrpSpPr>
            <p:cNvPr id="66619" name="Group 36">
              <a:extLst>
                <a:ext uri="{FF2B5EF4-FFF2-40B4-BE49-F238E27FC236}">
                  <a16:creationId xmlns:a16="http://schemas.microsoft.com/office/drawing/2014/main" id="{EBA1820E-7126-4235-8DB6-E7CA2155B6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5" y="3897"/>
              <a:ext cx="1101" cy="327"/>
              <a:chOff x="3805" y="3897"/>
              <a:chExt cx="1101" cy="327"/>
            </a:xfrm>
          </p:grpSpPr>
          <p:sp>
            <p:nvSpPr>
              <p:cNvPr id="66620" name="Text Box 37">
                <a:extLst>
                  <a:ext uri="{FF2B5EF4-FFF2-40B4-BE49-F238E27FC236}">
                    <a16:creationId xmlns:a16="http://schemas.microsoft.com/office/drawing/2014/main" id="{E57C81C7-5631-41DC-B206-794E2389FD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41" y="3897"/>
                <a:ext cx="865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kumimoji="1" lang="zh-CN" altLang="en-US" sz="2800" b="1">
                    <a:latin typeface="Times New Roman" panose="02020603050405020304" pitchFamily="18" charset="0"/>
                  </a:rPr>
                  <a:t>，</a:t>
                </a:r>
                <a:r>
                  <a:rPr kumimoji="1" lang="zh-CN" altLang="en-US" sz="2400" b="1">
                    <a:latin typeface="Times New Roman" panose="02020603050405020304" pitchFamily="18" charset="0"/>
                  </a:rPr>
                  <a:t>得</a:t>
                </a:r>
                <a:r>
                  <a:rPr kumimoji="1" lang="zh-CN" altLang="en-US" sz="2800" b="1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z</a:t>
                </a:r>
                <a:r>
                  <a:rPr kumimoji="1" lang="en-US" altLang="zh-CN" sz="2800" b="1" baseline="-25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66621" name="Line 38">
                <a:extLst>
                  <a:ext uri="{FF2B5EF4-FFF2-40B4-BE49-F238E27FC236}">
                    <a16:creationId xmlns:a16="http://schemas.microsoft.com/office/drawing/2014/main" id="{27D073D8-B8FB-4C19-BC72-B1B3C91685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05" y="4047"/>
                <a:ext cx="247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63527" name="AutoShape 39">
            <a:extLst>
              <a:ext uri="{FF2B5EF4-FFF2-40B4-BE49-F238E27FC236}">
                <a16:creationId xmlns:a16="http://schemas.microsoft.com/office/drawing/2014/main" id="{7FC538F7-5EA1-4599-A62A-B6C0946967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50" y="4972050"/>
            <a:ext cx="1317625" cy="450850"/>
          </a:xfrm>
          <a:prstGeom prst="wedgeRoundRectCallout">
            <a:avLst>
              <a:gd name="adj1" fmla="val 58681"/>
              <a:gd name="adj2" fmla="val 31250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逻辑右移</a:t>
            </a:r>
          </a:p>
        </p:txBody>
      </p:sp>
      <p:sp>
        <p:nvSpPr>
          <p:cNvPr id="63528" name="Text Box 40">
            <a:extLst>
              <a:ext uri="{FF2B5EF4-FFF2-40B4-BE49-F238E27FC236}">
                <a16:creationId xmlns:a16="http://schemas.microsoft.com/office/drawing/2014/main" id="{F20F2A5E-BD71-4C7F-8159-9E37AFDA8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0" y="1600200"/>
            <a:ext cx="11620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1 1 0 1</a:t>
            </a:r>
          </a:p>
        </p:txBody>
      </p:sp>
      <p:sp>
        <p:nvSpPr>
          <p:cNvPr id="63529" name="Text Box 41">
            <a:extLst>
              <a:ext uri="{FF2B5EF4-FFF2-40B4-BE49-F238E27FC236}">
                <a16:creationId xmlns:a16="http://schemas.microsoft.com/office/drawing/2014/main" id="{32B36213-C230-4B77-B481-78A2242FD7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5338" y="1828800"/>
            <a:ext cx="387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=</a:t>
            </a:r>
          </a:p>
        </p:txBody>
      </p:sp>
      <p:grpSp>
        <p:nvGrpSpPr>
          <p:cNvPr id="11" name="Group 42">
            <a:extLst>
              <a:ext uri="{FF2B5EF4-FFF2-40B4-BE49-F238E27FC236}">
                <a16:creationId xmlns:a16="http://schemas.microsoft.com/office/drawing/2014/main" id="{40977FA7-E7CF-4957-A919-0373200C7218}"/>
              </a:ext>
            </a:extLst>
          </p:cNvPr>
          <p:cNvGrpSpPr>
            <a:grpSpLocks/>
          </p:cNvGrpSpPr>
          <p:nvPr/>
        </p:nvGrpSpPr>
        <p:grpSpPr bwMode="auto">
          <a:xfrm>
            <a:off x="1508125" y="2757488"/>
            <a:ext cx="6230938" cy="519112"/>
            <a:chOff x="950" y="1737"/>
            <a:chExt cx="3925" cy="327"/>
          </a:xfrm>
        </p:grpSpPr>
        <p:sp>
          <p:nvSpPr>
            <p:cNvPr id="66612" name="Text Box 43">
              <a:extLst>
                <a:ext uri="{FF2B5EF4-FFF2-40B4-BE49-F238E27FC236}">
                  <a16:creationId xmlns:a16="http://schemas.microsoft.com/office/drawing/2014/main" id="{DA7CC02F-43C0-420B-8FBA-BEF3E9A845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0" y="1737"/>
              <a:ext cx="101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0 . 0 1 1 1</a:t>
              </a:r>
            </a:p>
          </p:txBody>
        </p:sp>
        <p:grpSp>
          <p:nvGrpSpPr>
            <p:cNvPr id="66613" name="Group 44">
              <a:extLst>
                <a:ext uri="{FF2B5EF4-FFF2-40B4-BE49-F238E27FC236}">
                  <a16:creationId xmlns:a16="http://schemas.microsoft.com/office/drawing/2014/main" id="{04E78DF7-45F5-4675-8AF9-5B7843D4CA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8" y="1737"/>
              <a:ext cx="2487" cy="327"/>
              <a:chOff x="2388" y="1737"/>
              <a:chExt cx="2487" cy="327"/>
            </a:xfrm>
          </p:grpSpPr>
          <p:sp>
            <p:nvSpPr>
              <p:cNvPr id="66614" name="Text Box 45">
                <a:extLst>
                  <a:ext uri="{FF2B5EF4-FFF2-40B4-BE49-F238E27FC236}">
                    <a16:creationId xmlns:a16="http://schemas.microsoft.com/office/drawing/2014/main" id="{1E0CA987-C6F3-486E-B58A-C28EBC0C05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10" y="1737"/>
                <a:ext cx="865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kumimoji="1" lang="zh-CN" altLang="en-US" sz="2800" b="1">
                    <a:latin typeface="Times New Roman" panose="02020603050405020304" pitchFamily="18" charset="0"/>
                  </a:rPr>
                  <a:t>，</a:t>
                </a:r>
                <a:r>
                  <a:rPr kumimoji="1" lang="zh-CN" altLang="en-US" sz="2400" b="1">
                    <a:latin typeface="Times New Roman" panose="02020603050405020304" pitchFamily="18" charset="0"/>
                  </a:rPr>
                  <a:t>得</a:t>
                </a:r>
                <a:r>
                  <a:rPr kumimoji="1" lang="zh-CN" altLang="en-US" sz="2800" b="1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800" b="1" i="1">
                    <a:latin typeface="Times New Roman" panose="02020603050405020304" pitchFamily="18" charset="0"/>
                  </a:rPr>
                  <a:t>z</a:t>
                </a:r>
                <a:r>
                  <a:rPr kumimoji="1" lang="en-US" altLang="zh-CN" sz="2800" b="1" baseline="-25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66615" name="Line 46">
                <a:extLst>
                  <a:ext uri="{FF2B5EF4-FFF2-40B4-BE49-F238E27FC236}">
                    <a16:creationId xmlns:a16="http://schemas.microsoft.com/office/drawing/2014/main" id="{5CD7FB91-1880-47A3-9713-A87306A2BC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2" y="1887"/>
                <a:ext cx="247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66616" name="Text Box 47">
                <a:extLst>
                  <a:ext uri="{FF2B5EF4-FFF2-40B4-BE49-F238E27FC236}">
                    <a16:creationId xmlns:a16="http://schemas.microsoft.com/office/drawing/2014/main" id="{9A5766B7-FCD8-4106-8526-4D9EA60FDC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8" y="1737"/>
                <a:ext cx="732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latin typeface="Times New Roman" panose="02020603050405020304" pitchFamily="18" charset="0"/>
                  </a:rPr>
                  <a:t>0 </a:t>
                </a: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1 1 0</a:t>
                </a:r>
              </a:p>
            </p:txBody>
          </p:sp>
        </p:grpSp>
      </p:grpSp>
      <p:sp>
        <p:nvSpPr>
          <p:cNvPr id="63536" name="Text Box 48">
            <a:extLst>
              <a:ext uri="{FF2B5EF4-FFF2-40B4-BE49-F238E27FC236}">
                <a16:creationId xmlns:a16="http://schemas.microsoft.com/office/drawing/2014/main" id="{87FE1B99-6F9D-4861-A597-EA387BDD7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5338" y="2986088"/>
            <a:ext cx="3873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=</a:t>
            </a:r>
          </a:p>
        </p:txBody>
      </p:sp>
      <p:grpSp>
        <p:nvGrpSpPr>
          <p:cNvPr id="24" name="Group 49">
            <a:extLst>
              <a:ext uri="{FF2B5EF4-FFF2-40B4-BE49-F238E27FC236}">
                <a16:creationId xmlns:a16="http://schemas.microsoft.com/office/drawing/2014/main" id="{5DD77413-99F9-41EE-B248-BD91BA3594F9}"/>
              </a:ext>
            </a:extLst>
          </p:cNvPr>
          <p:cNvGrpSpPr>
            <a:grpSpLocks/>
          </p:cNvGrpSpPr>
          <p:nvPr/>
        </p:nvGrpSpPr>
        <p:grpSpPr bwMode="auto">
          <a:xfrm>
            <a:off x="1508125" y="3913188"/>
            <a:ext cx="6230938" cy="568325"/>
            <a:chOff x="950" y="2465"/>
            <a:chExt cx="3925" cy="358"/>
          </a:xfrm>
        </p:grpSpPr>
        <p:sp>
          <p:nvSpPr>
            <p:cNvPr id="66608" name="Text Box 50">
              <a:extLst>
                <a:ext uri="{FF2B5EF4-FFF2-40B4-BE49-F238E27FC236}">
                  <a16:creationId xmlns:a16="http://schemas.microsoft.com/office/drawing/2014/main" id="{27CCD5BC-9B0F-4A4E-88D8-97F3B392D2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0" y="2465"/>
              <a:ext cx="101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0 . 0 0 1 1</a:t>
              </a:r>
            </a:p>
          </p:txBody>
        </p:sp>
        <p:sp>
          <p:nvSpPr>
            <p:cNvPr id="66609" name="Text Box 51">
              <a:extLst>
                <a:ext uri="{FF2B5EF4-FFF2-40B4-BE49-F238E27FC236}">
                  <a16:creationId xmlns:a16="http://schemas.microsoft.com/office/drawing/2014/main" id="{092E4B50-3587-4B08-BACC-558A690F58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0" y="2496"/>
              <a:ext cx="86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，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得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z</a:t>
              </a:r>
              <a:r>
                <a:rPr kumimoji="1" lang="en-US" altLang="zh-CN" sz="2800" b="1" baseline="-25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66610" name="Line 52">
              <a:extLst>
                <a:ext uri="{FF2B5EF4-FFF2-40B4-BE49-F238E27FC236}">
                  <a16:creationId xmlns:a16="http://schemas.microsoft.com/office/drawing/2014/main" id="{3466FD1F-5545-44F7-82F5-383D93F11A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2646"/>
              <a:ext cx="247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6611" name="Text Box 53">
              <a:extLst>
                <a:ext uri="{FF2B5EF4-FFF2-40B4-BE49-F238E27FC236}">
                  <a16:creationId xmlns:a16="http://schemas.microsoft.com/office/drawing/2014/main" id="{C31D2AA4-1115-4595-88DB-2DB39BE474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" y="2465"/>
              <a:ext cx="73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1 0 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1 1</a:t>
              </a:r>
            </a:p>
          </p:txBody>
        </p:sp>
      </p:grpSp>
      <p:sp>
        <p:nvSpPr>
          <p:cNvPr id="63542" name="Text Box 54">
            <a:extLst>
              <a:ext uri="{FF2B5EF4-FFF2-40B4-BE49-F238E27FC236}">
                <a16:creationId xmlns:a16="http://schemas.microsoft.com/office/drawing/2014/main" id="{7DBC4E8A-33B6-445D-AA0B-04DA078D10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5338" y="4129088"/>
            <a:ext cx="3873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=</a:t>
            </a:r>
          </a:p>
        </p:txBody>
      </p:sp>
      <p:grpSp>
        <p:nvGrpSpPr>
          <p:cNvPr id="25" name="Group 55">
            <a:extLst>
              <a:ext uri="{FF2B5EF4-FFF2-40B4-BE49-F238E27FC236}">
                <a16:creationId xmlns:a16="http://schemas.microsoft.com/office/drawing/2014/main" id="{33AACA1B-1483-4396-99C2-B5CD0524F50E}"/>
              </a:ext>
            </a:extLst>
          </p:cNvPr>
          <p:cNvGrpSpPr>
            <a:grpSpLocks/>
          </p:cNvGrpSpPr>
          <p:nvPr/>
        </p:nvGrpSpPr>
        <p:grpSpPr bwMode="auto">
          <a:xfrm>
            <a:off x="1508125" y="5068888"/>
            <a:ext cx="6280150" cy="569912"/>
            <a:chOff x="950" y="3193"/>
            <a:chExt cx="3956" cy="359"/>
          </a:xfrm>
        </p:grpSpPr>
        <p:sp>
          <p:nvSpPr>
            <p:cNvPr id="66604" name="Text Box 56">
              <a:extLst>
                <a:ext uri="{FF2B5EF4-FFF2-40B4-BE49-F238E27FC236}">
                  <a16:creationId xmlns:a16="http://schemas.microsoft.com/office/drawing/2014/main" id="{3573073D-D88A-472E-BF50-99698E40D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0" y="3193"/>
              <a:ext cx="101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0 . 1 0 0 0</a:t>
              </a:r>
            </a:p>
          </p:txBody>
        </p:sp>
        <p:sp>
          <p:nvSpPr>
            <p:cNvPr id="66605" name="Text Box 57">
              <a:extLst>
                <a:ext uri="{FF2B5EF4-FFF2-40B4-BE49-F238E27FC236}">
                  <a16:creationId xmlns:a16="http://schemas.microsoft.com/office/drawing/2014/main" id="{7C81EEEA-5FBA-4DEC-9F60-50C45FFED9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41" y="3225"/>
              <a:ext cx="86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，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得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z</a:t>
              </a:r>
              <a:r>
                <a:rPr kumimoji="1" lang="en-US" altLang="zh-CN" sz="2800" b="1" baseline="-25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66606" name="Line 58">
              <a:extLst>
                <a:ext uri="{FF2B5EF4-FFF2-40B4-BE49-F238E27FC236}">
                  <a16:creationId xmlns:a16="http://schemas.microsoft.com/office/drawing/2014/main" id="{9FE1E383-412A-4A2F-8DFB-6026282373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5" y="3375"/>
              <a:ext cx="247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66607" name="Text Box 59">
              <a:extLst>
                <a:ext uri="{FF2B5EF4-FFF2-40B4-BE49-F238E27FC236}">
                  <a16:creationId xmlns:a16="http://schemas.microsoft.com/office/drawing/2014/main" id="{C348DC25-618B-4CF0-95B2-3C50BD5B6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" y="3193"/>
              <a:ext cx="73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1 1 0 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63548" name="Text Box 60">
            <a:extLst>
              <a:ext uri="{FF2B5EF4-FFF2-40B4-BE49-F238E27FC236}">
                <a16:creationId xmlns:a16="http://schemas.microsoft.com/office/drawing/2014/main" id="{8711701E-25EE-4DC8-AF89-CED8D1ED4B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5338" y="5272088"/>
            <a:ext cx="3873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=</a:t>
            </a:r>
          </a:p>
        </p:txBody>
      </p:sp>
      <p:sp>
        <p:nvSpPr>
          <p:cNvPr id="63549" name="AutoShape 61">
            <a:extLst>
              <a:ext uri="{FF2B5EF4-FFF2-40B4-BE49-F238E27FC236}">
                <a16:creationId xmlns:a16="http://schemas.microsoft.com/office/drawing/2014/main" id="{2386390B-9F82-44ED-9DE3-3579C81E5C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50" y="3808413"/>
            <a:ext cx="1317625" cy="450850"/>
          </a:xfrm>
          <a:prstGeom prst="wedgeRoundRectCallout">
            <a:avLst>
              <a:gd name="adj1" fmla="val 58681"/>
              <a:gd name="adj2" fmla="val 31250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逻辑右移</a:t>
            </a:r>
          </a:p>
        </p:txBody>
      </p:sp>
      <p:sp>
        <p:nvSpPr>
          <p:cNvPr id="63550" name="AutoShape 62">
            <a:extLst>
              <a:ext uri="{FF2B5EF4-FFF2-40B4-BE49-F238E27FC236}">
                <a16:creationId xmlns:a16="http://schemas.microsoft.com/office/drawing/2014/main" id="{CD95A983-B697-4406-8AD7-6FBA44B510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50" y="2670175"/>
            <a:ext cx="1317625" cy="450850"/>
          </a:xfrm>
          <a:prstGeom prst="wedgeRoundRectCallout">
            <a:avLst>
              <a:gd name="adj1" fmla="val 58681"/>
              <a:gd name="adj2" fmla="val 31250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逻辑右移</a:t>
            </a:r>
          </a:p>
        </p:txBody>
      </p:sp>
      <p:sp>
        <p:nvSpPr>
          <p:cNvPr id="63551" name="AutoShape 63">
            <a:extLst>
              <a:ext uri="{FF2B5EF4-FFF2-40B4-BE49-F238E27FC236}">
                <a16:creationId xmlns:a16="http://schemas.microsoft.com/office/drawing/2014/main" id="{7AF3C035-739C-4B5A-9547-C0C1E4A312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50" y="6127750"/>
            <a:ext cx="1317625" cy="450850"/>
          </a:xfrm>
          <a:prstGeom prst="wedgeRoundRectCallout">
            <a:avLst>
              <a:gd name="adj1" fmla="val 58681"/>
              <a:gd name="adj2" fmla="val 31250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逻辑右移</a:t>
            </a:r>
          </a:p>
        </p:txBody>
      </p:sp>
      <p:sp>
        <p:nvSpPr>
          <p:cNvPr id="63553" name="Text Box 65">
            <a:extLst>
              <a:ext uri="{FF2B5EF4-FFF2-40B4-BE49-F238E27FC236}">
                <a16:creationId xmlns:a16="http://schemas.microsoft.com/office/drawing/2014/main" id="{A1D40060-86DE-477C-8769-863565773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7450" y="1989138"/>
            <a:ext cx="43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宋体" panose="02010600030101010101" pitchFamily="2" charset="-122"/>
              </a:rPr>
              <a:t>+</a:t>
            </a:r>
          </a:p>
        </p:txBody>
      </p:sp>
      <p:sp>
        <p:nvSpPr>
          <p:cNvPr id="63554" name="Text Box 66">
            <a:extLst>
              <a:ext uri="{FF2B5EF4-FFF2-40B4-BE49-F238E27FC236}">
                <a16:creationId xmlns:a16="http://schemas.microsoft.com/office/drawing/2014/main" id="{4B3ADFC8-02DC-45E8-8AF1-A2B131303C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7450" y="3141663"/>
            <a:ext cx="43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宋体" panose="02010600030101010101" pitchFamily="2" charset="-122"/>
              </a:rPr>
              <a:t>+</a:t>
            </a:r>
          </a:p>
        </p:txBody>
      </p:sp>
      <p:sp>
        <p:nvSpPr>
          <p:cNvPr id="63555" name="Text Box 67">
            <a:extLst>
              <a:ext uri="{FF2B5EF4-FFF2-40B4-BE49-F238E27FC236}">
                <a16:creationId xmlns:a16="http://schemas.microsoft.com/office/drawing/2014/main" id="{B31C2018-1285-4D34-B04B-17D0E834F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7450" y="4292600"/>
            <a:ext cx="43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宋体" panose="02010600030101010101" pitchFamily="2" charset="-122"/>
              </a:rPr>
              <a:t>+</a:t>
            </a:r>
          </a:p>
        </p:txBody>
      </p:sp>
      <p:sp>
        <p:nvSpPr>
          <p:cNvPr id="63556" name="Text Box 68">
            <a:extLst>
              <a:ext uri="{FF2B5EF4-FFF2-40B4-BE49-F238E27FC236}">
                <a16:creationId xmlns:a16="http://schemas.microsoft.com/office/drawing/2014/main" id="{AB2E4F46-7D27-4FD5-907F-6CC64E2823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7450" y="5445125"/>
            <a:ext cx="43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宋体" panose="02010600030101010101" pitchFamily="2" charset="-122"/>
              </a:rPr>
              <a:t>+</a:t>
            </a:r>
          </a:p>
        </p:txBody>
      </p:sp>
      <p:sp>
        <p:nvSpPr>
          <p:cNvPr id="63557" name="Text Box 69">
            <a:extLst>
              <a:ext uri="{FF2B5EF4-FFF2-40B4-BE49-F238E27FC236}">
                <a16:creationId xmlns:a16="http://schemas.microsoft.com/office/drawing/2014/main" id="{647E8718-325E-44F5-9CF7-0BAAEDE008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5825" y="1995488"/>
            <a:ext cx="2378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+ 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63558" name="Text Box 70">
            <a:extLst>
              <a:ext uri="{FF2B5EF4-FFF2-40B4-BE49-F238E27FC236}">
                <a16:creationId xmlns:a16="http://schemas.microsoft.com/office/drawing/2014/main" id="{F44A1F8E-3FC9-44DD-BDF8-A7D9478A90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5825" y="3125788"/>
            <a:ext cx="2378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+ 0</a:t>
            </a:r>
          </a:p>
        </p:txBody>
      </p:sp>
      <p:sp>
        <p:nvSpPr>
          <p:cNvPr id="63559" name="Text Box 71">
            <a:extLst>
              <a:ext uri="{FF2B5EF4-FFF2-40B4-BE49-F238E27FC236}">
                <a16:creationId xmlns:a16="http://schemas.microsoft.com/office/drawing/2014/main" id="{C7DA5FAC-8E97-491F-990B-359B41DB1E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5825" y="4292600"/>
            <a:ext cx="2378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+ 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63560" name="Text Box 72">
            <a:extLst>
              <a:ext uri="{FF2B5EF4-FFF2-40B4-BE49-F238E27FC236}">
                <a16:creationId xmlns:a16="http://schemas.microsoft.com/office/drawing/2014/main" id="{9FB4A227-9644-4AC8-ABE9-5806DFCE1E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5825" y="5445125"/>
            <a:ext cx="2378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+ 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72" name="矩形 71">
            <a:extLst>
              <a:ext uri="{FF2B5EF4-FFF2-40B4-BE49-F238E27FC236}">
                <a16:creationId xmlns:a16="http://schemas.microsoft.com/office/drawing/2014/main" id="{5C92F863-F0D2-4B23-9518-795F28E55689}"/>
              </a:ext>
            </a:extLst>
          </p:cNvPr>
          <p:cNvSpPr/>
          <p:nvPr/>
        </p:nvSpPr>
        <p:spPr>
          <a:xfrm>
            <a:off x="7649796" y="0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3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3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6349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3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63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63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63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2" dur="500"/>
                                        <p:tgtEl>
                                          <p:spTgt spid="63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63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63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" dur="500"/>
                                        <p:tgtEl>
                                          <p:spTgt spid="63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7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59" dur="500"/>
                                        <p:tgtEl>
                                          <p:spTgt spid="63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4" dur="500"/>
                                        <p:tgtEl>
                                          <p:spTgt spid="63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4" dur="500"/>
                                        <p:tgtEl>
                                          <p:spTgt spid="63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9" dur="500"/>
                                        <p:tgtEl>
                                          <p:spTgt spid="63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4" dur="500"/>
                                        <p:tgtEl>
                                          <p:spTgt spid="63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9" dur="500"/>
                                        <p:tgtEl>
                                          <p:spTgt spid="63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63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4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96" dur="500"/>
                                        <p:tgtEl>
                                          <p:spTgt spid="63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1" dur="500"/>
                                        <p:tgtEl>
                                          <p:spTgt spid="63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6" dur="500"/>
                                        <p:tgtEl>
                                          <p:spTgt spid="63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1" dur="500"/>
                                        <p:tgtEl>
                                          <p:spTgt spid="63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 nodeType="clickPar">
                      <p:stCondLst>
                        <p:cond delay="indefinite"/>
                      </p:stCondLst>
                      <p:childTnLst>
                        <p:par>
                          <p:cTn id="1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6" dur="500"/>
                                        <p:tgtEl>
                                          <p:spTgt spid="63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9" dur="500"/>
                                        <p:tgtEl>
                                          <p:spTgt spid="63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31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33" dur="500"/>
                                        <p:tgtEl>
                                          <p:spTgt spid="63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 nodeType="clickPar">
                      <p:stCondLst>
                        <p:cond delay="indefinite"/>
                      </p:stCondLst>
                      <p:childTnLst>
                        <p:par>
                          <p:cTn id="1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 nodeType="clickPar">
                      <p:stCondLst>
                        <p:cond delay="indefinite"/>
                      </p:stCondLst>
                      <p:childTnLst>
                        <p:par>
                          <p:cTn id="1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 nodeType="clickPar">
                      <p:stCondLst>
                        <p:cond delay="indefinite"/>
                      </p:stCondLst>
                      <p:childTnLst>
                        <p:par>
                          <p:cTn id="1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8" dur="500"/>
                                        <p:tgtEl>
                                          <p:spTgt spid="63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 nodeType="clickPar">
                      <p:stCondLst>
                        <p:cond delay="indefinite"/>
                      </p:stCondLst>
                      <p:childTnLst>
                        <p:par>
                          <p:cTn id="1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1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3" dur="500"/>
                                        <p:tgtEl>
                                          <p:spTgt spid="63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8" dur="500"/>
                                        <p:tgtEl>
                                          <p:spTgt spid="63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3" dur="500"/>
                                        <p:tgtEl>
                                          <p:spTgt spid="63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6" dur="500"/>
                                        <p:tgtEl>
                                          <p:spTgt spid="63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68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0" dur="500"/>
                                        <p:tgtEl>
                                          <p:spTgt spid="63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 nodeType="clickPar">
                      <p:stCondLst>
                        <p:cond delay="indefinite"/>
                      </p:stCondLst>
                      <p:childTnLst>
                        <p:par>
                          <p:cTn id="1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 nodeType="clickPar">
                      <p:stCondLst>
                        <p:cond delay="indefinite"/>
                      </p:stCondLst>
                      <p:childTnLst>
                        <p:par>
                          <p:cTn id="1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 nodeType="clickPar">
                      <p:stCondLst>
                        <p:cond delay="indefinite"/>
                      </p:stCondLst>
                      <p:childTnLst>
                        <p:par>
                          <p:cTn id="1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5" dur="500"/>
                                        <p:tgtEl>
                                          <p:spTgt spid="63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491" grpId="0" autoUpdateAnimBg="0"/>
      <p:bldP spid="63492" grpId="0" autoUpdateAnimBg="0"/>
      <p:bldP spid="63494" grpId="0" autoUpdateAnimBg="0"/>
      <p:bldP spid="63495" grpId="0" autoUpdateAnimBg="0"/>
      <p:bldP spid="63496" grpId="0" autoUpdateAnimBg="0"/>
      <p:bldP spid="63497" grpId="0" autoUpdateAnimBg="0"/>
      <p:bldP spid="63498" grpId="0" autoUpdateAnimBg="0"/>
      <p:bldP spid="63499" grpId="0" autoUpdateAnimBg="0"/>
      <p:bldP spid="63500" grpId="0" autoUpdateAnimBg="0"/>
      <p:bldP spid="63501" grpId="0" autoUpdateAnimBg="0"/>
      <p:bldP spid="63527" grpId="0" animBg="1" autoUpdateAnimBg="0"/>
      <p:bldP spid="63528" grpId="0"/>
      <p:bldP spid="63529" grpId="0"/>
      <p:bldP spid="63536" grpId="0"/>
      <p:bldP spid="63542" grpId="0"/>
      <p:bldP spid="63548" grpId="0"/>
      <p:bldP spid="63549" grpId="0" animBg="1" autoUpdateAnimBg="0"/>
      <p:bldP spid="63550" grpId="0" animBg="1" autoUpdateAnimBg="0"/>
      <p:bldP spid="63551" grpId="0" animBg="1" autoUpdateAnimBg="0"/>
      <p:bldP spid="63553" grpId="0"/>
      <p:bldP spid="63554" grpId="0"/>
      <p:bldP spid="63555" grpId="0"/>
      <p:bldP spid="63556" grpId="0"/>
      <p:bldP spid="63557" grpId="0" autoUpdateAnimBg="0"/>
      <p:bldP spid="63558" grpId="0" autoUpdateAnimBg="0"/>
      <p:bldP spid="63559" grpId="0" autoUpdateAnimBg="0"/>
      <p:bldP spid="63560" grpId="0" autoUpdateAnimBg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Text Box 2">
            <a:extLst>
              <a:ext uri="{FF2B5EF4-FFF2-40B4-BE49-F238E27FC236}">
                <a16:creationId xmlns:a16="http://schemas.microsoft.com/office/drawing/2014/main" id="{6E51C4C4-7734-4525-BDA4-89A5D5AE65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525" y="1836738"/>
            <a:ext cx="67976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②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数值部分按绝对值相乘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F22360A1-223C-4171-BF06-FBD78B17D418}"/>
              </a:ext>
            </a:extLst>
          </p:cNvPr>
          <p:cNvGrpSpPr>
            <a:grpSpLocks/>
          </p:cNvGrpSpPr>
          <p:nvPr/>
        </p:nvGrpSpPr>
        <p:grpSpPr bwMode="auto">
          <a:xfrm>
            <a:off x="898525" y="1009650"/>
            <a:ext cx="8550275" cy="579438"/>
            <a:chOff x="566" y="636"/>
            <a:chExt cx="5386" cy="365"/>
          </a:xfrm>
        </p:grpSpPr>
        <p:sp>
          <p:nvSpPr>
            <p:cNvPr id="67597" name="Text Box 4">
              <a:extLst>
                <a:ext uri="{FF2B5EF4-FFF2-40B4-BE49-F238E27FC236}">
                  <a16:creationId xmlns:a16="http://schemas.microsoft.com/office/drawing/2014/main" id="{92AE2DD4-2AE8-4C0E-9992-E56189FDFD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6" y="636"/>
              <a:ext cx="538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>
                  <a:latin typeface="Times New Roman" panose="02020603050405020304" pitchFamily="18" charset="0"/>
                </a:rPr>
                <a:t>①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乘积的符号位</a:t>
              </a:r>
              <a:r>
                <a:rPr kumimoji="1" lang="zh-CN" altLang="en-US" b="1">
                  <a:latin typeface="Times New Roman" panose="02020603050405020304" pitchFamily="18" charset="0"/>
                </a:rPr>
                <a:t> 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 baseline="-25000">
                  <a:latin typeface="Times New Roman" panose="02020603050405020304" pitchFamily="18" charset="0"/>
                </a:rPr>
                <a:t>0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  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 baseline="-25000">
                  <a:latin typeface="Times New Roman" panose="02020603050405020304" pitchFamily="18" charset="0"/>
                </a:rPr>
                <a:t>0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= 1     0 = 1</a:t>
              </a:r>
            </a:p>
          </p:txBody>
        </p:sp>
        <p:sp>
          <p:nvSpPr>
            <p:cNvPr id="67598" name="AutoShape 5">
              <a:extLst>
                <a:ext uri="{FF2B5EF4-FFF2-40B4-BE49-F238E27FC236}">
                  <a16:creationId xmlns:a16="http://schemas.microsoft.com/office/drawing/2014/main" id="{4D7C0686-BE9E-4BF5-9433-301459515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5" y="768"/>
              <a:ext cx="147" cy="147"/>
            </a:xfrm>
            <a:prstGeom prst="flowChartOr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67599" name="AutoShape 6">
              <a:extLst>
                <a:ext uri="{FF2B5EF4-FFF2-40B4-BE49-F238E27FC236}">
                  <a16:creationId xmlns:a16="http://schemas.microsoft.com/office/drawing/2014/main" id="{C069535E-9AE7-4678-AC74-8C31C8D57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765"/>
              <a:ext cx="147" cy="147"/>
            </a:xfrm>
            <a:prstGeom prst="flowChartOr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sp>
        <p:nvSpPr>
          <p:cNvPr id="64519" name="Text Box 7">
            <a:extLst>
              <a:ext uri="{FF2B5EF4-FFF2-40B4-BE49-F238E27FC236}">
                <a16:creationId xmlns:a16="http://schemas.microsoft.com/office/drawing/2014/main" id="{F6097931-880A-4916-90F3-88405165B2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2750" y="2663825"/>
            <a:ext cx="42862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*</a:t>
            </a:r>
            <a:r>
              <a:rPr kumimoji="1" lang="en-US" altLang="zh-CN" sz="2000" b="1">
                <a:latin typeface="Times New Roman" panose="02020603050405020304" pitchFamily="18" charset="0"/>
                <a:cs typeface="Times New Roman" panose="02020603050405020304" pitchFamily="18" charset="0"/>
              </a:rPr>
              <a:t>•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* = 0. 1 0 1 1 0 1 1 0</a:t>
            </a:r>
            <a:endParaRPr kumimoji="1" lang="en-US" altLang="zh-CN" sz="2800" b="1">
              <a:latin typeface="Times New Roman" panose="02020603050405020304" pitchFamily="18" charset="0"/>
            </a:endParaRPr>
          </a:p>
        </p:txBody>
      </p:sp>
      <p:sp>
        <p:nvSpPr>
          <p:cNvPr id="64520" name="Text Box 8">
            <a:extLst>
              <a:ext uri="{FF2B5EF4-FFF2-40B4-BE49-F238E27FC236}">
                <a16:creationId xmlns:a16="http://schemas.microsoft.com/office/drawing/2014/main" id="{4EBEE8A9-1FB6-4E77-BE8E-D8A6F38D84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432175"/>
            <a:ext cx="5105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则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000" b="1">
                <a:latin typeface="Times New Roman" panose="02020603050405020304" pitchFamily="18" charset="0"/>
                <a:cs typeface="Times New Roman" panose="02020603050405020304" pitchFamily="18" charset="0"/>
              </a:rPr>
              <a:t>•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原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zh-CN" altLang="en-US" sz="16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1. 1 0 1 1 0 1 1 0</a:t>
            </a:r>
          </a:p>
        </p:txBody>
      </p:sp>
      <p:sp>
        <p:nvSpPr>
          <p:cNvPr id="64521" name="Text Box 9">
            <a:extLst>
              <a:ext uri="{FF2B5EF4-FFF2-40B4-BE49-F238E27FC236}">
                <a16:creationId xmlns:a16="http://schemas.microsoft.com/office/drawing/2014/main" id="{AB6E6B97-9335-4D19-9755-8659930514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9525" y="4205288"/>
            <a:ext cx="898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特点</a:t>
            </a:r>
          </a:p>
        </p:txBody>
      </p:sp>
      <p:sp>
        <p:nvSpPr>
          <p:cNvPr id="64522" name="Text Box 10">
            <a:extLst>
              <a:ext uri="{FF2B5EF4-FFF2-40B4-BE49-F238E27FC236}">
                <a16:creationId xmlns:a16="http://schemas.microsoft.com/office/drawing/2014/main" id="{DBC0FD68-DF82-4B14-9727-0DDD53E204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198938"/>
            <a:ext cx="3581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绝对值运算</a:t>
            </a:r>
          </a:p>
        </p:txBody>
      </p:sp>
      <p:sp>
        <p:nvSpPr>
          <p:cNvPr id="64523" name="Text Box 11">
            <a:extLst>
              <a:ext uri="{FF2B5EF4-FFF2-40B4-BE49-F238E27FC236}">
                <a16:creationId xmlns:a16="http://schemas.microsoft.com/office/drawing/2014/main" id="{0894CD3D-93B4-453E-8138-649FEC061E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5805488"/>
            <a:ext cx="2438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逻辑移位</a:t>
            </a:r>
            <a:endParaRPr kumimoji="1" lang="zh-CN" altLang="en-US" sz="2800" b="1">
              <a:latin typeface="Times New Roman" panose="02020603050405020304" pitchFamily="18" charset="0"/>
            </a:endParaRPr>
          </a:p>
        </p:txBody>
      </p:sp>
      <p:sp>
        <p:nvSpPr>
          <p:cNvPr id="67593" name="Text Box 12">
            <a:extLst>
              <a:ext uri="{FF2B5EF4-FFF2-40B4-BE49-F238E27FC236}">
                <a16:creationId xmlns:a16="http://schemas.microsoft.com/office/drawing/2014/main" id="{D72C09F2-A863-4103-907C-122056B44F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273050"/>
            <a:ext cx="276710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 dirty="0">
                <a:latin typeface="Times New Roman" panose="02020603050405020304" pitchFamily="18" charset="0"/>
              </a:rPr>
              <a:t>例</a:t>
            </a:r>
            <a:r>
              <a:rPr kumimoji="1" lang="en-US" altLang="zh-CN" sz="3600" b="1" dirty="0">
                <a:latin typeface="Times New Roman" panose="02020603050405020304" pitchFamily="18" charset="0"/>
              </a:rPr>
              <a:t>2.3-1  </a:t>
            </a:r>
            <a:r>
              <a:rPr kumimoji="1" lang="zh-CN" altLang="en-US" sz="3600" b="1" dirty="0">
                <a:latin typeface="Times New Roman" panose="02020603050405020304" pitchFamily="18" charset="0"/>
              </a:rPr>
              <a:t>结果</a:t>
            </a:r>
          </a:p>
        </p:txBody>
      </p:sp>
      <p:sp>
        <p:nvSpPr>
          <p:cNvPr id="64525" name="Text Box 13">
            <a:extLst>
              <a:ext uri="{FF2B5EF4-FFF2-40B4-BE49-F238E27FC236}">
                <a16:creationId xmlns:a16="http://schemas.microsoft.com/office/drawing/2014/main" id="{6D6CAD45-53C9-455B-81A0-210B5DFFEC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5002213"/>
            <a:ext cx="59436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用移位的次数判断乘法是否结束</a:t>
            </a:r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71B57977-6683-49B5-8521-781CFCCAA819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4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64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64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64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64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64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64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514" grpId="0" autoUpdateAnimBg="0"/>
      <p:bldP spid="64519" grpId="0" autoUpdateAnimBg="0"/>
      <p:bldP spid="64520" grpId="0" autoUpdateAnimBg="0"/>
      <p:bldP spid="64521" grpId="0" autoUpdateAnimBg="0"/>
      <p:bldP spid="64522" grpId="0" autoUpdateAnimBg="0"/>
      <p:bldP spid="64523" grpId="0" autoUpdateAnimBg="0"/>
      <p:bldP spid="64525" grpId="0" autoUpdateAnimBg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Text Box 2">
            <a:extLst>
              <a:ext uri="{FF2B5EF4-FFF2-40B4-BE49-F238E27FC236}">
                <a16:creationId xmlns:a16="http://schemas.microsoft.com/office/drawing/2014/main" id="{B3E8F176-8A8A-48D8-9982-FF382F45C0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7525" y="273050"/>
            <a:ext cx="61880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 dirty="0">
                <a:latin typeface="Times New Roman" panose="02020603050405020304" pitchFamily="18" charset="0"/>
              </a:rPr>
              <a:t>3.</a:t>
            </a:r>
            <a:r>
              <a:rPr kumimoji="1" lang="zh-CN" altLang="en-US" sz="3600" b="1" dirty="0">
                <a:latin typeface="Times New Roman" panose="02020603050405020304" pitchFamily="18" charset="0"/>
              </a:rPr>
              <a:t>原码一位乘的硬件配置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261281D0-C005-4067-9004-61CB73E96165}"/>
              </a:ext>
            </a:extLst>
          </p:cNvPr>
          <p:cNvGrpSpPr>
            <a:grpSpLocks/>
          </p:cNvGrpSpPr>
          <p:nvPr/>
        </p:nvGrpSpPr>
        <p:grpSpPr bwMode="auto">
          <a:xfrm>
            <a:off x="822325" y="5562600"/>
            <a:ext cx="3554413" cy="1044575"/>
            <a:chOff x="518" y="3504"/>
            <a:chExt cx="2239" cy="658"/>
          </a:xfrm>
        </p:grpSpPr>
        <p:sp>
          <p:nvSpPr>
            <p:cNvPr id="68644" name="Text Box 4">
              <a:extLst>
                <a:ext uri="{FF2B5EF4-FFF2-40B4-BE49-F238E27FC236}">
                  <a16:creationId xmlns:a16="http://schemas.microsoft.com/office/drawing/2014/main" id="{903BC2E0-96D5-4F1B-9E50-C69DF5218E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" y="3504"/>
              <a:ext cx="176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A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、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X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、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Q 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均 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+1 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68645" name="Text Box 5">
              <a:extLst>
                <a:ext uri="{FF2B5EF4-FFF2-40B4-BE49-F238E27FC236}">
                  <a16:creationId xmlns:a16="http://schemas.microsoft.com/office/drawing/2014/main" id="{347EE291-A144-4442-B22D-63AFA66943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" y="3874"/>
              <a:ext cx="223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400" b="1">
                  <a:latin typeface="Times New Roman" panose="02020603050405020304" pitchFamily="18" charset="0"/>
                </a:rPr>
                <a:t>移位和加受末位乘数控制</a:t>
              </a:r>
            </a:p>
          </p:txBody>
        </p:sp>
      </p:grpSp>
      <p:sp>
        <p:nvSpPr>
          <p:cNvPr id="4" name="Rectangle 2">
            <a:extLst>
              <a:ext uri="{FF2B5EF4-FFF2-40B4-BE49-F238E27FC236}">
                <a16:creationId xmlns:a16="http://schemas.microsoft.com/office/drawing/2014/main" id="{34B50C3C-EE34-4FCE-A48F-80F6938B0A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1599" y="1412775"/>
            <a:ext cx="16893313" cy="457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zh-CN" altLang="en-US"/>
          </a:p>
        </p:txBody>
      </p:sp>
      <p:graphicFrame>
        <p:nvGraphicFramePr>
          <p:cNvPr id="5" name="对象 4">
            <a:extLst>
              <a:ext uri="{FF2B5EF4-FFF2-40B4-BE49-F238E27FC236}">
                <a16:creationId xmlns:a16="http://schemas.microsoft.com/office/drawing/2014/main" id="{EE96CD56-083F-40C8-AEC5-F23E76319CEC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135333020"/>
              </p:ext>
            </p:extLst>
          </p:nvPr>
        </p:nvGraphicFramePr>
        <p:xfrm>
          <a:off x="755576" y="1268760"/>
          <a:ext cx="6912768" cy="405322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2079" name="Visio" r:id="rId3" imgW="4177319" imgH="2426666" progId="Visio.Drawing.11">
                  <p:embed/>
                </p:oleObj>
              </mc:Choice>
              <mc:Fallback>
                <p:oleObj name="Visio" r:id="rId3" imgW="4177319" imgH="2426666" progId="Visio.Drawing.11">
                  <p:embed/>
                  <p:pic>
                    <p:nvPicPr>
                      <p:cNvPr id="0" name="Object 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55576" y="1268760"/>
                        <a:ext cx="6912768" cy="4053222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39" name="矩形 38">
            <a:extLst>
              <a:ext uri="{FF2B5EF4-FFF2-40B4-BE49-F238E27FC236}">
                <a16:creationId xmlns:a16="http://schemas.microsoft.com/office/drawing/2014/main" id="{F5691498-D6A8-4716-996A-9F318A3ABD1A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2.3 </a:t>
            </a:r>
            <a:r>
              <a:rPr lang="zh-CN" altLang="en-US" sz="4400" b="1" dirty="0">
                <a:solidFill>
                  <a:srgbClr val="FF0000"/>
                </a:solidFill>
              </a:rPr>
              <a:t>定点数乘法运算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1.</a:t>
            </a:r>
            <a:r>
              <a:rPr lang="zh-CN" altLang="en-US" dirty="0"/>
              <a:t>笔算乘法分析与改进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3.</a:t>
            </a:r>
            <a:r>
              <a:rPr lang="zh-CN" altLang="en-US" dirty="0"/>
              <a:t>补码乘法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2.</a:t>
            </a:r>
            <a:r>
              <a:rPr lang="zh-CN" altLang="en-US" dirty="0"/>
              <a:t>原码乘法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4. </a:t>
            </a:r>
            <a:r>
              <a:rPr lang="zh-CN" altLang="en-US" dirty="0"/>
              <a:t>阵列乘法器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21F81574-CBD8-4332-A1C2-5E708EC61371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  <p:sp>
        <p:nvSpPr>
          <p:cNvPr id="9" name="Text Box 4">
            <a:extLst>
              <a:ext uri="{FF2B5EF4-FFF2-40B4-BE49-F238E27FC236}">
                <a16:creationId xmlns:a16="http://schemas.microsoft.com/office/drawing/2014/main" id="{CF94B1E2-0F6A-4B01-991C-CB9E1BC0DB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434" y="55308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/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5.</a:t>
            </a:r>
            <a:r>
              <a:rPr lang="en-US" altLang="zh-CN" dirty="0"/>
              <a:t>MIPS</a:t>
            </a:r>
            <a:r>
              <a:rPr lang="zh-CN" altLang="en-US" dirty="0"/>
              <a:t>中的乘法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84316822"/>
      </p:ext>
    </p:extLst>
  </p:cSld>
  <p:clrMapOvr>
    <a:masterClrMapping/>
  </p:clrMapOvr>
  <p:transition spd="slow"/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0B89DDC6-AE16-4C76-8EC9-9AB43F72EE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三、补码乘法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D993DAC1-18D2-451C-8DF8-5D65890E954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83568" y="1166018"/>
            <a:ext cx="5616624" cy="4525963"/>
          </a:xfrm>
        </p:spPr>
        <p:txBody>
          <a:bodyPr/>
          <a:lstStyle/>
          <a:p>
            <a:pPr marL="0" indent="0">
              <a:buNone/>
            </a:pPr>
            <a:r>
              <a:rPr lang="en-US" altLang="zh-CN" b="1" dirty="0"/>
              <a:t>1.</a:t>
            </a:r>
            <a:r>
              <a:rPr lang="zh-CN" altLang="en-US" b="1" dirty="0"/>
              <a:t>补码乘法公式</a:t>
            </a:r>
            <a:endParaRPr lang="en-US" altLang="zh-CN" b="1" dirty="0"/>
          </a:p>
          <a:p>
            <a:pPr marL="0" indent="0">
              <a:buNone/>
            </a:pPr>
            <a:r>
              <a:rPr lang="en-US" altLang="zh-CN" b="1" dirty="0"/>
              <a:t>2.</a:t>
            </a:r>
            <a:r>
              <a:rPr lang="zh-CN" altLang="en-US" b="1" dirty="0"/>
              <a:t>补码与真值的转换公式</a:t>
            </a:r>
            <a:endParaRPr lang="en-US" altLang="zh-CN" b="1" dirty="0"/>
          </a:p>
          <a:p>
            <a:pPr marL="0" indent="0">
              <a:buNone/>
            </a:pPr>
            <a:r>
              <a:rPr lang="en-US" altLang="zh-CN" b="1" dirty="0"/>
              <a:t>3.</a:t>
            </a:r>
            <a:r>
              <a:rPr lang="zh-CN" altLang="en-US" b="1" dirty="0"/>
              <a:t>补码右移公式</a:t>
            </a:r>
            <a:endParaRPr lang="en-US" altLang="zh-CN" b="1" dirty="0"/>
          </a:p>
          <a:p>
            <a:pPr marL="0" indent="0">
              <a:buNone/>
            </a:pPr>
            <a:r>
              <a:rPr lang="en-US" altLang="zh-CN" b="1" dirty="0"/>
              <a:t>4.</a:t>
            </a:r>
            <a:r>
              <a:rPr lang="zh-CN" altLang="zh-CN" b="1" dirty="0"/>
              <a:t>补码乘法的运算规则</a:t>
            </a:r>
          </a:p>
          <a:p>
            <a:pPr marL="0" indent="0">
              <a:buNone/>
            </a:pPr>
            <a:r>
              <a:rPr lang="en-US" altLang="zh-CN" b="1" dirty="0"/>
              <a:t>5.</a:t>
            </a:r>
            <a:r>
              <a:rPr lang="zh-CN" altLang="zh-CN" b="1" dirty="0"/>
              <a:t>补码乘法的硬件配置</a:t>
            </a:r>
          </a:p>
          <a:p>
            <a:pPr marL="0" indent="0">
              <a:buNone/>
            </a:pP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2D0A23AF-445E-4974-82E0-DF823DA1F6F1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  <p:extLst>
      <p:ext uri="{BB962C8B-B14F-4D97-AF65-F5344CB8AC3E}">
        <p14:creationId xmlns:p14="http://schemas.microsoft.com/office/powerpoint/2010/main" val="2125305371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475E669-2138-4578-BC05-94A3CF5773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b="1" dirty="0"/>
              <a:t>1.</a:t>
            </a:r>
            <a:r>
              <a:rPr lang="zh-CN" altLang="en-US" b="1" dirty="0"/>
              <a:t>补码乘法公式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D43A0FE-83BE-4036-A067-6D9D064B206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675657"/>
            <a:ext cx="8229600" cy="2304256"/>
          </a:xfr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/>
          <a:lstStyle/>
          <a:p>
            <a:pPr indent="0" algn="just">
              <a:spcAft>
                <a:spcPts val="0"/>
              </a:spcAft>
              <a:buNone/>
            </a:pPr>
            <a:r>
              <a:rPr lang="zh-CN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若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[X]</a:t>
            </a:r>
            <a:r>
              <a:rPr lang="zh-CN" altLang="zh-CN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=x</a:t>
            </a:r>
            <a:r>
              <a:rPr lang="en-US" altLang="zh-CN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f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.x</a:t>
            </a:r>
            <a:r>
              <a:rPr lang="en-US" altLang="zh-CN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en-US" altLang="zh-CN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en-US" altLang="zh-CN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zh-CN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[Y]</a:t>
            </a:r>
            <a:r>
              <a:rPr lang="zh-CN" altLang="zh-CN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=y</a:t>
            </a:r>
            <a:r>
              <a:rPr lang="en-US" altLang="zh-CN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f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.y</a:t>
            </a:r>
            <a:r>
              <a:rPr lang="en-US" altLang="zh-CN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zh-CN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，则有：</a:t>
            </a:r>
            <a:endParaRPr lang="en-US" altLang="zh-CN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indent="0" algn="just">
              <a:spcAft>
                <a:spcPts val="0"/>
              </a:spcAft>
              <a:buNone/>
            </a:pPr>
            <a:endParaRPr lang="zh-CN" altLang="zh-CN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indent="0">
              <a:buNone/>
            </a:pPr>
            <a:r>
              <a:rPr lang="en-US" altLang="zh-CN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		</a:t>
            </a:r>
            <a:r>
              <a:rPr lang="en-US" altLang="zh-CN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[X</a:t>
            </a:r>
            <a:r>
              <a:rPr lang="zh-CN" altLang="zh-CN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lang="en-US" altLang="zh-CN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Y]</a:t>
            </a:r>
            <a:r>
              <a:rPr lang="zh-CN" altLang="zh-CN" baseline="-250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=[X]</a:t>
            </a:r>
            <a:r>
              <a:rPr lang="zh-CN" altLang="zh-CN" baseline="-250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zh-CN" altLang="zh-CN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lang="en-US" altLang="zh-CN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 </a:t>
            </a:r>
            <a:endParaRPr lang="zh-CN" alt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27180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475E669-2138-4578-BC05-94A3CF5773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b="1" dirty="0"/>
              <a:t>证明：</a:t>
            </a:r>
            <a:r>
              <a:rPr lang="zh-CN" altLang="en-US" b="1" dirty="0">
                <a:solidFill>
                  <a:srgbClr val="FF0000"/>
                </a:solidFill>
              </a:rPr>
              <a:t>以定点小数为例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D43A0FE-83BE-4036-A067-6D9D064B206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7766" y="836712"/>
            <a:ext cx="9176761" cy="5472608"/>
          </a:xfrm>
        </p:spPr>
        <p:txBody>
          <a:bodyPr/>
          <a:lstStyle/>
          <a:p>
            <a:pPr indent="0" algn="just">
              <a:spcAft>
                <a:spcPts val="0"/>
              </a:spcAft>
              <a:buNone/>
            </a:pPr>
            <a:r>
              <a:rPr lang="zh-CN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[X]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=x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.x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8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en-US" altLang="zh-CN" sz="28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zh-CN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[Y]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.y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8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zh-CN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，分</a:t>
            </a:r>
            <a:r>
              <a:rPr lang="zh-CN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两种情况</a:t>
            </a:r>
            <a:r>
              <a:rPr lang="zh-CN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考虑：</a:t>
            </a:r>
          </a:p>
          <a:p>
            <a:pPr indent="0" algn="just">
              <a:spcAft>
                <a:spcPts val="0"/>
              </a:spcAft>
              <a:buNone/>
            </a:pPr>
            <a:r>
              <a:rPr lang="zh-CN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情况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zh-CN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任意，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zh-CN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≥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  <a:endParaRPr lang="zh-CN" altLang="zh-CN" sz="28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57250" lvl="1" indent="0" algn="just">
              <a:spcAft>
                <a:spcPts val="0"/>
              </a:spcAft>
              <a:buNone/>
            </a:pP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[X]</a:t>
            </a:r>
            <a:r>
              <a:rPr lang="zh-CN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=2+X=2</a:t>
            </a:r>
            <a:r>
              <a:rPr lang="en-US" altLang="zh-CN" sz="2400" kern="100" baseline="30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n+1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+X</a:t>
            </a:r>
            <a:endParaRPr lang="zh-CN" altLang="zh-CN" sz="24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57250" lvl="1" indent="0" algn="just">
              <a:spcAft>
                <a:spcPts val="0"/>
              </a:spcAft>
              <a:buNone/>
            </a:pP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[Y]</a:t>
            </a:r>
            <a:r>
              <a:rPr lang="zh-CN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=Y= 0.y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4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endParaRPr lang="zh-CN" altLang="zh-CN" sz="24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57250" lvl="1" indent="0" algn="just">
              <a:spcAft>
                <a:spcPts val="0"/>
              </a:spcAft>
              <a:buNone/>
            </a:pP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[X]</a:t>
            </a:r>
            <a:r>
              <a:rPr lang="zh-CN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Y=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baseline="30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n+1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+X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）×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0.y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4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endParaRPr lang="zh-CN" altLang="zh-CN" sz="24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57250" lvl="1" indent="0" algn="just">
              <a:spcAft>
                <a:spcPts val="0"/>
              </a:spcAft>
              <a:buNone/>
            </a:pP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=2</a:t>
            </a:r>
            <a:r>
              <a:rPr lang="en-US" altLang="zh-CN" sz="2400" kern="100" baseline="30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n+1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0.y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4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+ X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0.y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4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</a:p>
          <a:p>
            <a:pPr marL="857250" lvl="1" indent="0" algn="just">
              <a:spcAft>
                <a:spcPts val="0"/>
              </a:spcAft>
              <a:buNone/>
            </a:pP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=2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4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+ X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0.y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4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mod 2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</a:p>
          <a:p>
            <a:pPr marL="857250" lvl="1" indent="0" algn="just">
              <a:spcAft>
                <a:spcPts val="0"/>
              </a:spcAft>
              <a:buNone/>
            </a:pP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=2+ X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0.y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4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</a:p>
          <a:p>
            <a:pPr marL="857250" lvl="1" indent="0" algn="just">
              <a:spcAft>
                <a:spcPts val="0"/>
              </a:spcAft>
              <a:buNone/>
            </a:pP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=[X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Y]</a:t>
            </a:r>
            <a:r>
              <a:rPr lang="zh-CN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endParaRPr lang="zh-CN" altLang="zh-CN" sz="24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5E88E7D7-35A6-4E53-ACBC-04F4995466AC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  <p:extLst>
      <p:ext uri="{BB962C8B-B14F-4D97-AF65-F5344CB8AC3E}">
        <p14:creationId xmlns:p14="http://schemas.microsoft.com/office/powerpoint/2010/main" val="25230979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 bldLvl="5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475E669-2138-4578-BC05-94A3CF5773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b="1" dirty="0"/>
              <a:t>证明：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D43A0FE-83BE-4036-A067-6D9D064B206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7767" y="836712"/>
            <a:ext cx="8456682" cy="5472608"/>
          </a:xfrm>
        </p:spPr>
        <p:txBody>
          <a:bodyPr/>
          <a:lstStyle/>
          <a:p>
            <a:pPr marL="457200" indent="0" algn="just">
              <a:spcAft>
                <a:spcPts val="0"/>
              </a:spcAft>
              <a:buNone/>
            </a:pPr>
            <a:r>
              <a:rPr lang="zh-CN" altLang="zh-CN" sz="24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情况</a:t>
            </a:r>
            <a:r>
              <a:rPr lang="en-US" altLang="zh-CN" sz="24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      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任意，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Y&lt;0</a:t>
            </a:r>
            <a:endParaRPr lang="zh-CN" altLang="zh-CN" sz="24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57250" lvl="1" indent="0" algn="just">
              <a:spcAft>
                <a:spcPts val="0"/>
              </a:spcAft>
              <a:buNone/>
            </a:pP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[Y]</a:t>
            </a:r>
            <a:r>
              <a:rPr lang="zh-CN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=1.y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4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=1</a:t>
            </a:r>
            <a:endParaRPr lang="zh-CN" altLang="zh-CN" sz="24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57250" lvl="1" indent="0" algn="just">
              <a:spcAft>
                <a:spcPts val="0"/>
              </a:spcAft>
              <a:buNone/>
            </a:pP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Y=</a:t>
            </a:r>
            <a:r>
              <a:rPr lang="en-US" altLang="zh-CN" sz="2400" kern="100" dirty="0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1+0.y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4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endParaRPr lang="zh-CN" altLang="zh-CN" sz="24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57250" lvl="1" indent="0" algn="just">
              <a:spcAft>
                <a:spcPts val="0"/>
              </a:spcAft>
              <a:buNone/>
            </a:pP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X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Y=X(</a:t>
            </a:r>
            <a:r>
              <a:rPr lang="en-US" altLang="zh-CN" sz="2400" kern="100" dirty="0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1+0.y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4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endParaRPr lang="zh-CN" altLang="zh-CN" sz="24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57250" lvl="1" indent="0" algn="just">
              <a:spcAft>
                <a:spcPts val="0"/>
              </a:spcAft>
              <a:buNone/>
            </a:pP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[X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Y]</a:t>
            </a:r>
            <a:r>
              <a:rPr lang="zh-CN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=[X(</a:t>
            </a:r>
            <a:r>
              <a:rPr lang="en-US" altLang="zh-CN" sz="2400" kern="100" dirty="0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1+0.y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4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)]</a:t>
            </a:r>
            <a:r>
              <a:rPr lang="zh-CN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endParaRPr lang="zh-CN" altLang="zh-CN" sz="24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57250" lvl="1" indent="0" algn="just">
              <a:spcAft>
                <a:spcPts val="0"/>
              </a:spcAft>
              <a:buNone/>
            </a:pP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  =[-X+X(0.y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4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)]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endParaRPr lang="zh-CN" altLang="zh-CN" sz="24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57250" lvl="1" indent="0" algn="just">
              <a:spcAft>
                <a:spcPts val="0"/>
              </a:spcAft>
              <a:buNone/>
            </a:pP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  =[-X]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+[X(0.y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4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)]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endParaRPr lang="zh-CN" altLang="zh-CN" sz="24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57250" lvl="1" indent="0" algn="just">
              <a:spcAft>
                <a:spcPts val="0"/>
              </a:spcAft>
              <a:buNone/>
            </a:pP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  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由情况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可知，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[X(0.y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4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)]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=[X]</a:t>
            </a:r>
            <a:r>
              <a:rPr lang="zh-CN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(0.y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4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endParaRPr lang="zh-CN" altLang="zh-CN" sz="24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57250" lvl="1" indent="0" algn="just">
              <a:spcAft>
                <a:spcPts val="0"/>
              </a:spcAft>
              <a:buNone/>
            </a:pP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   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∴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[X</a:t>
            </a:r>
            <a:r>
              <a:rPr lang="zh-CN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×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Y]</a:t>
            </a:r>
            <a:r>
              <a:rPr lang="zh-CN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=[-X]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+[X]</a:t>
            </a:r>
            <a:r>
              <a:rPr lang="zh-CN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(0.y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4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endParaRPr lang="zh-CN" altLang="zh-CN" sz="24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57250" lvl="1" indent="0" algn="just">
              <a:spcAft>
                <a:spcPts val="0"/>
              </a:spcAft>
              <a:buNone/>
            </a:pP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           =[X]</a:t>
            </a:r>
            <a:r>
              <a:rPr lang="zh-CN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(-1+0.y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4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4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endParaRPr lang="zh-CN" altLang="zh-CN" sz="24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857250" lvl="1" indent="0" algn="just">
              <a:spcAft>
                <a:spcPts val="0"/>
              </a:spcAft>
              <a:buNone/>
            </a:pP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           =[X]</a:t>
            </a:r>
            <a:r>
              <a:rPr lang="zh-CN" altLang="zh-CN" sz="24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4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endParaRPr lang="zh-CN" altLang="zh-CN" sz="24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indent="0">
              <a:buNone/>
            </a:pP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164487AB-46E7-420C-99DD-136CE98F6799}"/>
              </a:ext>
            </a:extLst>
          </p:cNvPr>
          <p:cNvSpPr/>
          <p:nvPr/>
        </p:nvSpPr>
        <p:spPr>
          <a:xfrm>
            <a:off x="865972" y="5893821"/>
            <a:ext cx="7020272" cy="830997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342900" lvl="0" algn="just">
              <a:spcBef>
                <a:spcPct val="20000"/>
              </a:spcBef>
              <a:spcAft>
                <a:spcPts val="0"/>
              </a:spcAft>
            </a:pPr>
            <a:r>
              <a:rPr lang="zh-CN" altLang="zh-CN" sz="2400" kern="100" dirty="0">
                <a:solidFill>
                  <a:srgbClr val="FF0000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通过情况</a:t>
            </a:r>
            <a:r>
              <a:rPr lang="en-US" altLang="zh-CN" sz="2400" kern="100" dirty="0">
                <a:solidFill>
                  <a:srgbClr val="FF0000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1</a:t>
            </a:r>
            <a:r>
              <a:rPr lang="zh-CN" altLang="zh-CN" sz="2400" kern="100" dirty="0">
                <a:solidFill>
                  <a:srgbClr val="FF0000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和情况</a:t>
            </a:r>
            <a:r>
              <a:rPr lang="en-US" altLang="zh-CN" sz="2400" kern="100" dirty="0">
                <a:solidFill>
                  <a:srgbClr val="FF0000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zh-CN" altLang="zh-CN" sz="2400" kern="100" dirty="0">
                <a:solidFill>
                  <a:srgbClr val="FF0000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的分析，在被乘数和乘数符号任意的情况下式</a:t>
            </a:r>
            <a:r>
              <a:rPr lang="en-US" altLang="zh-CN" sz="2400" kern="100" dirty="0">
                <a:solidFill>
                  <a:srgbClr val="FF0000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2-20</a:t>
            </a:r>
            <a:r>
              <a:rPr lang="zh-CN" altLang="zh-CN" sz="2400" kern="100" dirty="0">
                <a:solidFill>
                  <a:srgbClr val="FF0000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是成立的。</a:t>
            </a: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21370220-8851-4F7D-8A51-5D3939444D2A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  <p:extLst>
      <p:ext uri="{BB962C8B-B14F-4D97-AF65-F5344CB8AC3E}">
        <p14:creationId xmlns:p14="http://schemas.microsoft.com/office/powerpoint/2010/main" val="13567872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2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 bldLvl="5"/>
      <p:bldP spid="4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475E669-2138-4578-BC05-94A3CF5773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b="1" dirty="0"/>
              <a:t>2.</a:t>
            </a:r>
            <a:r>
              <a:rPr lang="zh-CN" altLang="en-US" b="1" dirty="0"/>
              <a:t>补码与真值的转换公式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D43A0FE-83BE-4036-A067-6D9D064B206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9654" y="1988840"/>
            <a:ext cx="8229600" cy="2304256"/>
          </a:xfr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/>
          <a:lstStyle/>
          <a:p>
            <a:pPr marL="0" indent="0">
              <a:buNone/>
            </a:pPr>
            <a:r>
              <a:rPr lang="zh-CN" altLang="en-US" dirty="0"/>
              <a:t>已知</a:t>
            </a:r>
            <a:r>
              <a:rPr lang="en-US" altLang="zh-CN" dirty="0"/>
              <a:t>[Y]</a:t>
            </a:r>
            <a:r>
              <a:rPr lang="zh-CN" altLang="en-US" dirty="0"/>
              <a:t>补</a:t>
            </a:r>
            <a:r>
              <a:rPr lang="en-US" altLang="zh-CN" dirty="0"/>
              <a:t>= y0.y1y2…</a:t>
            </a:r>
            <a:r>
              <a:rPr lang="en-US" altLang="zh-CN" dirty="0" err="1"/>
              <a:t>yn</a:t>
            </a:r>
            <a:r>
              <a:rPr lang="zh-CN" altLang="en-US" dirty="0"/>
              <a:t>，证明：</a:t>
            </a:r>
          </a:p>
          <a:p>
            <a:pPr marL="0" indent="0">
              <a:buNone/>
            </a:pPr>
            <a:r>
              <a:rPr lang="en-US" altLang="zh-CN" dirty="0"/>
              <a:t>		Y=-y0 + 0.y1y2…</a:t>
            </a:r>
            <a:r>
              <a:rPr lang="en-US" altLang="zh-CN" dirty="0" err="1"/>
              <a:t>yn</a:t>
            </a:r>
            <a:r>
              <a:rPr lang="en-US" altLang="zh-CN" dirty="0"/>
              <a:t> </a:t>
            </a: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2DB07546-DE3F-4AAE-BCA6-ADDD03BA21C1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  <p:extLst>
      <p:ext uri="{BB962C8B-B14F-4D97-AF65-F5344CB8AC3E}">
        <p14:creationId xmlns:p14="http://schemas.microsoft.com/office/powerpoint/2010/main" val="515639402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D43A0FE-83BE-4036-A067-6D9D064B206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61661"/>
            <a:ext cx="8229600" cy="6319667"/>
          </a:xfr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/>
          <a:lstStyle/>
          <a:p>
            <a:pPr indent="0" algn="just">
              <a:spcAft>
                <a:spcPts val="0"/>
              </a:spcAft>
              <a:buNone/>
            </a:pPr>
            <a:r>
              <a:rPr lang="zh-CN" altLang="en-US" sz="2800" dirty="0"/>
              <a:t>证明：</a:t>
            </a:r>
            <a:endParaRPr lang="en-US" altLang="zh-CN" sz="2800" dirty="0"/>
          </a:p>
          <a:p>
            <a:pPr indent="0" algn="just">
              <a:spcAft>
                <a:spcPts val="0"/>
              </a:spcAft>
              <a:buNone/>
            </a:pPr>
            <a:r>
              <a:rPr lang="zh-CN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①若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zh-CN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≥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  <a:r>
              <a:rPr lang="zh-CN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[Y]</a:t>
            </a:r>
            <a:r>
              <a:rPr lang="zh-CN" altLang="zh-CN" sz="2800" kern="100" baseline="-250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 Y= 0.y</a:t>
            </a:r>
            <a:r>
              <a:rPr lang="en-US" altLang="zh-CN" sz="2800" kern="100" baseline="-250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800" kern="100" dirty="0" err="1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 err="1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y</a:t>
            </a:r>
            <a:r>
              <a:rPr lang="en-US" altLang="zh-CN" sz="2800" kern="100" baseline="-250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=0</a:t>
            </a:r>
            <a:endParaRPr lang="zh-CN" altLang="zh-CN" sz="2800" kern="100" dirty="0">
              <a:solidFill>
                <a:srgbClr val="FF0000"/>
              </a:solidFill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indent="0" algn="just">
              <a:spcAft>
                <a:spcPts val="0"/>
              </a:spcAft>
              <a:buNone/>
            </a:pPr>
            <a:r>
              <a:rPr lang="zh-CN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因此有：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Y= 0.y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8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</a:p>
          <a:p>
            <a:pPr indent="0" algn="just">
              <a:spcAft>
                <a:spcPts val="0"/>
              </a:spcAft>
              <a:buNone/>
            </a:pP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		    =</a:t>
            </a:r>
            <a:r>
              <a:rPr lang="en-US" altLang="zh-CN" sz="2800" kern="100" dirty="0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0+ 0.y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8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endParaRPr lang="en-US" altLang="zh-CN" sz="2800" kern="100" baseline="-250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indent="0" algn="just">
              <a:spcAft>
                <a:spcPts val="0"/>
              </a:spcAft>
              <a:buNone/>
            </a:pP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                        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</a:t>
            </a:r>
            <a:r>
              <a:rPr lang="en-US" altLang="zh-CN" sz="2800" kern="100" dirty="0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+0.y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8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endParaRPr lang="zh-CN" altLang="zh-CN" sz="28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indent="0" algn="just">
              <a:spcAft>
                <a:spcPts val="0"/>
              </a:spcAft>
              <a:buNone/>
            </a:pPr>
            <a:r>
              <a:rPr lang="zh-CN" altLang="en-US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②</a:t>
            </a:r>
            <a:r>
              <a:rPr lang="zh-CN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若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Y&lt;0</a:t>
            </a:r>
            <a:r>
              <a:rPr lang="zh-CN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[Y]</a:t>
            </a:r>
            <a:r>
              <a:rPr lang="zh-CN" altLang="zh-CN" sz="2800" kern="100" baseline="-250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=1.y</a:t>
            </a:r>
            <a:r>
              <a:rPr lang="en-US" altLang="zh-CN" sz="2800" kern="100" baseline="-250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800" kern="100" dirty="0" err="1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 err="1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2800" kern="100" baseline="-250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  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=1</a:t>
            </a:r>
            <a:endParaRPr lang="zh-CN" altLang="zh-CN" sz="2800" kern="100" dirty="0">
              <a:solidFill>
                <a:srgbClr val="FF0000"/>
              </a:solidFill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617855" indent="0" algn="just">
              <a:spcAft>
                <a:spcPts val="0"/>
              </a:spcAft>
              <a:buNone/>
            </a:pPr>
            <a:r>
              <a:rPr lang="zh-CN" altLang="en-US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且：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[Y]</a:t>
            </a:r>
            <a:r>
              <a:rPr lang="zh-CN" altLang="zh-CN" sz="2800" kern="100" baseline="-250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=2+Y </a:t>
            </a:r>
            <a:endParaRPr lang="zh-CN" altLang="zh-CN" sz="2800" kern="100" dirty="0">
              <a:solidFill>
                <a:srgbClr val="FF0000"/>
              </a:solidFill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89255" indent="0" algn="just">
              <a:spcAft>
                <a:spcPts val="0"/>
              </a:spcAft>
              <a:buNone/>
            </a:pPr>
            <a:r>
              <a:rPr lang="zh-CN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因此有：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Y= [Y]</a:t>
            </a:r>
            <a:r>
              <a:rPr lang="zh-CN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</a:p>
          <a:p>
            <a:pPr marL="389255" indent="0" algn="just">
              <a:spcAft>
                <a:spcPts val="0"/>
              </a:spcAft>
              <a:buNone/>
            </a:pP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              =1.y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2800" kern="100" dirty="0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</a:p>
          <a:p>
            <a:pPr marL="389255" indent="0" algn="just">
              <a:spcAft>
                <a:spcPts val="0"/>
              </a:spcAft>
              <a:buNone/>
            </a:pP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              </a:t>
            </a:r>
            <a:r>
              <a:rPr lang="en-US" altLang="zh-CN" sz="2800" kern="100" dirty="0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=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1+0.y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sz="2800" kern="100" dirty="0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</a:p>
          <a:p>
            <a:pPr marL="389255" indent="0" algn="just">
              <a:spcAft>
                <a:spcPts val="0"/>
              </a:spcAft>
              <a:buNone/>
            </a:pP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             =</a:t>
            </a:r>
            <a:r>
              <a:rPr lang="en-US" altLang="zh-CN" sz="2800" kern="100" dirty="0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1+0. 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8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endParaRPr lang="en-US" altLang="zh-CN" sz="2800" kern="100" baseline="-250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89255" indent="0" algn="just">
              <a:spcAft>
                <a:spcPts val="0"/>
              </a:spcAft>
              <a:buNone/>
            </a:pP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                       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</a:t>
            </a:r>
            <a:r>
              <a:rPr lang="en-US" altLang="zh-CN" sz="2800" kern="100" dirty="0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+0.y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sz="2800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endParaRPr lang="zh-CN" altLang="zh-CN" sz="2800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A55C4BCE-3366-4E28-B0EE-788683F4F13B}"/>
              </a:ext>
            </a:extLst>
          </p:cNvPr>
          <p:cNvSpPr/>
          <p:nvPr/>
        </p:nvSpPr>
        <p:spPr>
          <a:xfrm>
            <a:off x="1331640" y="2633641"/>
            <a:ext cx="7182544" cy="1175706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marL="457200" lvl="0" algn="just">
              <a:spcBef>
                <a:spcPct val="20000"/>
              </a:spcBef>
              <a:spcAft>
                <a:spcPts val="0"/>
              </a:spcAft>
            </a:pPr>
            <a:r>
              <a:rPr lang="zh-CN" altLang="zh-CN" sz="3200" kern="100" dirty="0">
                <a:solidFill>
                  <a:srgbClr val="000000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综合以上两种情况</a:t>
            </a:r>
            <a:r>
              <a:rPr lang="zh-CN" altLang="en-US" sz="3200" kern="100" dirty="0">
                <a:solidFill>
                  <a:srgbClr val="000000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：</a:t>
            </a:r>
            <a:endParaRPr lang="zh-CN" altLang="en-US" sz="3200" kern="0" dirty="0">
              <a:solidFill>
                <a:srgbClr val="000000"/>
              </a:solidFill>
              <a:latin typeface="Arial"/>
              <a:ea typeface="宋体"/>
            </a:endParaRPr>
          </a:p>
          <a:p>
            <a:pPr lvl="0">
              <a:spcBef>
                <a:spcPct val="20000"/>
              </a:spcBef>
            </a:pPr>
            <a:r>
              <a:rPr lang="en-US" altLang="zh-CN" sz="3200" kern="0" dirty="0">
                <a:solidFill>
                  <a:srgbClr val="000000"/>
                </a:solidFill>
                <a:latin typeface="Arial"/>
                <a:ea typeface="宋体"/>
              </a:rPr>
              <a:t>		Y=-y0 + 0.y1y2…</a:t>
            </a:r>
            <a:r>
              <a:rPr lang="en-US" altLang="zh-CN" sz="3200" kern="0" dirty="0" err="1">
                <a:solidFill>
                  <a:srgbClr val="000000"/>
                </a:solidFill>
                <a:latin typeface="Arial"/>
                <a:ea typeface="宋体"/>
              </a:rPr>
              <a:t>yn</a:t>
            </a:r>
            <a:r>
              <a:rPr lang="en-US" altLang="zh-CN" sz="3200" kern="0" dirty="0">
                <a:solidFill>
                  <a:srgbClr val="000000"/>
                </a:solidFill>
                <a:latin typeface="Arial"/>
                <a:ea typeface="宋体"/>
              </a:rPr>
              <a:t> </a:t>
            </a:r>
            <a:endParaRPr lang="zh-CN" altLang="en-US" sz="3200" kern="0" dirty="0">
              <a:solidFill>
                <a:srgbClr val="000000"/>
              </a:solidFill>
              <a:latin typeface="Arial"/>
              <a:ea typeface="宋体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1C5D9678-129E-482B-B5FD-A68E39F072D6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  <p:extLst>
      <p:ext uri="{BB962C8B-B14F-4D97-AF65-F5344CB8AC3E}">
        <p14:creationId xmlns:p14="http://schemas.microsoft.com/office/powerpoint/2010/main" val="38502981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5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5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5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5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5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5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5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5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5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5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5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5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 animBg="1"/>
      <p:bldP spid="6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475E669-2138-4578-BC05-94A3CF5773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【例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2.3-2</a:t>
            </a:r>
            <a:r>
              <a:rPr lang="zh-CN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】</a:t>
            </a:r>
            <a:r>
              <a:rPr lang="en-US" altLang="zh-CN" b="1" dirty="0"/>
              <a:t> 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D43A0FE-83BE-4036-A067-6D9D064B206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4643" y="980728"/>
            <a:ext cx="8229600" cy="5472608"/>
          </a:xfrm>
        </p:spPr>
        <p:txBody>
          <a:bodyPr/>
          <a:lstStyle/>
          <a:p>
            <a:pPr marL="457200" indent="0" algn="just">
              <a:spcAft>
                <a:spcPts val="0"/>
              </a:spcAft>
              <a:buNone/>
            </a:pPr>
            <a:r>
              <a:rPr lang="zh-CN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若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[X]</a:t>
            </a:r>
            <a:r>
              <a:rPr lang="zh-CN" altLang="zh-CN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补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=1.1011</a:t>
            </a:r>
            <a:r>
              <a:rPr lang="zh-CN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，求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endParaRPr lang="zh-CN" altLang="zh-CN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457200" indent="0" algn="just">
              <a:spcAft>
                <a:spcPts val="0"/>
              </a:spcAft>
              <a:buNone/>
            </a:pPr>
            <a:r>
              <a:rPr lang="zh-CN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lang="en-US" altLang="zh-CN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457200" indent="0" algn="just">
              <a:spcAft>
                <a:spcPts val="0"/>
              </a:spcAft>
              <a:buNone/>
            </a:pP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  X</a:t>
            </a:r>
            <a:r>
              <a:rPr lang="en-US" altLang="zh-CN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=</a:t>
            </a:r>
            <a:r>
              <a:rPr lang="en-US" altLang="zh-CN" kern="10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en-US" altLang="zh-CN" kern="100" baseline="-250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+0.x</a:t>
            </a:r>
            <a:r>
              <a:rPr lang="en-US" altLang="zh-CN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en-US" altLang="zh-CN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…</a:t>
            </a:r>
            <a:r>
              <a:rPr lang="en-US" altLang="zh-CN" kern="1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x</a:t>
            </a:r>
            <a:r>
              <a:rPr lang="en-US" altLang="zh-CN" kern="100" baseline="-25000" dirty="0" err="1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endParaRPr lang="en-US" altLang="zh-CN" kern="100" baseline="-250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457200" indent="0" algn="just">
              <a:spcAft>
                <a:spcPts val="0"/>
              </a:spcAft>
              <a:buNone/>
            </a:pPr>
            <a:r>
              <a:rPr lang="en-US" altLang="zh-CN" kern="100" baseline="-250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        </a:t>
            </a:r>
            <a:r>
              <a:rPr lang="en-US" altLang="zh-CN" kern="10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=-</a:t>
            </a:r>
            <a:r>
              <a:rPr lang="en-US" altLang="zh-CN" kern="100" dirty="0">
                <a:solidFill>
                  <a:srgbClr val="FF0000"/>
                </a:solidFill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+0.1011</a:t>
            </a:r>
          </a:p>
          <a:p>
            <a:pPr marL="457200" indent="0" algn="just">
              <a:spcAft>
                <a:spcPts val="0"/>
              </a:spcAft>
              <a:buNone/>
            </a:pP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         =</a:t>
            </a:r>
            <a:r>
              <a:rPr lang="en-US" altLang="zh-CN" kern="100" dirty="0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0.0101</a:t>
            </a:r>
            <a:endParaRPr lang="zh-CN" altLang="zh-CN" kern="100" dirty="0">
              <a:latin typeface="Calibri" panose="020F0502020204030204" pitchFamily="34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indent="0">
              <a:buNone/>
            </a:pPr>
            <a:endParaRPr lang="zh-CN" altLang="en-US" dirty="0"/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6C0042C4-96CE-4E44-A737-456F998D12B0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  <p:extLst>
      <p:ext uri="{BB962C8B-B14F-4D97-AF65-F5344CB8AC3E}">
        <p14:creationId xmlns:p14="http://schemas.microsoft.com/office/powerpoint/2010/main" val="334625231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475E669-2138-4578-BC05-94A3CF5773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lvl="0">
              <a:spcBef>
                <a:spcPct val="20000"/>
              </a:spcBef>
            </a:pPr>
            <a:r>
              <a:rPr lang="en-US" altLang="zh-CN" b="1" dirty="0">
                <a:solidFill>
                  <a:srgbClr val="000000"/>
                </a:solidFill>
                <a:cs typeface="+mn-cs"/>
              </a:rPr>
              <a:t>3.</a:t>
            </a:r>
            <a:r>
              <a:rPr lang="zh-CN" altLang="en-US" b="1" dirty="0">
                <a:solidFill>
                  <a:srgbClr val="000000"/>
                </a:solidFill>
                <a:cs typeface="+mn-cs"/>
              </a:rPr>
              <a:t>补码右移公式</a:t>
            </a:r>
            <a:endParaRPr lang="en-US" altLang="zh-CN" b="1" dirty="0">
              <a:solidFill>
                <a:srgbClr val="000000"/>
              </a:solidFill>
              <a:cs typeface="+mn-cs"/>
            </a:endParaRP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D43A0FE-83BE-4036-A067-6D9D064B206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836712"/>
            <a:ext cx="8229600" cy="1296144"/>
          </a:xfr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/>
          <a:lstStyle/>
          <a:p>
            <a:pPr marL="0" indent="0">
              <a:buNone/>
            </a:pPr>
            <a:r>
              <a:rPr lang="zh-CN" altLang="zh-CN" dirty="0"/>
              <a:t>已知</a:t>
            </a:r>
            <a:r>
              <a:rPr lang="en-US" altLang="zh-CN" dirty="0"/>
              <a:t>[Y]</a:t>
            </a:r>
            <a:r>
              <a:rPr lang="zh-CN" altLang="zh-CN" baseline="-25000" dirty="0"/>
              <a:t>补</a:t>
            </a:r>
            <a:r>
              <a:rPr lang="en-US" altLang="zh-CN" dirty="0"/>
              <a:t>= y</a:t>
            </a:r>
            <a:r>
              <a:rPr lang="en-US" altLang="zh-CN" baseline="-25000" dirty="0"/>
              <a:t>0</a:t>
            </a:r>
            <a:r>
              <a:rPr lang="en-US" altLang="zh-CN" dirty="0"/>
              <a:t>.y</a:t>
            </a:r>
            <a:r>
              <a:rPr lang="en-US" altLang="zh-CN" baseline="-25000" dirty="0"/>
              <a:t>1</a:t>
            </a:r>
            <a:r>
              <a:rPr lang="en-US" altLang="zh-CN" dirty="0"/>
              <a:t>y</a:t>
            </a:r>
            <a:r>
              <a:rPr lang="en-US" altLang="zh-CN" baseline="-25000" dirty="0"/>
              <a:t>2</a:t>
            </a:r>
            <a:r>
              <a:rPr lang="en-US" altLang="zh-CN" dirty="0"/>
              <a:t>…</a:t>
            </a:r>
            <a:r>
              <a:rPr lang="en-US" altLang="zh-CN" dirty="0" err="1"/>
              <a:t>y</a:t>
            </a:r>
            <a:r>
              <a:rPr lang="en-US" altLang="zh-CN" baseline="-25000" dirty="0" err="1"/>
              <a:t>n</a:t>
            </a:r>
            <a:r>
              <a:rPr lang="zh-CN" altLang="zh-CN" dirty="0"/>
              <a:t>，证明：</a:t>
            </a:r>
          </a:p>
          <a:p>
            <a:pPr marL="0" indent="0">
              <a:buNone/>
            </a:pPr>
            <a:r>
              <a:rPr lang="en-US" altLang="zh-CN" dirty="0"/>
              <a:t>           [Y/2]</a:t>
            </a:r>
            <a:r>
              <a:rPr lang="zh-CN" altLang="zh-CN" baseline="-25000" dirty="0"/>
              <a:t>补</a:t>
            </a:r>
            <a:r>
              <a:rPr lang="en-US" altLang="zh-CN" dirty="0"/>
              <a:t>=y</a:t>
            </a:r>
            <a:r>
              <a:rPr lang="en-US" altLang="zh-CN" baseline="-25000" dirty="0"/>
              <a:t>0</a:t>
            </a:r>
            <a:r>
              <a:rPr lang="en-US" altLang="zh-CN" dirty="0"/>
              <a:t>. y</a:t>
            </a:r>
            <a:r>
              <a:rPr lang="en-US" altLang="zh-CN" baseline="-25000" dirty="0"/>
              <a:t>0</a:t>
            </a:r>
            <a:r>
              <a:rPr lang="en-US" altLang="zh-CN" dirty="0"/>
              <a:t>y</a:t>
            </a:r>
            <a:r>
              <a:rPr lang="en-US" altLang="zh-CN" baseline="-25000" dirty="0"/>
              <a:t>1</a:t>
            </a:r>
            <a:r>
              <a:rPr lang="en-US" altLang="zh-CN" dirty="0"/>
              <a:t>y</a:t>
            </a:r>
            <a:r>
              <a:rPr lang="en-US" altLang="zh-CN" baseline="-25000" dirty="0"/>
              <a:t>2</a:t>
            </a:r>
            <a:r>
              <a:rPr lang="en-US" altLang="zh-CN" dirty="0"/>
              <a:t>…y</a:t>
            </a:r>
            <a:r>
              <a:rPr lang="en-US" altLang="zh-CN" baseline="-25000" dirty="0"/>
              <a:t>n-1 </a:t>
            </a:r>
            <a:endParaRPr lang="zh-CN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DE9880C9-A27E-44DC-82F0-5F5E721455BA}"/>
              </a:ext>
            </a:extLst>
          </p:cNvPr>
          <p:cNvSpPr/>
          <p:nvPr/>
        </p:nvSpPr>
        <p:spPr>
          <a:xfrm>
            <a:off x="457200" y="2420888"/>
            <a:ext cx="8229600" cy="3539430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indent="133350" algn="just">
              <a:spcAft>
                <a:spcPts val="0"/>
              </a:spcAft>
            </a:pPr>
            <a:r>
              <a:rPr lang="zh-CN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证明：由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[Y]</a:t>
            </a:r>
            <a:r>
              <a:rPr lang="zh-CN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= 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0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.y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…</a:t>
            </a:r>
            <a:r>
              <a:rPr lang="en-US" altLang="zh-CN" sz="2800" kern="100" dirty="0" err="1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 err="1">
                <a:latin typeface="Calibri" panose="020F0502020204030204" pitchFamily="34" charset="0"/>
                <a:cs typeface="Times New Roman" panose="02020603050405020304" pitchFamily="18" charset="0"/>
              </a:rPr>
              <a:t>n</a:t>
            </a:r>
            <a:r>
              <a:rPr lang="zh-CN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，有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Y=</a:t>
            </a:r>
            <a:r>
              <a:rPr lang="en-US" altLang="zh-CN" sz="2800" kern="100" dirty="0">
                <a:latin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0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+0.y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…</a:t>
            </a:r>
            <a:r>
              <a:rPr lang="en-US" altLang="zh-CN" sz="2800" kern="100" dirty="0" err="1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 err="1">
                <a:latin typeface="Calibri" panose="020F0502020204030204" pitchFamily="34" charset="0"/>
                <a:cs typeface="Times New Roman" panose="02020603050405020304" pitchFamily="18" charset="0"/>
              </a:rPr>
              <a:t>n</a:t>
            </a:r>
            <a:endParaRPr lang="zh-CN" altLang="zh-CN" sz="2800" kern="100" dirty="0">
              <a:latin typeface="Calibri" panose="020F0502020204030204" pitchFamily="34" charset="0"/>
              <a:cs typeface="Times New Roman" panose="02020603050405020304" pitchFamily="18" charset="0"/>
            </a:endParaRPr>
          </a:p>
          <a:p>
            <a:pPr indent="133350" algn="just">
              <a:spcAft>
                <a:spcPts val="0"/>
              </a:spcAft>
            </a:pP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     </a:t>
            </a:r>
            <a:r>
              <a:rPr lang="zh-CN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所以：</a:t>
            </a:r>
            <a:endParaRPr lang="en-US" altLang="zh-CN" sz="2800" kern="100" dirty="0">
              <a:latin typeface="Calibri" panose="020F0502020204030204" pitchFamily="34" charset="0"/>
              <a:cs typeface="Times New Roman" panose="02020603050405020304" pitchFamily="18" charset="0"/>
            </a:endParaRPr>
          </a:p>
          <a:p>
            <a:pPr indent="133350" algn="just">
              <a:spcAft>
                <a:spcPts val="0"/>
              </a:spcAft>
            </a:pP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     Y/2=(</a:t>
            </a:r>
            <a:r>
              <a:rPr lang="en-US" altLang="zh-CN" sz="2800" kern="100" dirty="0">
                <a:latin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0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+0.y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…</a:t>
            </a:r>
            <a:r>
              <a:rPr lang="en-US" altLang="zh-CN" sz="2800" kern="100" dirty="0" err="1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 err="1">
                <a:latin typeface="Calibri" panose="020F0502020204030204" pitchFamily="34" charset="0"/>
                <a:cs typeface="Times New Roman" panose="02020603050405020304" pitchFamily="18" charset="0"/>
              </a:rPr>
              <a:t>n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)/2</a:t>
            </a:r>
            <a:endParaRPr lang="zh-CN" altLang="zh-CN" sz="2800" kern="100" dirty="0">
              <a:latin typeface="Calibri" panose="020F0502020204030204" pitchFamily="34" charset="0"/>
              <a:cs typeface="Times New Roman" panose="02020603050405020304" pitchFamily="18" charset="0"/>
            </a:endParaRPr>
          </a:p>
          <a:p>
            <a:pPr indent="1000125" algn="just">
              <a:spcAft>
                <a:spcPts val="0"/>
              </a:spcAft>
            </a:pP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=</a:t>
            </a:r>
            <a:r>
              <a:rPr lang="en-US" altLang="zh-CN" sz="2800" kern="100" dirty="0">
                <a:latin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0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/2+0.0y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…y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n-1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 </a:t>
            </a:r>
            <a:endParaRPr lang="zh-CN" altLang="zh-CN" sz="2800" kern="100" dirty="0">
              <a:latin typeface="Calibri" panose="020F0502020204030204" pitchFamily="34" charset="0"/>
              <a:cs typeface="Times New Roman" panose="02020603050405020304" pitchFamily="18" charset="0"/>
            </a:endParaRPr>
          </a:p>
          <a:p>
            <a:pPr indent="1000125" algn="just">
              <a:spcAft>
                <a:spcPts val="0"/>
              </a:spcAft>
            </a:pP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=</a:t>
            </a:r>
            <a:r>
              <a:rPr lang="en-US" altLang="zh-CN" sz="2800" kern="100" dirty="0">
                <a:latin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0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+y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0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/2+0.0y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…y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n-1</a:t>
            </a:r>
            <a:endParaRPr lang="zh-CN" altLang="zh-CN" sz="2800" kern="100" dirty="0">
              <a:latin typeface="Calibri" panose="020F0502020204030204" pitchFamily="34" charset="0"/>
              <a:cs typeface="Times New Roman" panose="02020603050405020304" pitchFamily="18" charset="0"/>
            </a:endParaRPr>
          </a:p>
          <a:p>
            <a:pPr indent="986790" algn="just">
              <a:spcAft>
                <a:spcPts val="0"/>
              </a:spcAft>
            </a:pP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=</a:t>
            </a:r>
            <a:r>
              <a:rPr lang="en-US" altLang="zh-CN" sz="2800" kern="100" dirty="0">
                <a:latin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0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+0. 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0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…y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n-1</a:t>
            </a:r>
            <a:endParaRPr lang="zh-CN" altLang="zh-CN" sz="2800" kern="100" dirty="0">
              <a:latin typeface="Calibri" panose="020F0502020204030204" pitchFamily="34" charset="0"/>
              <a:cs typeface="Times New Roman" panose="02020603050405020304" pitchFamily="18" charset="0"/>
            </a:endParaRPr>
          </a:p>
          <a:p>
            <a:pPr indent="133350" algn="just">
              <a:spcAft>
                <a:spcPts val="0"/>
              </a:spcAft>
            </a:pP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       </a:t>
            </a:r>
            <a:r>
              <a:rPr lang="zh-CN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根据</a:t>
            </a:r>
            <a:r>
              <a:rPr lang="zh-CN" altLang="en-US" sz="2800" kern="100" dirty="0">
                <a:solidFill>
                  <a:srgbClr val="FF0000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补码与真值</a:t>
            </a:r>
            <a:r>
              <a:rPr lang="zh-CN" altLang="en-US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的关系，</a:t>
            </a:r>
            <a:r>
              <a:rPr lang="zh-CN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有：</a:t>
            </a:r>
          </a:p>
          <a:p>
            <a:pPr marL="457200" indent="533400" algn="just">
              <a:spcAft>
                <a:spcPts val="0"/>
              </a:spcAft>
            </a:pP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[Y/2]</a:t>
            </a:r>
            <a:r>
              <a:rPr lang="zh-CN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补</a:t>
            </a:r>
            <a:r>
              <a:rPr lang="en-US" altLang="zh-CN" sz="2800" kern="100" dirty="0">
                <a:latin typeface="宋体" panose="02010600030101010101" pitchFamily="2" charset="-122"/>
                <a:cs typeface="Times New Roman" panose="02020603050405020304" pitchFamily="18" charset="0"/>
              </a:rPr>
              <a:t>=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0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. 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0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1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altLang="zh-CN" sz="2800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…y</a:t>
            </a:r>
            <a:r>
              <a:rPr lang="en-US" altLang="zh-CN" sz="2800" kern="100" baseline="-25000" dirty="0">
                <a:latin typeface="Calibri" panose="020F0502020204030204" pitchFamily="34" charset="0"/>
                <a:cs typeface="Times New Roman" panose="02020603050405020304" pitchFamily="18" charset="0"/>
              </a:rPr>
              <a:t>n-1</a:t>
            </a:r>
            <a:endParaRPr lang="zh-CN" altLang="zh-CN" sz="2800" kern="100" dirty="0">
              <a:latin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40382383-6430-4395-A229-9397A3881D2F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  <p:extLst>
      <p:ext uri="{BB962C8B-B14F-4D97-AF65-F5344CB8AC3E}">
        <p14:creationId xmlns:p14="http://schemas.microsoft.com/office/powerpoint/2010/main" val="38011321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475E669-2138-4578-BC05-94A3CF5773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【例</a:t>
            </a:r>
            <a:r>
              <a:rPr lang="en-US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2.3-3</a:t>
            </a:r>
            <a:r>
              <a:rPr lang="zh-CN" altLang="zh-CN" kern="100" dirty="0">
                <a:latin typeface="Calibri" panose="020F0502020204030204" pitchFamily="34" charset="0"/>
                <a:ea typeface="宋体" panose="02010600030101010101" pitchFamily="2" charset="-122"/>
                <a:cs typeface="Times New Roman" panose="02020603050405020304" pitchFamily="18" charset="0"/>
              </a:rPr>
              <a:t>】</a:t>
            </a:r>
            <a:r>
              <a:rPr lang="en-US" altLang="zh-CN" b="1" dirty="0"/>
              <a:t> </a:t>
            </a:r>
            <a:endParaRPr lang="zh-CN" alt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内容占位符 2">
                <a:extLst>
                  <a:ext uri="{FF2B5EF4-FFF2-40B4-BE49-F238E27FC236}">
                    <a16:creationId xmlns:a16="http://schemas.microsoft.com/office/drawing/2014/main" id="{8D43A0FE-83BE-4036-A067-6D9D064B206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474643" y="980728"/>
                <a:ext cx="8229600" cy="1008112"/>
              </a:xfrm>
            </p:spPr>
            <p:txBody>
              <a:bodyPr/>
              <a:lstStyle/>
              <a:p>
                <a:pPr indent="0" algn="just">
                  <a:spcAft>
                    <a:spcPts val="0"/>
                  </a:spcAft>
                  <a:buNone/>
                </a:pPr>
                <a:r>
                  <a:rPr lang="zh-CN" altLang="zh-CN" kern="1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若</a:t>
                </a:r>
                <a:r>
                  <a:rPr lang="en-US" altLang="zh-CN" kern="1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[X</a:t>
                </a:r>
                <a:r>
                  <a:rPr lang="en-US" altLang="zh-CN" kern="100" baseline="-250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1</a:t>
                </a:r>
                <a:r>
                  <a:rPr lang="en-US" altLang="zh-CN" kern="1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]</a:t>
                </a:r>
                <a:r>
                  <a:rPr lang="zh-CN" altLang="zh-CN" kern="100" baseline="-250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补</a:t>
                </a:r>
                <a:r>
                  <a:rPr lang="en-US" altLang="zh-CN" kern="1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=1.1011</a:t>
                </a:r>
                <a:r>
                  <a:rPr lang="zh-CN" altLang="zh-CN" kern="1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，</a:t>
                </a:r>
                <a:r>
                  <a:rPr lang="en-US" altLang="zh-CN" kern="1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[X</a:t>
                </a:r>
                <a:r>
                  <a:rPr lang="en-US" altLang="zh-CN" kern="100" baseline="-250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2</a:t>
                </a:r>
                <a:r>
                  <a:rPr lang="en-US" altLang="zh-CN" kern="1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]</a:t>
                </a:r>
                <a:r>
                  <a:rPr lang="zh-CN" altLang="zh-CN" kern="100" baseline="-250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补</a:t>
                </a:r>
                <a:r>
                  <a:rPr lang="en-US" altLang="zh-CN" kern="1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=0.1011</a:t>
                </a:r>
                <a:r>
                  <a:rPr lang="zh-CN" altLang="zh-CN" kern="1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求</a:t>
                </a:r>
                <a:r>
                  <a:rPr lang="en-US" altLang="zh-CN" kern="1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[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zh-CN" altLang="zh-CN" i="1" kern="100"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Times New Roman" panose="020206030504050203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US" altLang="zh-CN" kern="100">
                            <a:latin typeface="Cambria Math" panose="02040503050406030204" pitchFamily="18" charset="0"/>
                            <a:ea typeface="宋体" panose="02010600030101010101" pitchFamily="2" charset="-122"/>
                            <a:cs typeface="Times New Roman" panose="02020603050405020304" pitchFamily="18" charset="0"/>
                          </a:rPr>
                          <m:t>X</m:t>
                        </m:r>
                        <m:r>
                          <a:rPr lang="en-US" altLang="zh-CN" kern="100" baseline="-25000">
                            <a:latin typeface="Cambria Math" panose="02040503050406030204" pitchFamily="18" charset="0"/>
                            <a:ea typeface="宋体" panose="02010600030101010101" pitchFamily="2" charset="-122"/>
                            <a:cs typeface="Times New Roman" panose="02020603050405020304" pitchFamily="18" charset="0"/>
                          </a:rPr>
                          <m:t>1</m:t>
                        </m:r>
                      </m:num>
                      <m:den>
                        <m:r>
                          <a:rPr lang="en-US" altLang="zh-CN" kern="100">
                            <a:latin typeface="Cambria Math" panose="02040503050406030204" pitchFamily="18" charset="0"/>
                            <a:ea typeface="宋体" panose="02010600030101010101" pitchFamily="2" charset="-122"/>
                            <a:cs typeface="Times New Roman" panose="020206030504050203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lang="en-US" altLang="zh-CN" kern="1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]</a:t>
                </a:r>
                <a:r>
                  <a:rPr lang="zh-CN" altLang="zh-CN" kern="100" baseline="-250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补</a:t>
                </a:r>
                <a:r>
                  <a:rPr lang="zh-CN" altLang="zh-CN" kern="1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和</a:t>
                </a:r>
                <a:r>
                  <a:rPr lang="en-US" altLang="zh-CN" kern="1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[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zh-CN" altLang="zh-CN" i="1" kern="100"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Times New Roman" panose="020206030504050203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US" altLang="zh-CN" kern="100">
                            <a:latin typeface="Cambria Math" panose="02040503050406030204" pitchFamily="18" charset="0"/>
                            <a:ea typeface="宋体" panose="02010600030101010101" pitchFamily="2" charset="-122"/>
                            <a:cs typeface="Times New Roman" panose="02020603050405020304" pitchFamily="18" charset="0"/>
                          </a:rPr>
                          <m:t>X</m:t>
                        </m:r>
                        <m:r>
                          <a:rPr lang="en-US" altLang="zh-CN" kern="100" baseline="-25000">
                            <a:latin typeface="Cambria Math" panose="02040503050406030204" pitchFamily="18" charset="0"/>
                            <a:ea typeface="宋体" panose="02010600030101010101" pitchFamily="2" charset="-122"/>
                            <a:cs typeface="Times New Roman" panose="02020603050405020304" pitchFamily="18" charset="0"/>
                          </a:rPr>
                          <m:t>2</m:t>
                        </m:r>
                      </m:num>
                      <m:den>
                        <m:r>
                          <a:rPr lang="en-US" altLang="zh-CN" kern="100">
                            <a:latin typeface="Cambria Math" panose="02040503050406030204" pitchFamily="18" charset="0"/>
                            <a:ea typeface="宋体" panose="02010600030101010101" pitchFamily="2" charset="-122"/>
                            <a:cs typeface="Times New Roman" panose="020206030504050203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lang="en-US" altLang="zh-CN" kern="1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]</a:t>
                </a:r>
                <a:r>
                  <a:rPr lang="zh-CN" altLang="zh-CN" kern="100" baseline="-25000" dirty="0">
                    <a:latin typeface="Calibri" panose="020F0502020204030204" pitchFamily="34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补</a:t>
                </a:r>
                <a:endParaRPr lang="zh-CN" altLang="zh-CN" kern="100" dirty="0">
                  <a:latin typeface="Calibri" panose="020F0502020204030204" pitchFamily="34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  <a:p>
                <a:pPr marL="0" indent="0">
                  <a:buNone/>
                </a:pPr>
                <a:endParaRPr lang="zh-CN" altLang="en-US" dirty="0"/>
              </a:p>
            </p:txBody>
          </p:sp>
        </mc:Choice>
        <mc:Fallback xmlns="">
          <p:sp>
            <p:nvSpPr>
              <p:cNvPr id="3" name="内容占位符 2">
                <a:extLst>
                  <a:ext uri="{FF2B5EF4-FFF2-40B4-BE49-F238E27FC236}">
                    <a16:creationId xmlns:a16="http://schemas.microsoft.com/office/drawing/2014/main" id="{8D43A0FE-83BE-4036-A067-6D9D064B206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474643" y="980728"/>
                <a:ext cx="8229600" cy="1008112"/>
              </a:xfrm>
              <a:blipFill>
                <a:blip r:embed="rId2"/>
                <a:stretch>
                  <a:fillRect t="-606" r="-889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矩形 3">
                <a:extLst>
                  <a:ext uri="{FF2B5EF4-FFF2-40B4-BE49-F238E27FC236}">
                    <a16:creationId xmlns:a16="http://schemas.microsoft.com/office/drawing/2014/main" id="{4048BC7C-BB45-45A5-800C-42FCE4731D27}"/>
                  </a:ext>
                </a:extLst>
              </p:cNvPr>
              <p:cNvSpPr/>
              <p:nvPr/>
            </p:nvSpPr>
            <p:spPr>
              <a:xfrm>
                <a:off x="899592" y="2231240"/>
                <a:ext cx="7344816" cy="1998111"/>
              </a:xfrm>
              <a:prstGeom prst="rect">
                <a:avLst/>
              </a:prstGeom>
            </p:spPr>
            <p:style>
              <a:lnRef idx="2">
                <a:schemeClr val="accent3"/>
              </a:lnRef>
              <a:fillRef idx="1">
                <a:schemeClr val="lt1"/>
              </a:fillRef>
              <a:effectRef idx="0">
                <a:schemeClr val="accent3"/>
              </a:effectRef>
              <a:fontRef idx="minor">
                <a:schemeClr val="dk1"/>
              </a:fontRef>
            </p:style>
            <p:txBody>
              <a:bodyPr wrap="square">
                <a:spAutoFit/>
              </a:bodyPr>
              <a:lstStyle/>
              <a:p>
                <a:pPr indent="0" algn="just">
                  <a:spcAft>
                    <a:spcPts val="0"/>
                  </a:spcAft>
                  <a:buNone/>
                </a:pPr>
                <a:r>
                  <a:rPr lang="zh-CN" altLang="zh-CN" sz="3200" kern="100" dirty="0">
                    <a:solidFill>
                      <a:srgbClr val="FF0000"/>
                    </a:solidFill>
                    <a:latin typeface="Calibri" panose="020F0502020204030204" pitchFamily="34" charset="0"/>
                    <a:cs typeface="Times New Roman" panose="02020603050405020304" pitchFamily="18" charset="0"/>
                  </a:rPr>
                  <a:t>解：</a:t>
                </a:r>
                <a:endParaRPr lang="en-US" altLang="zh-CN" sz="3200" kern="100" dirty="0">
                  <a:solidFill>
                    <a:srgbClr val="FF0000"/>
                  </a:solidFill>
                  <a:latin typeface="Calibri" panose="020F0502020204030204" pitchFamily="34" charset="0"/>
                  <a:cs typeface="Times New Roman" panose="02020603050405020304" pitchFamily="18" charset="0"/>
                </a:endParaRPr>
              </a:p>
              <a:p>
                <a:pPr indent="0" algn="just">
                  <a:spcAft>
                    <a:spcPts val="0"/>
                  </a:spcAft>
                  <a:buNone/>
                </a:pPr>
                <a:r>
                  <a:rPr lang="en-US" altLang="zh-CN" sz="3200" kern="100" dirty="0">
                    <a:solidFill>
                      <a:srgbClr val="FF0000"/>
                    </a:solidFill>
                    <a:latin typeface="Calibri" panose="020F0502020204030204" pitchFamily="34" charset="0"/>
                    <a:cs typeface="Times New Roman" panose="02020603050405020304" pitchFamily="18" charset="0"/>
                  </a:rPr>
                  <a:t>    </a:t>
                </a:r>
                <a:r>
                  <a:rPr lang="en-US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[X</a:t>
                </a:r>
                <a:r>
                  <a:rPr lang="en-US" altLang="zh-CN" sz="3200" kern="100" baseline="-250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1</a:t>
                </a:r>
                <a:r>
                  <a:rPr lang="en-US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]</a:t>
                </a:r>
                <a:r>
                  <a:rPr lang="zh-CN" altLang="zh-CN" sz="3200" kern="100" baseline="-250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补</a:t>
                </a:r>
                <a:r>
                  <a:rPr lang="en-US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=1.1011</a:t>
                </a:r>
                <a:r>
                  <a:rPr lang="zh-CN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，</a:t>
                </a:r>
                <a:r>
                  <a:rPr lang="en-US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x</a:t>
                </a:r>
                <a:r>
                  <a:rPr lang="en-US" altLang="zh-CN" sz="3200" kern="100" baseline="-250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0</a:t>
                </a:r>
                <a:r>
                  <a:rPr lang="en-US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=1</a:t>
                </a:r>
                <a:r>
                  <a:rPr lang="zh-CN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，∴</a:t>
                </a:r>
                <a:r>
                  <a:rPr lang="en-US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 [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zh-CN" altLang="zh-CN" sz="3200" i="1" kern="100"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Times New Roman" panose="020206030504050203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US" altLang="zh-CN" sz="3200" kern="100">
                            <a:latin typeface="Cambria Math" panose="02040503050406030204" pitchFamily="18" charset="0"/>
                            <a:cs typeface="Times New Roman" panose="02020603050405020304" pitchFamily="18" charset="0"/>
                          </a:rPr>
                          <m:t>X</m:t>
                        </m:r>
                        <m:r>
                          <a:rPr lang="en-US" altLang="zh-CN" sz="3200" kern="100" baseline="-25000">
                            <a:latin typeface="Cambria Math" panose="02040503050406030204" pitchFamily="18" charset="0"/>
                            <a:cs typeface="Times New Roman" panose="02020603050405020304" pitchFamily="18" charset="0"/>
                          </a:rPr>
                          <m:t>1</m:t>
                        </m:r>
                      </m:num>
                      <m:den>
                        <m:r>
                          <a:rPr lang="en-US" altLang="zh-CN" sz="3200" kern="100">
                            <a:latin typeface="Cambria Math" panose="02040503050406030204" pitchFamily="18" charset="0"/>
                            <a:cs typeface="Times New Roman" panose="020206030504050203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lang="en-US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]</a:t>
                </a:r>
                <a:r>
                  <a:rPr lang="zh-CN" altLang="zh-CN" sz="3200" kern="100" baseline="-250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补</a:t>
                </a:r>
                <a:r>
                  <a:rPr lang="en-US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=1.1101</a:t>
                </a:r>
                <a:endParaRPr lang="zh-CN" altLang="zh-CN" sz="3200" kern="100" dirty="0">
                  <a:latin typeface="Calibri" panose="020F0502020204030204" pitchFamily="34" charset="0"/>
                  <a:cs typeface="Times New Roman" panose="02020603050405020304" pitchFamily="18" charset="0"/>
                </a:endParaRPr>
              </a:p>
              <a:p>
                <a:pPr indent="0" algn="just">
                  <a:spcAft>
                    <a:spcPts val="0"/>
                  </a:spcAft>
                  <a:buNone/>
                </a:pPr>
                <a:r>
                  <a:rPr lang="en-US" altLang="zh-CN" sz="3200" kern="100" baseline="-250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      </a:t>
                </a:r>
                <a:r>
                  <a:rPr lang="en-US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[X</a:t>
                </a:r>
                <a:r>
                  <a:rPr lang="en-US" altLang="zh-CN" sz="3200" kern="100" baseline="-250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2</a:t>
                </a:r>
                <a:r>
                  <a:rPr lang="en-US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]</a:t>
                </a:r>
                <a:r>
                  <a:rPr lang="zh-CN" altLang="zh-CN" sz="3200" kern="100" baseline="-250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补</a:t>
                </a:r>
                <a:r>
                  <a:rPr lang="en-US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=0.1011</a:t>
                </a:r>
                <a:r>
                  <a:rPr lang="zh-CN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，</a:t>
                </a:r>
                <a:r>
                  <a:rPr lang="en-US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x</a:t>
                </a:r>
                <a:r>
                  <a:rPr lang="en-US" altLang="zh-CN" sz="3200" kern="100" baseline="-250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0</a:t>
                </a:r>
                <a:r>
                  <a:rPr lang="en-US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=0</a:t>
                </a:r>
                <a:r>
                  <a:rPr lang="zh-CN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，∴</a:t>
                </a:r>
                <a:r>
                  <a:rPr lang="en-US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 [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zh-CN" altLang="zh-CN" sz="3200" i="1" kern="100"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Times New Roman" panose="020206030504050203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US" altLang="zh-CN" sz="3200" kern="100">
                            <a:latin typeface="Cambria Math" panose="02040503050406030204" pitchFamily="18" charset="0"/>
                            <a:cs typeface="Times New Roman" panose="02020603050405020304" pitchFamily="18" charset="0"/>
                          </a:rPr>
                          <m:t>X</m:t>
                        </m:r>
                        <m:r>
                          <a:rPr lang="en-US" altLang="zh-CN" sz="3200" kern="100" baseline="-25000">
                            <a:latin typeface="Cambria Math" panose="02040503050406030204" pitchFamily="18" charset="0"/>
                            <a:cs typeface="Times New Roman" panose="02020603050405020304" pitchFamily="18" charset="0"/>
                          </a:rPr>
                          <m:t>1</m:t>
                        </m:r>
                      </m:num>
                      <m:den>
                        <m:r>
                          <a:rPr lang="en-US" altLang="zh-CN" sz="3200" kern="100">
                            <a:latin typeface="Cambria Math" panose="02040503050406030204" pitchFamily="18" charset="0"/>
                            <a:cs typeface="Times New Roman" panose="020206030504050203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lang="en-US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]</a:t>
                </a:r>
                <a:r>
                  <a:rPr lang="zh-CN" altLang="zh-CN" sz="3200" kern="100" baseline="-250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补</a:t>
                </a:r>
                <a:r>
                  <a:rPr lang="en-US" altLang="zh-CN" sz="3200" kern="100" dirty="0">
                    <a:latin typeface="Calibri" panose="020F0502020204030204" pitchFamily="34" charset="0"/>
                    <a:cs typeface="Times New Roman" panose="02020603050405020304" pitchFamily="18" charset="0"/>
                  </a:rPr>
                  <a:t>=0.0110</a:t>
                </a:r>
                <a:endParaRPr lang="zh-CN" altLang="zh-CN" sz="3200" kern="100" dirty="0">
                  <a:latin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4" name="矩形 3">
                <a:extLst>
                  <a:ext uri="{FF2B5EF4-FFF2-40B4-BE49-F238E27FC236}">
                    <a16:creationId xmlns:a16="http://schemas.microsoft.com/office/drawing/2014/main" id="{4048BC7C-BB45-45A5-800C-42FCE4731D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592" y="2231240"/>
                <a:ext cx="7344816" cy="1998111"/>
              </a:xfrm>
              <a:prstGeom prst="rect">
                <a:avLst/>
              </a:prstGeom>
              <a:blipFill>
                <a:blip r:embed="rId3"/>
                <a:stretch>
                  <a:fillRect l="-1987" t="-4819" b="-3614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矩形 4">
            <a:extLst>
              <a:ext uri="{FF2B5EF4-FFF2-40B4-BE49-F238E27FC236}">
                <a16:creationId xmlns:a16="http://schemas.microsoft.com/office/drawing/2014/main" id="{5FB5B086-5CA9-45FA-A475-30F62EF4831E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  <p:extLst>
      <p:ext uri="{BB962C8B-B14F-4D97-AF65-F5344CB8AC3E}">
        <p14:creationId xmlns:p14="http://schemas.microsoft.com/office/powerpoint/2010/main" val="416167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Text Box 2">
            <a:extLst>
              <a:ext uri="{FF2B5EF4-FFF2-40B4-BE49-F238E27FC236}">
                <a16:creationId xmlns:a16="http://schemas.microsoft.com/office/drawing/2014/main" id="{317C2E29-E85D-4A2E-A327-9EBB8EB54B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152400"/>
            <a:ext cx="578775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 dirty="0">
                <a:latin typeface="Times New Roman" panose="02020603050405020304" pitchFamily="18" charset="0"/>
              </a:rPr>
              <a:t>4.</a:t>
            </a:r>
            <a:r>
              <a:rPr kumimoji="1" lang="zh-CN" altLang="en-US" sz="3600" b="1" dirty="0">
                <a:latin typeface="Times New Roman" panose="02020603050405020304" pitchFamily="18" charset="0"/>
              </a:rPr>
              <a:t>补码乘法的运算规则</a:t>
            </a:r>
          </a:p>
        </p:txBody>
      </p:sp>
      <p:sp>
        <p:nvSpPr>
          <p:cNvPr id="71683" name="Text Box 3">
            <a:extLst>
              <a:ext uri="{FF2B5EF4-FFF2-40B4-BE49-F238E27FC236}">
                <a16:creationId xmlns:a16="http://schemas.microsoft.com/office/drawing/2014/main" id="{450E8C4F-1487-4F32-B4D5-CFBCA4D59D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9300" y="1614488"/>
            <a:ext cx="2438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设 被乘数</a:t>
            </a:r>
          </a:p>
        </p:txBody>
      </p:sp>
      <p:sp>
        <p:nvSpPr>
          <p:cNvPr id="71684" name="Text Box 4">
            <a:extLst>
              <a:ext uri="{FF2B5EF4-FFF2-40B4-BE49-F238E27FC236}">
                <a16:creationId xmlns:a16="http://schemas.microsoft.com/office/drawing/2014/main" id="{CCEBCAC4-261E-4971-AF8A-35B842DBB6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41738" y="2147888"/>
            <a:ext cx="1600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乘数</a:t>
            </a: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96534A79-F3B7-46D4-BCED-68F20D7B460E}"/>
              </a:ext>
            </a:extLst>
          </p:cNvPr>
          <p:cNvGrpSpPr>
            <a:grpSpLocks/>
          </p:cNvGrpSpPr>
          <p:nvPr/>
        </p:nvGrpSpPr>
        <p:grpSpPr bwMode="auto">
          <a:xfrm>
            <a:off x="5102225" y="1557338"/>
            <a:ext cx="3290888" cy="544512"/>
            <a:chOff x="3214" y="981"/>
            <a:chExt cx="2073" cy="343"/>
          </a:xfrm>
        </p:grpSpPr>
        <p:sp>
          <p:nvSpPr>
            <p:cNvPr id="74772" name="Text Box 6">
              <a:extLst>
                <a:ext uri="{FF2B5EF4-FFF2-40B4-BE49-F238E27FC236}">
                  <a16:creationId xmlns:a16="http://schemas.microsoft.com/office/drawing/2014/main" id="{759CD4EC-95BD-496C-BB2C-0579020D0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4" y="997"/>
              <a:ext cx="207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0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.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74773" name="Text Box 7">
              <a:extLst>
                <a:ext uri="{FF2B5EF4-FFF2-40B4-BE49-F238E27FC236}">
                  <a16:creationId xmlns:a16="http://schemas.microsoft.com/office/drawing/2014/main" id="{DE8B95EA-17BA-4351-ADEA-FF8C203823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58" y="981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3" name="Group 8">
            <a:extLst>
              <a:ext uri="{FF2B5EF4-FFF2-40B4-BE49-F238E27FC236}">
                <a16:creationId xmlns:a16="http://schemas.microsoft.com/office/drawing/2014/main" id="{9091863D-83CA-4905-9CF2-780B69E72AB5}"/>
              </a:ext>
            </a:extLst>
          </p:cNvPr>
          <p:cNvGrpSpPr>
            <a:grpSpLocks/>
          </p:cNvGrpSpPr>
          <p:nvPr/>
        </p:nvGrpSpPr>
        <p:grpSpPr bwMode="auto">
          <a:xfrm>
            <a:off x="5102225" y="2120900"/>
            <a:ext cx="3187700" cy="546100"/>
            <a:chOff x="3214" y="1336"/>
            <a:chExt cx="2008" cy="344"/>
          </a:xfrm>
        </p:grpSpPr>
        <p:sp>
          <p:nvSpPr>
            <p:cNvPr id="74770" name="Text Box 9">
              <a:extLst>
                <a:ext uri="{FF2B5EF4-FFF2-40B4-BE49-F238E27FC236}">
                  <a16:creationId xmlns:a16="http://schemas.microsoft.com/office/drawing/2014/main" id="{64FB90B9-264E-47FE-9B8A-6EF1A3DB73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4" y="1353"/>
              <a:ext cx="200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0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.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74771" name="Text Box 10">
              <a:extLst>
                <a:ext uri="{FF2B5EF4-FFF2-40B4-BE49-F238E27FC236}">
                  <a16:creationId xmlns:a16="http://schemas.microsoft.com/office/drawing/2014/main" id="{EC451C8F-CE7C-4D84-B262-78ACC3D175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58" y="1336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71691" name="Text Box 11">
            <a:extLst>
              <a:ext uri="{FF2B5EF4-FFF2-40B4-BE49-F238E27FC236}">
                <a16:creationId xmlns:a16="http://schemas.microsoft.com/office/drawing/2014/main" id="{4E856328-41E6-46ED-81A5-C6F2C6C610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8088" y="2757488"/>
            <a:ext cx="604361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①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被乘数任意，乘数为正</a:t>
            </a:r>
          </a:p>
        </p:txBody>
      </p:sp>
      <p:sp>
        <p:nvSpPr>
          <p:cNvPr id="71692" name="Text Box 12">
            <a:extLst>
              <a:ext uri="{FF2B5EF4-FFF2-40B4-BE49-F238E27FC236}">
                <a16:creationId xmlns:a16="http://schemas.microsoft.com/office/drawing/2014/main" id="{BB67A7DA-B9E7-43CD-ACCA-080F9D4EAD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6725" y="3367088"/>
            <a:ext cx="16129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同原码乘</a:t>
            </a:r>
          </a:p>
        </p:txBody>
      </p:sp>
      <p:sp>
        <p:nvSpPr>
          <p:cNvPr id="71693" name="Text Box 13">
            <a:extLst>
              <a:ext uri="{FF2B5EF4-FFF2-40B4-BE49-F238E27FC236}">
                <a16:creationId xmlns:a16="http://schemas.microsoft.com/office/drawing/2014/main" id="{4991A2AC-A0C0-4365-ADE6-614EB3F855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4125" y="3389313"/>
            <a:ext cx="53498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但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加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和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移位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按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补码规则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运算</a:t>
            </a:r>
          </a:p>
        </p:txBody>
      </p:sp>
      <p:sp>
        <p:nvSpPr>
          <p:cNvPr id="71694" name="Text Box 14">
            <a:extLst>
              <a:ext uri="{FF2B5EF4-FFF2-40B4-BE49-F238E27FC236}">
                <a16:creationId xmlns:a16="http://schemas.microsoft.com/office/drawing/2014/main" id="{BB18E894-5503-468B-99B9-F84F32F11D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4125" y="3976688"/>
            <a:ext cx="33988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乘积的符号自然形成</a:t>
            </a:r>
          </a:p>
        </p:txBody>
      </p:sp>
      <p:sp>
        <p:nvSpPr>
          <p:cNvPr id="71695" name="Text Box 15">
            <a:extLst>
              <a:ext uri="{FF2B5EF4-FFF2-40B4-BE49-F238E27FC236}">
                <a16:creationId xmlns:a16="http://schemas.microsoft.com/office/drawing/2014/main" id="{20069216-2EBA-49BB-9437-B3902DB631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8088" y="4662488"/>
            <a:ext cx="511651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②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被乘数任意，乘数为负</a:t>
            </a:r>
          </a:p>
        </p:txBody>
      </p:sp>
      <p:sp>
        <p:nvSpPr>
          <p:cNvPr id="71696" name="Text Box 16">
            <a:extLst>
              <a:ext uri="{FF2B5EF4-FFF2-40B4-BE49-F238E27FC236}">
                <a16:creationId xmlns:a16="http://schemas.microsoft.com/office/drawing/2014/main" id="{65D1FD45-E3F9-4A75-BB98-DA9657FAFC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6725" y="5272088"/>
            <a:ext cx="64928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乘数</a:t>
            </a: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，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去掉符号位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，操作同 ①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71697" name="Text Box 17">
            <a:extLst>
              <a:ext uri="{FF2B5EF4-FFF2-40B4-BE49-F238E27FC236}">
                <a16:creationId xmlns:a16="http://schemas.microsoft.com/office/drawing/2014/main" id="{51318CDD-7E67-45E4-922B-2AB37E948A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6725" y="5934075"/>
            <a:ext cx="37496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最后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加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1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r>
              <a:rPr kumimoji="1" lang="zh-CN" altLang="en-US" sz="2800" b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，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校正</a:t>
            </a:r>
          </a:p>
        </p:txBody>
      </p:sp>
      <p:sp>
        <p:nvSpPr>
          <p:cNvPr id="71698" name="Text Box 18">
            <a:extLst>
              <a:ext uri="{FF2B5EF4-FFF2-40B4-BE49-F238E27FC236}">
                <a16:creationId xmlns:a16="http://schemas.microsoft.com/office/drawing/2014/main" id="{85F6FDFF-4C29-4816-AB9F-A275994AB8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914400"/>
            <a:ext cx="4705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dirty="0">
                <a:latin typeface="Times New Roman" panose="02020603050405020304" pitchFamily="18" charset="0"/>
              </a:rPr>
              <a:t>(1)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补码一位校正算法</a:t>
            </a:r>
          </a:p>
        </p:txBody>
      </p:sp>
      <p:sp>
        <p:nvSpPr>
          <p:cNvPr id="71700" name="Text Box 20">
            <a:extLst>
              <a:ext uri="{FF2B5EF4-FFF2-40B4-BE49-F238E27FC236}">
                <a16:creationId xmlns:a16="http://schemas.microsoft.com/office/drawing/2014/main" id="{0C05D600-0EA7-4961-820B-D7D080611F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614488"/>
            <a:ext cx="26670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以小数为例</a:t>
            </a:r>
          </a:p>
        </p:txBody>
      </p:sp>
      <p:sp>
        <p:nvSpPr>
          <p:cNvPr id="21" name="矩形 20">
            <a:extLst>
              <a:ext uri="{FF2B5EF4-FFF2-40B4-BE49-F238E27FC236}">
                <a16:creationId xmlns:a16="http://schemas.microsoft.com/office/drawing/2014/main" id="{387B91CC-FC9B-405B-9AF0-41B666F36215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1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1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1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1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71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71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71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716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716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716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71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683" grpId="0" autoUpdateAnimBg="0"/>
      <p:bldP spid="71684" grpId="0" autoUpdateAnimBg="0"/>
      <p:bldP spid="71691" grpId="0" autoUpdateAnimBg="0"/>
      <p:bldP spid="71692" grpId="0" autoUpdateAnimBg="0"/>
      <p:bldP spid="71693" grpId="0" autoUpdateAnimBg="0"/>
      <p:bldP spid="71694" grpId="0" autoUpdateAnimBg="0"/>
      <p:bldP spid="71695" grpId="0" autoUpdateAnimBg="0"/>
      <p:bldP spid="71696" grpId="0" autoUpdateAnimBg="0"/>
      <p:bldP spid="71697" grpId="0" autoUpdateAnimBg="0"/>
      <p:bldP spid="71698" grpId="0" autoUpdateAnimBg="0"/>
      <p:bldP spid="71700" grpId="0" autoUpdateAnimBg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Text Box 2">
            <a:extLst>
              <a:ext uri="{FF2B5EF4-FFF2-40B4-BE49-F238E27FC236}">
                <a16:creationId xmlns:a16="http://schemas.microsoft.com/office/drawing/2014/main" id="{0BEC521D-D47B-4DDA-9817-B73285B4B7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" y="273050"/>
            <a:ext cx="38258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 dirty="0">
                <a:latin typeface="Times New Roman" panose="02020603050405020304" pitchFamily="18" charset="0"/>
              </a:rPr>
              <a:t>(2) Booth </a:t>
            </a:r>
            <a:r>
              <a:rPr kumimoji="1" lang="zh-CN" altLang="en-US" sz="3600" b="1" dirty="0">
                <a:latin typeface="Times New Roman" panose="02020603050405020304" pitchFamily="18" charset="0"/>
              </a:rPr>
              <a:t>算法</a:t>
            </a:r>
          </a:p>
        </p:txBody>
      </p:sp>
      <p:sp>
        <p:nvSpPr>
          <p:cNvPr id="72707" name="Text Box 3">
            <a:extLst>
              <a:ext uri="{FF2B5EF4-FFF2-40B4-BE49-F238E27FC236}">
                <a16:creationId xmlns:a16="http://schemas.microsoft.com/office/drawing/2014/main" id="{84DC58CD-6DC2-430C-ADB7-F28732DCAD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319088"/>
            <a:ext cx="50307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（被乘数、乘数符号任意）</a:t>
            </a:r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0A2834C4-A5A2-45A4-94E1-8002F0355868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990600"/>
            <a:ext cx="8007350" cy="595313"/>
            <a:chOff x="240" y="624"/>
            <a:chExt cx="5044" cy="375"/>
          </a:xfrm>
        </p:grpSpPr>
        <p:sp>
          <p:nvSpPr>
            <p:cNvPr id="75820" name="Text Box 5">
              <a:extLst>
                <a:ext uri="{FF2B5EF4-FFF2-40B4-BE49-F238E27FC236}">
                  <a16:creationId xmlns:a16="http://schemas.microsoft.com/office/drawing/2014/main" id="{F1576281-CA02-4FE4-807E-A3840D8A0A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" y="672"/>
              <a:ext cx="504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设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0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.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=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0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.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75821" name="Text Box 6">
              <a:extLst>
                <a:ext uri="{FF2B5EF4-FFF2-40B4-BE49-F238E27FC236}">
                  <a16:creationId xmlns:a16="http://schemas.microsoft.com/office/drawing/2014/main" id="{CE8C552C-A878-479E-A109-4FAF5ADF8B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6" y="624"/>
              <a:ext cx="34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75822" name="Text Box 7">
              <a:extLst>
                <a:ext uri="{FF2B5EF4-FFF2-40B4-BE49-F238E27FC236}">
                  <a16:creationId xmlns:a16="http://schemas.microsoft.com/office/drawing/2014/main" id="{813C2111-C5BD-4ED9-B466-D32A9BCF4B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7" y="630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72712" name="Text Box 8">
            <a:extLst>
              <a:ext uri="{FF2B5EF4-FFF2-40B4-BE49-F238E27FC236}">
                <a16:creationId xmlns:a16="http://schemas.microsoft.com/office/drawing/2014/main" id="{0C6B3A8A-B0B6-4E35-BFC3-700F0C02BA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3588" y="1609725"/>
            <a:ext cx="122713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·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</a:p>
        </p:txBody>
      </p:sp>
      <p:grpSp>
        <p:nvGrpSpPr>
          <p:cNvPr id="3" name="Group 9">
            <a:extLst>
              <a:ext uri="{FF2B5EF4-FFF2-40B4-BE49-F238E27FC236}">
                <a16:creationId xmlns:a16="http://schemas.microsoft.com/office/drawing/2014/main" id="{DBB22F7E-DF95-4CC1-BC1C-F205080A6061}"/>
              </a:ext>
            </a:extLst>
          </p:cNvPr>
          <p:cNvGrpSpPr>
            <a:grpSpLocks/>
          </p:cNvGrpSpPr>
          <p:nvPr/>
        </p:nvGrpSpPr>
        <p:grpSpPr bwMode="auto">
          <a:xfrm>
            <a:off x="474663" y="2081213"/>
            <a:ext cx="4429125" cy="614362"/>
            <a:chOff x="299" y="1401"/>
            <a:chExt cx="2790" cy="387"/>
          </a:xfrm>
        </p:grpSpPr>
        <p:sp>
          <p:nvSpPr>
            <p:cNvPr id="75818" name="Text Box 10">
              <a:extLst>
                <a:ext uri="{FF2B5EF4-FFF2-40B4-BE49-F238E27FC236}">
                  <a16:creationId xmlns:a16="http://schemas.microsoft.com/office/drawing/2014/main" id="{C5998B7C-FDA4-4C70-A00F-3A88725362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" y="1461"/>
              <a:ext cx="279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= 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( 0.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) 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[</a:t>
              </a:r>
              <a:r>
                <a:rPr kumimoji="1" lang="en-US" altLang="zh-CN" sz="2800" b="1" i="1"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· </a:t>
              </a:r>
              <a:r>
                <a:rPr kumimoji="1" lang="en-US" altLang="zh-CN" sz="2800" b="1" i="1"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kumimoji="1" lang="en-US" altLang="zh-CN" sz="2400" b="1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75819" name="Text Box 11">
              <a:extLst>
                <a:ext uri="{FF2B5EF4-FFF2-40B4-BE49-F238E27FC236}">
                  <a16:creationId xmlns:a16="http://schemas.microsoft.com/office/drawing/2014/main" id="{DAF947F3-B4E5-4857-AEAD-A9F246A8E9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0" y="1401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4" name="Group 12">
            <a:extLst>
              <a:ext uri="{FF2B5EF4-FFF2-40B4-BE49-F238E27FC236}">
                <a16:creationId xmlns:a16="http://schemas.microsoft.com/office/drawing/2014/main" id="{DFD926A6-61F1-46C9-96A7-554617FF2BAA}"/>
              </a:ext>
            </a:extLst>
          </p:cNvPr>
          <p:cNvGrpSpPr>
            <a:grpSpLocks/>
          </p:cNvGrpSpPr>
          <p:nvPr/>
        </p:nvGrpSpPr>
        <p:grpSpPr bwMode="auto">
          <a:xfrm>
            <a:off x="474663" y="2725738"/>
            <a:ext cx="6005512" cy="571500"/>
            <a:chOff x="299" y="1717"/>
            <a:chExt cx="3783" cy="360"/>
          </a:xfrm>
        </p:grpSpPr>
        <p:sp>
          <p:nvSpPr>
            <p:cNvPr id="75816" name="Text Box 13">
              <a:extLst>
                <a:ext uri="{FF2B5EF4-FFF2-40B4-BE49-F238E27FC236}">
                  <a16:creationId xmlns:a16="http://schemas.microsoft.com/office/drawing/2014/main" id="{547398A8-E08F-4DAC-985A-0F6D712624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" y="1750"/>
              <a:ext cx="378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= 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+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+      +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) 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[</a:t>
              </a:r>
              <a:r>
                <a:rPr kumimoji="1" lang="en-US" altLang="zh-CN" sz="2800" b="1" i="1"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· </a:t>
              </a:r>
              <a:r>
                <a:rPr kumimoji="1" lang="en-US" altLang="zh-CN" sz="2800" b="1" i="1"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kumimoji="1" lang="en-US" altLang="zh-CN" sz="2400" b="1">
                <a:latin typeface="Times New Roman" panose="02020603050405020304" pitchFamily="18" charset="0"/>
              </a:endParaRPr>
            </a:p>
          </p:txBody>
        </p:sp>
        <p:sp>
          <p:nvSpPr>
            <p:cNvPr id="75817" name="Text Box 14">
              <a:extLst>
                <a:ext uri="{FF2B5EF4-FFF2-40B4-BE49-F238E27FC236}">
                  <a16:creationId xmlns:a16="http://schemas.microsoft.com/office/drawing/2014/main" id="{38880C76-CF2A-4CA4-B46C-677033C396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7" y="1717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5" name="Group 15">
            <a:extLst>
              <a:ext uri="{FF2B5EF4-FFF2-40B4-BE49-F238E27FC236}">
                <a16:creationId xmlns:a16="http://schemas.microsoft.com/office/drawing/2014/main" id="{182A8210-4649-4D6C-B876-A00AECFE47F4}"/>
              </a:ext>
            </a:extLst>
          </p:cNvPr>
          <p:cNvGrpSpPr>
            <a:grpSpLocks/>
          </p:cNvGrpSpPr>
          <p:nvPr/>
        </p:nvGrpSpPr>
        <p:grpSpPr bwMode="auto">
          <a:xfrm>
            <a:off x="474663" y="3362325"/>
            <a:ext cx="5132387" cy="576263"/>
            <a:chOff x="299" y="2118"/>
            <a:chExt cx="3233" cy="363"/>
          </a:xfrm>
        </p:grpSpPr>
        <p:sp>
          <p:nvSpPr>
            <p:cNvPr id="75814" name="Text Box 16">
              <a:extLst>
                <a:ext uri="{FF2B5EF4-FFF2-40B4-BE49-F238E27FC236}">
                  <a16:creationId xmlns:a16="http://schemas.microsoft.com/office/drawing/2014/main" id="{0B361E12-7CD9-4A99-96FB-94B46B293E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" y="2154"/>
              <a:ext cx="323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= 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1"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+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+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-2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+      +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)</a:t>
              </a:r>
            </a:p>
          </p:txBody>
        </p:sp>
        <p:sp>
          <p:nvSpPr>
            <p:cNvPr id="75815" name="Text Box 17">
              <a:extLst>
                <a:ext uri="{FF2B5EF4-FFF2-40B4-BE49-F238E27FC236}">
                  <a16:creationId xmlns:a16="http://schemas.microsoft.com/office/drawing/2014/main" id="{52BD9908-07AF-474B-B354-E219642C4B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27" y="2118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6" name="Group 18">
            <a:extLst>
              <a:ext uri="{FF2B5EF4-FFF2-40B4-BE49-F238E27FC236}">
                <a16:creationId xmlns:a16="http://schemas.microsoft.com/office/drawing/2014/main" id="{66D0AA24-76B4-46A7-B4CD-3AA7DA0705E5}"/>
              </a:ext>
            </a:extLst>
          </p:cNvPr>
          <p:cNvGrpSpPr>
            <a:grpSpLocks/>
          </p:cNvGrpSpPr>
          <p:nvPr/>
        </p:nvGrpSpPr>
        <p:grpSpPr bwMode="auto">
          <a:xfrm>
            <a:off x="474663" y="3970338"/>
            <a:ext cx="8329612" cy="595312"/>
            <a:chOff x="299" y="2501"/>
            <a:chExt cx="5247" cy="375"/>
          </a:xfrm>
        </p:grpSpPr>
        <p:sp>
          <p:nvSpPr>
            <p:cNvPr id="75812" name="Text Box 19">
              <a:extLst>
                <a:ext uri="{FF2B5EF4-FFF2-40B4-BE49-F238E27FC236}">
                  <a16:creationId xmlns:a16="http://schemas.microsoft.com/office/drawing/2014/main" id="{009724ED-DA8B-4CE7-9498-195B09F6BA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" y="2549"/>
              <a:ext cx="524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= 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1"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+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</a:t>
              </a: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 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-1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)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+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-1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-2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)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+      +(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-(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-1)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)]</a:t>
              </a:r>
            </a:p>
          </p:txBody>
        </p:sp>
        <p:sp>
          <p:nvSpPr>
            <p:cNvPr id="75813" name="Text Box 20">
              <a:extLst>
                <a:ext uri="{FF2B5EF4-FFF2-40B4-BE49-F238E27FC236}">
                  <a16:creationId xmlns:a16="http://schemas.microsoft.com/office/drawing/2014/main" id="{7F28940E-08EE-4BB7-ACAB-ECD8290984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0" y="2501"/>
              <a:ext cx="39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 </a:t>
              </a:r>
            </a:p>
          </p:txBody>
        </p:sp>
      </p:grpSp>
      <p:grpSp>
        <p:nvGrpSpPr>
          <p:cNvPr id="7" name="Group 21">
            <a:extLst>
              <a:ext uri="{FF2B5EF4-FFF2-40B4-BE49-F238E27FC236}">
                <a16:creationId xmlns:a16="http://schemas.microsoft.com/office/drawing/2014/main" id="{40F17D3F-F9E6-46AE-83D2-94FAF285CA9A}"/>
              </a:ext>
            </a:extLst>
          </p:cNvPr>
          <p:cNvGrpSpPr>
            <a:grpSpLocks/>
          </p:cNvGrpSpPr>
          <p:nvPr/>
        </p:nvGrpSpPr>
        <p:grpSpPr bwMode="auto">
          <a:xfrm>
            <a:off x="474663" y="4595813"/>
            <a:ext cx="8669337" cy="596900"/>
            <a:chOff x="299" y="2895"/>
            <a:chExt cx="5461" cy="376"/>
          </a:xfrm>
        </p:grpSpPr>
        <p:sp>
          <p:nvSpPr>
            <p:cNvPr id="75810" name="Text Box 22">
              <a:extLst>
                <a:ext uri="{FF2B5EF4-FFF2-40B4-BE49-F238E27FC236}">
                  <a16:creationId xmlns:a16="http://schemas.microsoft.com/office/drawing/2014/main" id="{C92CDDFF-D1A1-4FAE-B96B-8DD915EC3A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" y="2944"/>
              <a:ext cx="546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= 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[(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1"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)+(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)2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+      +(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-1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)2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-(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-1)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+(0</a:t>
              </a:r>
              <a:r>
                <a:rPr kumimoji="1" lang="en-US" altLang="zh-CN" sz="10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)2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)]</a:t>
              </a:r>
            </a:p>
          </p:txBody>
        </p:sp>
        <p:sp>
          <p:nvSpPr>
            <p:cNvPr id="75811" name="Text Box 23">
              <a:extLst>
                <a:ext uri="{FF2B5EF4-FFF2-40B4-BE49-F238E27FC236}">
                  <a16:creationId xmlns:a16="http://schemas.microsoft.com/office/drawing/2014/main" id="{4BCA4A6E-EFDC-4020-A723-097847A84B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9" y="2895"/>
              <a:ext cx="41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 </a:t>
              </a:r>
            </a:p>
          </p:txBody>
        </p:sp>
      </p:grpSp>
      <p:grpSp>
        <p:nvGrpSpPr>
          <p:cNvPr id="8" name="Group 24">
            <a:extLst>
              <a:ext uri="{FF2B5EF4-FFF2-40B4-BE49-F238E27FC236}">
                <a16:creationId xmlns:a16="http://schemas.microsoft.com/office/drawing/2014/main" id="{B8F18A85-A7F1-46E3-B789-E16A4025B839}"/>
              </a:ext>
            </a:extLst>
          </p:cNvPr>
          <p:cNvGrpSpPr>
            <a:grpSpLocks/>
          </p:cNvGrpSpPr>
          <p:nvPr/>
        </p:nvGrpSpPr>
        <p:grpSpPr bwMode="auto">
          <a:xfrm>
            <a:off x="3184525" y="5891213"/>
            <a:ext cx="3825875" cy="581025"/>
            <a:chOff x="2006" y="3711"/>
            <a:chExt cx="2410" cy="366"/>
          </a:xfrm>
        </p:grpSpPr>
        <p:sp>
          <p:nvSpPr>
            <p:cNvPr id="75807" name="Text Box 25">
              <a:extLst>
                <a:ext uri="{FF2B5EF4-FFF2-40B4-BE49-F238E27FC236}">
                  <a16:creationId xmlns:a16="http://schemas.microsoft.com/office/drawing/2014/main" id="{4224AB93-C7ED-4DD7-B536-427ABB4126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06" y="3750"/>
              <a:ext cx="241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-1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+      +</a:t>
              </a:r>
            </a:p>
          </p:txBody>
        </p:sp>
        <p:sp>
          <p:nvSpPr>
            <p:cNvPr id="75808" name="Text Box 26">
              <a:extLst>
                <a:ext uri="{FF2B5EF4-FFF2-40B4-BE49-F238E27FC236}">
                  <a16:creationId xmlns:a16="http://schemas.microsoft.com/office/drawing/2014/main" id="{E32E2871-01B3-4030-AAE3-C0E4264E41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4" y="3711"/>
              <a:ext cx="39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 </a:t>
              </a:r>
            </a:p>
          </p:txBody>
        </p:sp>
        <p:sp>
          <p:nvSpPr>
            <p:cNvPr id="75809" name="Text Box 27">
              <a:extLst>
                <a:ext uri="{FF2B5EF4-FFF2-40B4-BE49-F238E27FC236}">
                  <a16:creationId xmlns:a16="http://schemas.microsoft.com/office/drawing/2014/main" id="{4E24B347-21B6-44E2-A8E1-F4C5FF3197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2" y="3750"/>
              <a:ext cx="74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 i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</a:p>
          </p:txBody>
        </p:sp>
      </p:grpSp>
      <p:grpSp>
        <p:nvGrpSpPr>
          <p:cNvPr id="9" name="Group 28">
            <a:extLst>
              <a:ext uri="{FF2B5EF4-FFF2-40B4-BE49-F238E27FC236}">
                <a16:creationId xmlns:a16="http://schemas.microsoft.com/office/drawing/2014/main" id="{E5DF2FCA-E24C-47C3-A531-AA09F79D9056}"/>
              </a:ext>
            </a:extLst>
          </p:cNvPr>
          <p:cNvGrpSpPr>
            <a:grpSpLocks/>
          </p:cNvGrpSpPr>
          <p:nvPr/>
        </p:nvGrpSpPr>
        <p:grpSpPr bwMode="auto">
          <a:xfrm>
            <a:off x="5181600" y="1600200"/>
            <a:ext cx="2438400" cy="595313"/>
            <a:chOff x="3264" y="1023"/>
            <a:chExt cx="1536" cy="375"/>
          </a:xfrm>
        </p:grpSpPr>
        <p:sp>
          <p:nvSpPr>
            <p:cNvPr id="75805" name="Text Box 29">
              <a:extLst>
                <a:ext uri="{FF2B5EF4-FFF2-40B4-BE49-F238E27FC236}">
                  <a16:creationId xmlns:a16="http://schemas.microsoft.com/office/drawing/2014/main" id="{5FB1B702-F040-4638-B32C-CB63BFA43A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2" y="1023"/>
              <a:ext cx="148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–[</a:t>
              </a: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]</a:t>
              </a:r>
              <a:r>
                <a:rPr kumimoji="1" lang="zh-CN" altLang="en-US" sz="2400" b="1" baseline="-30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补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= +[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75806" name="AutoShape 30">
              <a:extLst>
                <a:ext uri="{FF2B5EF4-FFF2-40B4-BE49-F238E27FC236}">
                  <a16:creationId xmlns:a16="http://schemas.microsoft.com/office/drawing/2014/main" id="{2A4250FD-2BA5-4DF2-88DE-37B0B288D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1062"/>
              <a:ext cx="1536" cy="336"/>
            </a:xfrm>
            <a:prstGeom prst="wedgeRoundRectCallout">
              <a:avLst>
                <a:gd name="adj1" fmla="val -99218"/>
                <a:gd name="adj2" fmla="val 69347"/>
                <a:gd name="adj3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kumimoji="1" lang="zh-CN" altLang="zh-CN" sz="2800" b="1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0" name="Group 31">
            <a:extLst>
              <a:ext uri="{FF2B5EF4-FFF2-40B4-BE49-F238E27FC236}">
                <a16:creationId xmlns:a16="http://schemas.microsoft.com/office/drawing/2014/main" id="{9B42F236-0B1E-46CC-83CF-1FE151C5A51A}"/>
              </a:ext>
            </a:extLst>
          </p:cNvPr>
          <p:cNvGrpSpPr>
            <a:grpSpLocks/>
          </p:cNvGrpSpPr>
          <p:nvPr/>
        </p:nvGrpSpPr>
        <p:grpSpPr bwMode="auto">
          <a:xfrm>
            <a:off x="6781800" y="2676525"/>
            <a:ext cx="1981200" cy="533400"/>
            <a:chOff x="4272" y="1686"/>
            <a:chExt cx="1248" cy="336"/>
          </a:xfrm>
        </p:grpSpPr>
        <p:sp>
          <p:nvSpPr>
            <p:cNvPr id="75803" name="Text Box 32">
              <a:extLst>
                <a:ext uri="{FF2B5EF4-FFF2-40B4-BE49-F238E27FC236}">
                  <a16:creationId xmlns:a16="http://schemas.microsoft.com/office/drawing/2014/main" id="{F9290073-AF61-41A6-A5AD-086F960A9A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2" y="1695"/>
              <a:ext cx="124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-1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= 2</a:t>
              </a:r>
              <a:r>
                <a:rPr kumimoji="1" lang="en-US" altLang="zh-CN" sz="2800" b="1" baseline="4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– 2</a:t>
              </a:r>
              <a:r>
                <a:rPr kumimoji="1" lang="en-US" altLang="zh-CN" sz="2800" b="1" baseline="45000">
                  <a:solidFill>
                    <a:schemeClr val="folHlin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-1</a:t>
              </a:r>
            </a:p>
          </p:txBody>
        </p:sp>
        <p:sp>
          <p:nvSpPr>
            <p:cNvPr id="75804" name="AutoShape 33">
              <a:extLst>
                <a:ext uri="{FF2B5EF4-FFF2-40B4-BE49-F238E27FC236}">
                  <a16:creationId xmlns:a16="http://schemas.microsoft.com/office/drawing/2014/main" id="{86724123-DF5E-4E92-8BCF-366EDB338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1686"/>
              <a:ext cx="1248" cy="336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grpSp>
        <p:nvGrpSpPr>
          <p:cNvPr id="11" name="Group 34">
            <a:extLst>
              <a:ext uri="{FF2B5EF4-FFF2-40B4-BE49-F238E27FC236}">
                <a16:creationId xmlns:a16="http://schemas.microsoft.com/office/drawing/2014/main" id="{46B53D6A-35A1-4803-BE42-2DE9BD6332BA}"/>
              </a:ext>
            </a:extLst>
          </p:cNvPr>
          <p:cNvGrpSpPr>
            <a:grpSpLocks/>
          </p:cNvGrpSpPr>
          <p:nvPr/>
        </p:nvGrpSpPr>
        <p:grpSpPr bwMode="auto">
          <a:xfrm>
            <a:off x="6780213" y="3438525"/>
            <a:ext cx="2058987" cy="533400"/>
            <a:chOff x="4271" y="2166"/>
            <a:chExt cx="1297" cy="336"/>
          </a:xfrm>
        </p:grpSpPr>
        <p:sp>
          <p:nvSpPr>
            <p:cNvPr id="75801" name="Text Box 35">
              <a:extLst>
                <a:ext uri="{FF2B5EF4-FFF2-40B4-BE49-F238E27FC236}">
                  <a16:creationId xmlns:a16="http://schemas.microsoft.com/office/drawing/2014/main" id="{6662C208-9A31-4520-82D4-BEED08C9FF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1" y="2166"/>
              <a:ext cx="129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-2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= 2</a:t>
              </a:r>
              <a:r>
                <a:rPr kumimoji="1" lang="en-US" altLang="zh-CN" sz="2800" b="1" baseline="4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-1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– 2</a:t>
              </a:r>
              <a:r>
                <a:rPr kumimoji="1" lang="en-US" altLang="zh-CN" sz="2800" b="1" baseline="45000">
                  <a:solidFill>
                    <a:schemeClr val="folHlin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-2</a:t>
              </a:r>
            </a:p>
          </p:txBody>
        </p:sp>
        <p:sp>
          <p:nvSpPr>
            <p:cNvPr id="75802" name="AutoShape 36">
              <a:extLst>
                <a:ext uri="{FF2B5EF4-FFF2-40B4-BE49-F238E27FC236}">
                  <a16:creationId xmlns:a16="http://schemas.microsoft.com/office/drawing/2014/main" id="{F9E36589-D419-4971-AA51-D579D46F7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2166"/>
              <a:ext cx="1296" cy="336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sp>
        <p:nvSpPr>
          <p:cNvPr id="72741" name="Text Box 37">
            <a:extLst>
              <a:ext uri="{FF2B5EF4-FFF2-40B4-BE49-F238E27FC236}">
                <a16:creationId xmlns:a16="http://schemas.microsoft.com/office/drawing/2014/main" id="{AB67D3BC-48C1-4B0C-86D9-047622B81A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89200" y="3421063"/>
            <a:ext cx="685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kumimoji="1" lang="en-US" altLang="zh-CN" sz="2800" b="1" baseline="45000">
                <a:solidFill>
                  <a:schemeClr val="folHlink"/>
                </a:solidFill>
                <a:latin typeface="Times New Roman" panose="02020603050405020304" pitchFamily="18" charset="0"/>
              </a:rPr>
              <a:t>-1</a:t>
            </a:r>
          </a:p>
        </p:txBody>
      </p:sp>
      <p:sp>
        <p:nvSpPr>
          <p:cNvPr id="72742" name="Text Box 38">
            <a:extLst>
              <a:ext uri="{FF2B5EF4-FFF2-40B4-BE49-F238E27FC236}">
                <a16:creationId xmlns:a16="http://schemas.microsoft.com/office/drawing/2014/main" id="{EA72F3FC-D531-4221-A397-E8E992A132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27400" y="3421063"/>
            <a:ext cx="6096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kumimoji="1" lang="en-US" altLang="zh-CN" sz="2800" b="1" baseline="45000">
                <a:solidFill>
                  <a:schemeClr val="folHlink"/>
                </a:solidFill>
                <a:latin typeface="Times New Roman" panose="02020603050405020304" pitchFamily="18" charset="0"/>
              </a:rPr>
              <a:t>-2</a:t>
            </a:r>
          </a:p>
        </p:txBody>
      </p:sp>
      <p:sp>
        <p:nvSpPr>
          <p:cNvPr id="72743" name="AutoShape 39">
            <a:extLst>
              <a:ext uri="{FF2B5EF4-FFF2-40B4-BE49-F238E27FC236}">
                <a16:creationId xmlns:a16="http://schemas.microsoft.com/office/drawing/2014/main" id="{F3F4442D-50E4-4A66-9095-17A7653CA5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5343525"/>
            <a:ext cx="935038" cy="533400"/>
          </a:xfrm>
          <a:prstGeom prst="wedgeRoundRectCallout">
            <a:avLst>
              <a:gd name="adj1" fmla="val 18750"/>
              <a:gd name="adj2" fmla="val 94347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kumimoji="1" lang="zh-CN" altLang="zh-CN" sz="2800" b="1">
              <a:latin typeface="Times New Roman" panose="02020603050405020304" pitchFamily="18" charset="0"/>
            </a:endParaRPr>
          </a:p>
        </p:txBody>
      </p:sp>
      <p:grpSp>
        <p:nvGrpSpPr>
          <p:cNvPr id="12" name="Group 40">
            <a:extLst>
              <a:ext uri="{FF2B5EF4-FFF2-40B4-BE49-F238E27FC236}">
                <a16:creationId xmlns:a16="http://schemas.microsoft.com/office/drawing/2014/main" id="{DE8C421D-0657-4218-B28D-990120305121}"/>
              </a:ext>
            </a:extLst>
          </p:cNvPr>
          <p:cNvGrpSpPr>
            <a:grpSpLocks/>
          </p:cNvGrpSpPr>
          <p:nvPr/>
        </p:nvGrpSpPr>
        <p:grpSpPr bwMode="auto">
          <a:xfrm>
            <a:off x="474663" y="5229225"/>
            <a:ext cx="6289675" cy="590550"/>
            <a:chOff x="299" y="3294"/>
            <a:chExt cx="3962" cy="372"/>
          </a:xfrm>
        </p:grpSpPr>
        <p:sp>
          <p:nvSpPr>
            <p:cNvPr id="75799" name="Text Box 41">
              <a:extLst>
                <a:ext uri="{FF2B5EF4-FFF2-40B4-BE49-F238E27FC236}">
                  <a16:creationId xmlns:a16="http://schemas.microsoft.com/office/drawing/2014/main" id="{7CA7BEB0-CD7F-41E0-B085-82DA9EBAE0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" y="3339"/>
              <a:ext cx="396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= 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[(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1"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)+(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)2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-1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+      +(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400" b="1" baseline="-25000">
                  <a:latin typeface="Times New Roman" panose="02020603050405020304" pitchFamily="18" charset="0"/>
                </a:rPr>
                <a:t>+1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)2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</a:t>
              </a:r>
              <a:r>
                <a:rPr kumimoji="1" lang="en-US" altLang="zh-CN" sz="2800" b="1" i="1" baseline="4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</a:p>
          </p:txBody>
        </p:sp>
        <p:sp>
          <p:nvSpPr>
            <p:cNvPr id="75800" name="Text Box 42">
              <a:extLst>
                <a:ext uri="{FF2B5EF4-FFF2-40B4-BE49-F238E27FC236}">
                  <a16:creationId xmlns:a16="http://schemas.microsoft.com/office/drawing/2014/main" id="{436B786E-D0AF-4E7B-A2A5-DFE05502FA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9" y="3294"/>
              <a:ext cx="39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… </a:t>
              </a:r>
            </a:p>
          </p:txBody>
        </p:sp>
      </p:grpSp>
      <p:sp>
        <p:nvSpPr>
          <p:cNvPr id="72747" name="AutoShape 43">
            <a:extLst>
              <a:ext uri="{FF2B5EF4-FFF2-40B4-BE49-F238E27FC236}">
                <a16:creationId xmlns:a16="http://schemas.microsoft.com/office/drawing/2014/main" id="{5C810AD8-BA57-4209-8FFF-A240FB8866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2213" y="5343525"/>
            <a:ext cx="1169987" cy="533400"/>
          </a:xfrm>
          <a:prstGeom prst="wedgeRoundRectCallout">
            <a:avLst>
              <a:gd name="adj1" fmla="val -23264"/>
              <a:gd name="adj2" fmla="val 90773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kumimoji="1" lang="zh-CN" altLang="zh-CN" sz="2800" b="1">
              <a:latin typeface="Times New Roman" panose="02020603050405020304" pitchFamily="18" charset="0"/>
            </a:endParaRPr>
          </a:p>
        </p:txBody>
      </p:sp>
      <p:sp>
        <p:nvSpPr>
          <p:cNvPr id="72749" name="AutoShape 45">
            <a:extLst>
              <a:ext uri="{FF2B5EF4-FFF2-40B4-BE49-F238E27FC236}">
                <a16:creationId xmlns:a16="http://schemas.microsoft.com/office/drawing/2014/main" id="{B4ED9026-F242-4907-97BA-A78D19234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950" y="5373688"/>
            <a:ext cx="1655763" cy="533400"/>
          </a:xfrm>
          <a:prstGeom prst="wedgeRoundRectCallout">
            <a:avLst>
              <a:gd name="adj1" fmla="val -34565"/>
              <a:gd name="adj2" fmla="val -102083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10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sz="2200" b="1">
                <a:solidFill>
                  <a:schemeClr val="folHlink"/>
                </a:solidFill>
                <a:latin typeface="Times New Roman" panose="02020603050405020304" pitchFamily="18" charset="0"/>
              </a:rPr>
              <a:t>附加位</a:t>
            </a:r>
            <a:r>
              <a:rPr kumimoji="1" lang="zh-CN" altLang="en-US" sz="1600" b="1">
                <a:solidFill>
                  <a:schemeClr val="folHlink"/>
                </a:solidFill>
                <a:latin typeface="Times New Roman" panose="02020603050405020304" pitchFamily="18" charset="0"/>
              </a:rPr>
              <a:t>  </a:t>
            </a:r>
            <a:r>
              <a:rPr kumimoji="1" lang="en-US" altLang="zh-CN" sz="2400" b="1" i="1">
                <a:solidFill>
                  <a:schemeClr val="folHlink"/>
                </a:solidFill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 i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n</a:t>
            </a:r>
            <a:r>
              <a:rPr kumimoji="1" lang="en-US" altLang="zh-CN" sz="2400" b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+1</a:t>
            </a:r>
          </a:p>
        </p:txBody>
      </p:sp>
      <p:sp>
        <p:nvSpPr>
          <p:cNvPr id="46" name="矩形 45">
            <a:extLst>
              <a:ext uri="{FF2B5EF4-FFF2-40B4-BE49-F238E27FC236}">
                <a16:creationId xmlns:a16="http://schemas.microsoft.com/office/drawing/2014/main" id="{AFD048CD-CE7C-464B-B6A7-DA181B60DA3C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2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2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72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727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72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727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72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707" grpId="0" autoUpdateAnimBg="0"/>
      <p:bldP spid="72712" grpId="0" autoUpdateAnimBg="0"/>
      <p:bldP spid="72741" grpId="0" autoUpdateAnimBg="0"/>
      <p:bldP spid="72742" grpId="0" autoUpdateAnimBg="0"/>
      <p:bldP spid="72743" grpId="0" animBg="1" autoUpdateAnimBg="0"/>
      <p:bldP spid="72747" grpId="0" animBg="1" autoUpdateAnimBg="0"/>
      <p:bldP spid="72749" grpId="0" animBg="1" autoUpdateAnimBg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Text Box 2">
            <a:extLst>
              <a:ext uri="{FF2B5EF4-FFF2-40B4-BE49-F238E27FC236}">
                <a16:creationId xmlns:a16="http://schemas.microsoft.com/office/drawing/2014/main" id="{F649D180-E872-46CB-825A-E0E708832B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304800"/>
            <a:ext cx="67818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 dirty="0">
                <a:latin typeface="Times New Roman" panose="02020603050405020304" pitchFamily="18" charset="0"/>
              </a:rPr>
              <a:t>Booth </a:t>
            </a:r>
            <a:r>
              <a:rPr kumimoji="1" lang="zh-CN" altLang="en-US" sz="3600" b="1" dirty="0">
                <a:latin typeface="Times New Roman" panose="02020603050405020304" pitchFamily="18" charset="0"/>
              </a:rPr>
              <a:t>算法递推公式</a:t>
            </a:r>
          </a:p>
        </p:txBody>
      </p:sp>
      <p:sp>
        <p:nvSpPr>
          <p:cNvPr id="73731" name="Text Box 3">
            <a:extLst>
              <a:ext uri="{FF2B5EF4-FFF2-40B4-BE49-F238E27FC236}">
                <a16:creationId xmlns:a16="http://schemas.microsoft.com/office/drawing/2014/main" id="{EFB064AC-33F5-4A42-9BA4-6C3C7FDA25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6163" y="990600"/>
            <a:ext cx="238283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z</a:t>
            </a:r>
            <a:r>
              <a:rPr kumimoji="1" lang="en-US" altLang="zh-CN" sz="2400" b="1" baseline="-25000">
                <a:latin typeface="Times New Roman" panose="02020603050405020304" pitchFamily="18" charset="0"/>
              </a:rPr>
              <a:t>0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0</a:t>
            </a:r>
          </a:p>
        </p:txBody>
      </p:sp>
      <p:sp>
        <p:nvSpPr>
          <p:cNvPr id="73732" name="Text Box 4">
            <a:extLst>
              <a:ext uri="{FF2B5EF4-FFF2-40B4-BE49-F238E27FC236}">
                <a16:creationId xmlns:a16="http://schemas.microsoft.com/office/drawing/2014/main" id="{8797E298-9196-4028-9CE8-2692AEEA2F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2038" y="1471613"/>
            <a:ext cx="67865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z</a:t>
            </a:r>
            <a:r>
              <a:rPr kumimoji="1" lang="en-US" altLang="zh-CN" sz="2400" b="1" baseline="-25000">
                <a:latin typeface="Times New Roman" panose="02020603050405020304" pitchFamily="18" charset="0"/>
              </a:rPr>
              <a:t>1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2</a:t>
            </a:r>
            <a:r>
              <a:rPr kumimoji="1" lang="en-US" altLang="zh-CN" sz="2800" b="1" baseline="45000">
                <a:latin typeface="Times New Roman" panose="02020603050405020304" pitchFamily="18" charset="0"/>
              </a:rPr>
              <a:t>-1</a:t>
            </a:r>
            <a:r>
              <a:rPr kumimoji="1" lang="en-US" altLang="zh-CN" sz="2800" b="1">
                <a:latin typeface="Times New Roman" panose="02020603050405020304" pitchFamily="18" charset="0"/>
              </a:rPr>
              <a:t>{(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n</a:t>
            </a:r>
            <a:r>
              <a:rPr kumimoji="1" lang="en-US" altLang="zh-CN" sz="2400" b="1" baseline="-25000">
                <a:latin typeface="Times New Roman" panose="02020603050405020304" pitchFamily="18" charset="0"/>
              </a:rPr>
              <a:t>+1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n</a:t>
            </a:r>
            <a:r>
              <a:rPr kumimoji="1" lang="en-US" altLang="zh-CN" sz="2800" b="1">
                <a:latin typeface="Times New Roman" panose="02020603050405020304" pitchFamily="18" charset="0"/>
              </a:rPr>
              <a:t>)[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800" b="1">
                <a:latin typeface="Times New Roman" panose="02020603050405020304" pitchFamily="18" charset="0"/>
              </a:rPr>
              <a:t>+[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z</a:t>
            </a:r>
            <a:r>
              <a:rPr kumimoji="1" lang="en-US" altLang="zh-CN" sz="2400" b="1" baseline="-25000">
                <a:latin typeface="Times New Roman" panose="02020603050405020304" pitchFamily="18" charset="0"/>
              </a:rPr>
              <a:t>0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800" b="1">
                <a:latin typeface="Times New Roman" panose="02020603050405020304" pitchFamily="18" charset="0"/>
              </a:rPr>
              <a:t>}     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n</a:t>
            </a:r>
            <a:r>
              <a:rPr kumimoji="1" lang="en-US" altLang="zh-CN" sz="2400" b="1" baseline="-25000">
                <a:latin typeface="Times New Roman" panose="02020603050405020304" pitchFamily="18" charset="0"/>
              </a:rPr>
              <a:t>+1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=  0</a:t>
            </a:r>
          </a:p>
        </p:txBody>
      </p:sp>
      <p:sp>
        <p:nvSpPr>
          <p:cNvPr id="73733" name="Text Box 5">
            <a:extLst>
              <a:ext uri="{FF2B5EF4-FFF2-40B4-BE49-F238E27FC236}">
                <a16:creationId xmlns:a16="http://schemas.microsoft.com/office/drawing/2014/main" id="{886CA921-DDA1-4305-B1D2-1E623D497F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2038" y="2524125"/>
            <a:ext cx="44497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z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n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2</a:t>
            </a:r>
            <a:r>
              <a:rPr kumimoji="1" lang="en-US" altLang="zh-CN" sz="2800" b="1" baseline="45000">
                <a:latin typeface="Times New Roman" panose="02020603050405020304" pitchFamily="18" charset="0"/>
              </a:rPr>
              <a:t>-1</a:t>
            </a:r>
            <a:r>
              <a:rPr kumimoji="1" lang="en-US" altLang="zh-CN" sz="2800" b="1">
                <a:latin typeface="Times New Roman" panose="02020603050405020304" pitchFamily="18" charset="0"/>
              </a:rPr>
              <a:t>{(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 baseline="-25000">
                <a:latin typeface="Times New Roman" panose="02020603050405020304" pitchFamily="18" charset="0"/>
              </a:rPr>
              <a:t>2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 baseline="-25000">
                <a:latin typeface="Times New Roman" panose="02020603050405020304" pitchFamily="18" charset="0"/>
              </a:rPr>
              <a:t>1</a:t>
            </a:r>
            <a:r>
              <a:rPr kumimoji="1" lang="en-US" altLang="zh-CN" sz="2800" b="1">
                <a:latin typeface="Times New Roman" panose="02020603050405020304" pitchFamily="18" charset="0"/>
              </a:rPr>
              <a:t>)[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800" b="1">
                <a:latin typeface="Times New Roman" panose="02020603050405020304" pitchFamily="18" charset="0"/>
              </a:rPr>
              <a:t>+[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z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n</a:t>
            </a:r>
            <a:r>
              <a:rPr kumimoji="1" lang="en-US" altLang="zh-CN" sz="2400" b="1" baseline="-25000">
                <a:latin typeface="Times New Roman" panose="02020603050405020304" pitchFamily="18" charset="0"/>
              </a:rPr>
              <a:t>-1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800" b="1">
                <a:latin typeface="Times New Roman" panose="02020603050405020304" pitchFamily="18" charset="0"/>
              </a:rPr>
              <a:t>}</a:t>
            </a:r>
            <a:endParaRPr kumimoji="1" lang="en-US" altLang="zh-CN" sz="2800" b="1" baseline="45000">
              <a:latin typeface="Times New Roman" panose="02020603050405020304" pitchFamily="18" charset="0"/>
            </a:endParaRPr>
          </a:p>
        </p:txBody>
      </p:sp>
      <p:sp>
        <p:nvSpPr>
          <p:cNvPr id="73734" name="Text Box 6">
            <a:extLst>
              <a:ext uri="{FF2B5EF4-FFF2-40B4-BE49-F238E27FC236}">
                <a16:creationId xmlns:a16="http://schemas.microsoft.com/office/drawing/2014/main" id="{FC4F0D24-39C5-49A6-8ADD-FDA04F0368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0813" y="2097088"/>
            <a:ext cx="611187" cy="447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…</a:t>
            </a:r>
          </a:p>
        </p:txBody>
      </p:sp>
      <p:sp>
        <p:nvSpPr>
          <p:cNvPr id="73735" name="Text Box 7">
            <a:extLst>
              <a:ext uri="{FF2B5EF4-FFF2-40B4-BE49-F238E27FC236}">
                <a16:creationId xmlns:a16="http://schemas.microsoft.com/office/drawing/2014/main" id="{3FAF6E64-F425-4D8C-9B9B-ABAD6E9C17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238" y="3300413"/>
            <a:ext cx="393858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 baseline="-2000">
                <a:latin typeface="Times New Roman" panose="02020603050405020304" pitchFamily="18" charset="0"/>
                <a:cs typeface="Times New Roman" panose="02020603050405020304" pitchFamily="18" charset="0"/>
              </a:rPr>
              <a:t>·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z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n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800" b="1">
                <a:latin typeface="Times New Roman" panose="02020603050405020304" pitchFamily="18" charset="0"/>
              </a:rPr>
              <a:t>+(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 baseline="-25000">
                <a:latin typeface="Times New Roman" panose="02020603050405020304" pitchFamily="18" charset="0"/>
              </a:rPr>
              <a:t>1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 baseline="-25000">
                <a:latin typeface="Times New Roman" panose="02020603050405020304" pitchFamily="18" charset="0"/>
              </a:rPr>
              <a:t>0</a:t>
            </a:r>
            <a:r>
              <a:rPr kumimoji="1" lang="en-US" altLang="zh-CN" sz="2800" b="1">
                <a:latin typeface="Times New Roman" panose="02020603050405020304" pitchFamily="18" charset="0"/>
              </a:rPr>
              <a:t>)[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endParaRPr kumimoji="1" lang="zh-CN" altLang="en-US" sz="2400" b="1">
              <a:latin typeface="Times New Roman" panose="02020603050405020304" pitchFamily="18" charset="0"/>
            </a:endParaRPr>
          </a:p>
        </p:txBody>
      </p:sp>
      <p:sp>
        <p:nvSpPr>
          <p:cNvPr id="73736" name="Text Box 8">
            <a:extLst>
              <a:ext uri="{FF2B5EF4-FFF2-40B4-BE49-F238E27FC236}">
                <a16:creationId xmlns:a16="http://schemas.microsoft.com/office/drawing/2014/main" id="{161CA3DD-2324-40F7-879D-EEB95E1D4B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2600" y="3300413"/>
            <a:ext cx="3124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最后一步不移位</a:t>
            </a:r>
          </a:p>
        </p:txBody>
      </p:sp>
      <p:sp>
        <p:nvSpPr>
          <p:cNvPr id="73737" name="Text Box 9">
            <a:extLst>
              <a:ext uri="{FF2B5EF4-FFF2-40B4-BE49-F238E27FC236}">
                <a16:creationId xmlns:a16="http://schemas.microsoft.com/office/drawing/2014/main" id="{471E4725-E90A-4F79-A33C-9A77543B61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08113" y="4387850"/>
            <a:ext cx="2782887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如何实现 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 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 i="1" baseline="-25000">
                <a:latin typeface="Times New Roman" panose="02020603050405020304" pitchFamily="18" charset="0"/>
              </a:rPr>
              <a:t>i</a:t>
            </a:r>
            <a:r>
              <a:rPr kumimoji="1" lang="en-US" altLang="zh-CN" sz="2800" b="1" baseline="-25000">
                <a:latin typeface="Times New Roman" panose="02020603050405020304" pitchFamily="18" charset="0"/>
              </a:rPr>
              <a:t>+1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 i="1" baseline="-25000">
                <a:latin typeface="Times New Roman" panose="02020603050405020304" pitchFamily="18" charset="0"/>
              </a:rPr>
              <a:t>i </a:t>
            </a:r>
            <a:r>
              <a:rPr kumimoji="1" lang="en-US" altLang="zh-CN" sz="2800" b="1" baseline="-25000">
                <a:latin typeface="Times New Roman" panose="02020603050405020304" pitchFamily="18" charset="0"/>
              </a:rPr>
              <a:t> 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?</a:t>
            </a:r>
          </a:p>
        </p:txBody>
      </p:sp>
      <p:sp>
        <p:nvSpPr>
          <p:cNvPr id="73738" name="Text Box 10">
            <a:extLst>
              <a:ext uri="{FF2B5EF4-FFF2-40B4-BE49-F238E27FC236}">
                <a16:creationId xmlns:a16="http://schemas.microsoft.com/office/drawing/2014/main" id="{9CA0D012-E628-47E5-BE2E-04B72B5EE3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4572000"/>
            <a:ext cx="8064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0   0</a:t>
            </a:r>
          </a:p>
        </p:txBody>
      </p:sp>
      <p:sp>
        <p:nvSpPr>
          <p:cNvPr id="73739" name="Text Box 11">
            <a:extLst>
              <a:ext uri="{FF2B5EF4-FFF2-40B4-BE49-F238E27FC236}">
                <a16:creationId xmlns:a16="http://schemas.microsoft.com/office/drawing/2014/main" id="{E15CCE19-960F-4C89-A25B-E2BDECA3C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5029200"/>
            <a:ext cx="8064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0   1</a:t>
            </a:r>
          </a:p>
        </p:txBody>
      </p:sp>
      <p:sp>
        <p:nvSpPr>
          <p:cNvPr id="73740" name="Text Box 12">
            <a:extLst>
              <a:ext uri="{FF2B5EF4-FFF2-40B4-BE49-F238E27FC236}">
                <a16:creationId xmlns:a16="http://schemas.microsoft.com/office/drawing/2014/main" id="{9053FAB9-C72C-469A-B7D5-CF821C614A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5486400"/>
            <a:ext cx="8064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1   0</a:t>
            </a:r>
          </a:p>
        </p:txBody>
      </p:sp>
      <p:sp>
        <p:nvSpPr>
          <p:cNvPr id="73741" name="Text Box 13">
            <a:extLst>
              <a:ext uri="{FF2B5EF4-FFF2-40B4-BE49-F238E27FC236}">
                <a16:creationId xmlns:a16="http://schemas.microsoft.com/office/drawing/2014/main" id="{0A91379E-B90C-477F-BD45-A38F0B84AD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5943600"/>
            <a:ext cx="8064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1   1</a:t>
            </a:r>
          </a:p>
        </p:txBody>
      </p:sp>
      <p:grpSp>
        <p:nvGrpSpPr>
          <p:cNvPr id="2" name="Group 14">
            <a:extLst>
              <a:ext uri="{FF2B5EF4-FFF2-40B4-BE49-F238E27FC236}">
                <a16:creationId xmlns:a16="http://schemas.microsoft.com/office/drawing/2014/main" id="{081E68FE-F031-44DE-96BA-FD6BE6522F8E}"/>
              </a:ext>
            </a:extLst>
          </p:cNvPr>
          <p:cNvGrpSpPr>
            <a:grpSpLocks/>
          </p:cNvGrpSpPr>
          <p:nvPr/>
        </p:nvGrpSpPr>
        <p:grpSpPr bwMode="auto">
          <a:xfrm>
            <a:off x="7572375" y="4572000"/>
            <a:ext cx="609600" cy="519113"/>
            <a:chOff x="4848" y="2880"/>
            <a:chExt cx="384" cy="327"/>
          </a:xfrm>
        </p:grpSpPr>
        <p:sp>
          <p:nvSpPr>
            <p:cNvPr id="76841" name="Text Box 15">
              <a:extLst>
                <a:ext uri="{FF2B5EF4-FFF2-40B4-BE49-F238E27FC236}">
                  <a16:creationId xmlns:a16="http://schemas.microsoft.com/office/drawing/2014/main" id="{53E0C261-20D6-4634-8E0D-D5532FC041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04" y="2880"/>
              <a:ext cx="22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76842" name="Line 16">
              <a:extLst>
                <a:ext uri="{FF2B5EF4-FFF2-40B4-BE49-F238E27FC236}">
                  <a16:creationId xmlns:a16="http://schemas.microsoft.com/office/drawing/2014/main" id="{67F08A5E-50BD-4E01-B6B9-4DD5FF7DB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3072"/>
              <a:ext cx="192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" name="Group 17">
            <a:extLst>
              <a:ext uri="{FF2B5EF4-FFF2-40B4-BE49-F238E27FC236}">
                <a16:creationId xmlns:a16="http://schemas.microsoft.com/office/drawing/2014/main" id="{44C56134-53DC-4353-9B59-09C52BF6FAAD}"/>
              </a:ext>
            </a:extLst>
          </p:cNvPr>
          <p:cNvGrpSpPr>
            <a:grpSpLocks/>
          </p:cNvGrpSpPr>
          <p:nvPr/>
        </p:nvGrpSpPr>
        <p:grpSpPr bwMode="auto">
          <a:xfrm>
            <a:off x="6542088" y="5070475"/>
            <a:ext cx="2173287" cy="519113"/>
            <a:chOff x="4199" y="3194"/>
            <a:chExt cx="1369" cy="327"/>
          </a:xfrm>
        </p:grpSpPr>
        <p:sp>
          <p:nvSpPr>
            <p:cNvPr id="76839" name="Text Box 18">
              <a:extLst>
                <a:ext uri="{FF2B5EF4-FFF2-40B4-BE49-F238E27FC236}">
                  <a16:creationId xmlns:a16="http://schemas.microsoft.com/office/drawing/2014/main" id="{E728D509-041D-4F5B-B00B-589072936E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9" y="3194"/>
              <a:ext cx="1369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+[</a:t>
              </a: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   </a:t>
              </a: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1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76840" name="Line 19">
              <a:extLst>
                <a:ext uri="{FF2B5EF4-FFF2-40B4-BE49-F238E27FC236}">
                  <a16:creationId xmlns:a16="http://schemas.microsoft.com/office/drawing/2014/main" id="{B728F31A-DFC4-4126-B70A-E1896DB17A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3360"/>
              <a:ext cx="192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" name="Group 20">
            <a:extLst>
              <a:ext uri="{FF2B5EF4-FFF2-40B4-BE49-F238E27FC236}">
                <a16:creationId xmlns:a16="http://schemas.microsoft.com/office/drawing/2014/main" id="{A6A9101D-C887-408D-8ED0-73EF60964BC1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5486400"/>
            <a:ext cx="2162175" cy="519113"/>
            <a:chOff x="4080" y="3456"/>
            <a:chExt cx="1362" cy="327"/>
          </a:xfrm>
        </p:grpSpPr>
        <p:sp>
          <p:nvSpPr>
            <p:cNvPr id="76837" name="Text Box 21">
              <a:extLst>
                <a:ext uri="{FF2B5EF4-FFF2-40B4-BE49-F238E27FC236}">
                  <a16:creationId xmlns:a16="http://schemas.microsoft.com/office/drawing/2014/main" id="{AB54E121-C3E9-4F77-9CE5-47D0DC39D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0" y="3456"/>
              <a:ext cx="136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+[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   </a:t>
              </a:r>
              <a:r>
                <a:rPr kumimoji="1" lang="zh-CN" altLang="en-US" sz="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76838" name="Line 22">
              <a:extLst>
                <a:ext uri="{FF2B5EF4-FFF2-40B4-BE49-F238E27FC236}">
                  <a16:creationId xmlns:a16="http://schemas.microsoft.com/office/drawing/2014/main" id="{BB6B40E9-F913-4E14-9CA8-95301220B4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0" y="3648"/>
              <a:ext cx="192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5" name="Group 23">
            <a:extLst>
              <a:ext uri="{FF2B5EF4-FFF2-40B4-BE49-F238E27FC236}">
                <a16:creationId xmlns:a16="http://schemas.microsoft.com/office/drawing/2014/main" id="{3E5DCCCE-4FBF-4C17-A356-DB03CF1E94F8}"/>
              </a:ext>
            </a:extLst>
          </p:cNvPr>
          <p:cNvGrpSpPr>
            <a:grpSpLocks/>
          </p:cNvGrpSpPr>
          <p:nvPr/>
        </p:nvGrpSpPr>
        <p:grpSpPr bwMode="auto">
          <a:xfrm>
            <a:off x="7572375" y="5957888"/>
            <a:ext cx="990600" cy="519112"/>
            <a:chOff x="4848" y="3753"/>
            <a:chExt cx="624" cy="327"/>
          </a:xfrm>
        </p:grpSpPr>
        <p:sp>
          <p:nvSpPr>
            <p:cNvPr id="76835" name="Text Box 24">
              <a:extLst>
                <a:ext uri="{FF2B5EF4-FFF2-40B4-BE49-F238E27FC236}">
                  <a16:creationId xmlns:a16="http://schemas.microsoft.com/office/drawing/2014/main" id="{9493A981-0052-4560-9DF0-97C8E7AA83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04" y="3753"/>
              <a:ext cx="46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76836" name="Line 25">
              <a:extLst>
                <a:ext uri="{FF2B5EF4-FFF2-40B4-BE49-F238E27FC236}">
                  <a16:creationId xmlns:a16="http://schemas.microsoft.com/office/drawing/2014/main" id="{4D5B18BD-0D9C-4371-9274-F5DAA5B165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3936"/>
              <a:ext cx="192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73754" name="Text Box 26">
            <a:extLst>
              <a:ext uri="{FF2B5EF4-FFF2-40B4-BE49-F238E27FC236}">
                <a16:creationId xmlns:a16="http://schemas.microsoft.com/office/drawing/2014/main" id="{E7CDD358-71F9-4812-9ED1-73BAD0F7BF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1663" y="4572000"/>
            <a:ext cx="6286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  </a:t>
            </a:r>
          </a:p>
        </p:txBody>
      </p:sp>
      <p:sp>
        <p:nvSpPr>
          <p:cNvPr id="73755" name="Text Box 27">
            <a:extLst>
              <a:ext uri="{FF2B5EF4-FFF2-40B4-BE49-F238E27FC236}">
                <a16:creationId xmlns:a16="http://schemas.microsoft.com/office/drawing/2014/main" id="{B93C2169-27C1-42F9-9B5D-C91BAA0FFE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1663" y="5029200"/>
            <a:ext cx="6286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   </a:t>
            </a:r>
          </a:p>
        </p:txBody>
      </p:sp>
      <p:sp>
        <p:nvSpPr>
          <p:cNvPr id="73756" name="Text Box 28">
            <a:extLst>
              <a:ext uri="{FF2B5EF4-FFF2-40B4-BE49-F238E27FC236}">
                <a16:creationId xmlns:a16="http://schemas.microsoft.com/office/drawing/2014/main" id="{A23CCD76-4E57-4029-912F-C794C47CAB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2600" y="5500688"/>
            <a:ext cx="74771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-1   </a:t>
            </a:r>
          </a:p>
        </p:txBody>
      </p:sp>
      <p:sp>
        <p:nvSpPr>
          <p:cNvPr id="73757" name="Text Box 29">
            <a:extLst>
              <a:ext uri="{FF2B5EF4-FFF2-40B4-BE49-F238E27FC236}">
                <a16:creationId xmlns:a16="http://schemas.microsoft.com/office/drawing/2014/main" id="{31559D3D-C071-4C64-B897-F622085A51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5950" y="5943600"/>
            <a:ext cx="6286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  </a:t>
            </a:r>
          </a:p>
        </p:txBody>
      </p:sp>
      <p:grpSp>
        <p:nvGrpSpPr>
          <p:cNvPr id="6" name="Group 31">
            <a:extLst>
              <a:ext uri="{FF2B5EF4-FFF2-40B4-BE49-F238E27FC236}">
                <a16:creationId xmlns:a16="http://schemas.microsoft.com/office/drawing/2014/main" id="{C087E907-D622-4BB3-859B-FB72A7CDC131}"/>
              </a:ext>
            </a:extLst>
          </p:cNvPr>
          <p:cNvGrpSpPr>
            <a:grpSpLocks/>
          </p:cNvGrpSpPr>
          <p:nvPr/>
        </p:nvGrpSpPr>
        <p:grpSpPr bwMode="auto">
          <a:xfrm>
            <a:off x="4033838" y="4038600"/>
            <a:ext cx="4125912" cy="2438400"/>
            <a:chOff x="2541" y="2544"/>
            <a:chExt cx="2599" cy="1536"/>
          </a:xfrm>
        </p:grpSpPr>
        <p:sp>
          <p:nvSpPr>
            <p:cNvPr id="76825" name="Text Box 32">
              <a:extLst>
                <a:ext uri="{FF2B5EF4-FFF2-40B4-BE49-F238E27FC236}">
                  <a16:creationId xmlns:a16="http://schemas.microsoft.com/office/drawing/2014/main" id="{C8BFC737-72ED-423F-8CB2-5A76528BC6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2" y="2544"/>
              <a:ext cx="67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 i="1" baseline="-25000">
                  <a:latin typeface="Times New Roman" panose="02020603050405020304" pitchFamily="18" charset="0"/>
                </a:rPr>
                <a:t>i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 i="1" baseline="-25000">
                  <a:latin typeface="Times New Roman" panose="02020603050405020304" pitchFamily="18" charset="0"/>
                </a:rPr>
                <a:t>i</a:t>
              </a:r>
              <a:r>
                <a:rPr kumimoji="1" lang="en-US" altLang="zh-CN" sz="2800" b="1" baseline="-25000">
                  <a:latin typeface="Times New Roman" panose="02020603050405020304" pitchFamily="18" charset="0"/>
                </a:rPr>
                <a:t>+1</a:t>
              </a:r>
            </a:p>
          </p:txBody>
        </p:sp>
        <p:sp>
          <p:nvSpPr>
            <p:cNvPr id="76826" name="Text Box 33">
              <a:extLst>
                <a:ext uri="{FF2B5EF4-FFF2-40B4-BE49-F238E27FC236}">
                  <a16:creationId xmlns:a16="http://schemas.microsoft.com/office/drawing/2014/main" id="{9B99E7A4-1BD7-4447-A21A-3474AB9FED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2" y="2601"/>
              <a:ext cx="75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操作</a:t>
              </a:r>
            </a:p>
          </p:txBody>
        </p:sp>
        <p:sp>
          <p:nvSpPr>
            <p:cNvPr id="76827" name="Freeform 34">
              <a:extLst>
                <a:ext uri="{FF2B5EF4-FFF2-40B4-BE49-F238E27FC236}">
                  <a16:creationId xmlns:a16="http://schemas.microsoft.com/office/drawing/2014/main" id="{DE6F9661-C53A-474A-8666-3B8367952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928"/>
              <a:ext cx="2596" cy="1"/>
            </a:xfrm>
            <a:custGeom>
              <a:avLst/>
              <a:gdLst>
                <a:gd name="T0" fmla="*/ 0 w 2596"/>
                <a:gd name="T1" fmla="*/ 0 h 1"/>
                <a:gd name="T2" fmla="*/ 2596 w 2596"/>
                <a:gd name="T3" fmla="*/ 0 h 1"/>
                <a:gd name="T4" fmla="*/ 0 60000 65536"/>
                <a:gd name="T5" fmla="*/ 0 60000 65536"/>
                <a:gd name="T6" fmla="*/ 0 w 2596"/>
                <a:gd name="T7" fmla="*/ 0 h 1"/>
                <a:gd name="T8" fmla="*/ 2596 w 259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96" h="1">
                  <a:moveTo>
                    <a:pt x="0" y="0"/>
                  </a:moveTo>
                  <a:lnTo>
                    <a:pt x="2596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6828" name="Line 35">
              <a:extLst>
                <a:ext uri="{FF2B5EF4-FFF2-40B4-BE49-F238E27FC236}">
                  <a16:creationId xmlns:a16="http://schemas.microsoft.com/office/drawing/2014/main" id="{50E430D7-69E5-44AA-86FE-66EC1C8130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2" y="2640"/>
              <a:ext cx="0" cy="14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6829" name="Line 36">
              <a:extLst>
                <a:ext uri="{FF2B5EF4-FFF2-40B4-BE49-F238E27FC236}">
                  <a16:creationId xmlns:a16="http://schemas.microsoft.com/office/drawing/2014/main" id="{6B258D04-8749-4767-B176-C79C8CBC75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2640"/>
              <a:ext cx="0" cy="14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6830" name="Text Box 37">
              <a:extLst>
                <a:ext uri="{FF2B5EF4-FFF2-40B4-BE49-F238E27FC236}">
                  <a16:creationId xmlns:a16="http://schemas.microsoft.com/office/drawing/2014/main" id="{F5B416DF-28A8-4174-975C-CDCD2C2E29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0" y="2544"/>
              <a:ext cx="71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 i="1" baseline="-25000">
                  <a:latin typeface="Times New Roman" panose="02020603050405020304" pitchFamily="18" charset="0"/>
                </a:rPr>
                <a:t>i</a:t>
              </a:r>
              <a:r>
                <a:rPr kumimoji="1" lang="en-US" altLang="zh-CN" sz="2800" b="1" baseline="-25000">
                  <a:latin typeface="Times New Roman" panose="02020603050405020304" pitchFamily="18" charset="0"/>
                </a:rPr>
                <a:t>+1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 i="1" baseline="-25000">
                  <a:latin typeface="Times New Roman" panose="02020603050405020304" pitchFamily="18" charset="0"/>
                </a:rPr>
                <a:t>i </a:t>
              </a:r>
            </a:p>
          </p:txBody>
        </p:sp>
        <p:sp>
          <p:nvSpPr>
            <p:cNvPr id="76831" name="Line 38">
              <a:extLst>
                <a:ext uri="{FF2B5EF4-FFF2-40B4-BE49-F238E27FC236}">
                  <a16:creationId xmlns:a16="http://schemas.microsoft.com/office/drawing/2014/main" id="{327AA513-A985-4FD5-8E0E-E7C928F2B1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" y="2640"/>
              <a:ext cx="0" cy="14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6832" name="Line 39">
              <a:extLst>
                <a:ext uri="{FF2B5EF4-FFF2-40B4-BE49-F238E27FC236}">
                  <a16:creationId xmlns:a16="http://schemas.microsoft.com/office/drawing/2014/main" id="{B70AC80E-A281-4A4F-A433-FBFA34241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5" y="2640"/>
              <a:ext cx="0" cy="14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6833" name="Freeform 40">
              <a:extLst>
                <a:ext uri="{FF2B5EF4-FFF2-40B4-BE49-F238E27FC236}">
                  <a16:creationId xmlns:a16="http://schemas.microsoft.com/office/drawing/2014/main" id="{BE97619C-D2D9-4A18-AAAD-FEE0F1DB1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4072"/>
              <a:ext cx="2596" cy="1"/>
            </a:xfrm>
            <a:custGeom>
              <a:avLst/>
              <a:gdLst>
                <a:gd name="T0" fmla="*/ 0 w 2596"/>
                <a:gd name="T1" fmla="*/ 0 h 1"/>
                <a:gd name="T2" fmla="*/ 2596 w 2596"/>
                <a:gd name="T3" fmla="*/ 0 h 1"/>
                <a:gd name="T4" fmla="*/ 0 60000 65536"/>
                <a:gd name="T5" fmla="*/ 0 60000 65536"/>
                <a:gd name="T6" fmla="*/ 0 w 2596"/>
                <a:gd name="T7" fmla="*/ 0 h 1"/>
                <a:gd name="T8" fmla="*/ 2596 w 259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96" h="1">
                  <a:moveTo>
                    <a:pt x="0" y="0"/>
                  </a:moveTo>
                  <a:lnTo>
                    <a:pt x="2596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6834" name="Freeform 41">
              <a:extLst>
                <a:ext uri="{FF2B5EF4-FFF2-40B4-BE49-F238E27FC236}">
                  <a16:creationId xmlns:a16="http://schemas.microsoft.com/office/drawing/2014/main" id="{4C53F795-820B-4B01-A410-A7D8EEEB0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648"/>
              <a:ext cx="2596" cy="1"/>
            </a:xfrm>
            <a:custGeom>
              <a:avLst/>
              <a:gdLst>
                <a:gd name="T0" fmla="*/ 0 w 2596"/>
                <a:gd name="T1" fmla="*/ 0 h 1"/>
                <a:gd name="T2" fmla="*/ 2596 w 2596"/>
                <a:gd name="T3" fmla="*/ 0 h 1"/>
                <a:gd name="T4" fmla="*/ 0 60000 65536"/>
                <a:gd name="T5" fmla="*/ 0 60000 65536"/>
                <a:gd name="T6" fmla="*/ 0 w 2596"/>
                <a:gd name="T7" fmla="*/ 0 h 1"/>
                <a:gd name="T8" fmla="*/ 2596 w 259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96" h="1">
                  <a:moveTo>
                    <a:pt x="0" y="0"/>
                  </a:moveTo>
                  <a:lnTo>
                    <a:pt x="2596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43" name="矩形 42">
            <a:extLst>
              <a:ext uri="{FF2B5EF4-FFF2-40B4-BE49-F238E27FC236}">
                <a16:creationId xmlns:a16="http://schemas.microsoft.com/office/drawing/2014/main" id="{390F677B-FE8E-43C1-848F-F47CE60FA59D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37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37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7" dur="500"/>
                                        <p:tgtEl>
                                          <p:spTgt spid="73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3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3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3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737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73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737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73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73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737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73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73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7" dur="500"/>
                                        <p:tgtEl>
                                          <p:spTgt spid="73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731" grpId="0" autoUpdateAnimBg="0"/>
      <p:bldP spid="73732" grpId="0" autoUpdateAnimBg="0"/>
      <p:bldP spid="73733" grpId="0" autoUpdateAnimBg="0"/>
      <p:bldP spid="73734" grpId="0" autoUpdateAnimBg="0"/>
      <p:bldP spid="73735" grpId="0" autoUpdateAnimBg="0"/>
      <p:bldP spid="73736" grpId="0" autoUpdateAnimBg="0"/>
      <p:bldP spid="73737" grpId="0" autoUpdateAnimBg="0"/>
      <p:bldP spid="73738" grpId="0" autoUpdateAnimBg="0"/>
      <p:bldP spid="73739" grpId="0" autoUpdateAnimBg="0"/>
      <p:bldP spid="73740" grpId="0" autoUpdateAnimBg="0"/>
      <p:bldP spid="73741" grpId="0" autoUpdateAnimBg="0"/>
      <p:bldP spid="73754" grpId="0" autoUpdateAnimBg="0"/>
      <p:bldP spid="73755" grpId="0" autoUpdateAnimBg="0"/>
      <p:bldP spid="73756" grpId="0" autoUpdateAnimBg="0"/>
      <p:bldP spid="73757" grpId="0" autoUpdateAnimBg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Text Box 2">
            <a:extLst>
              <a:ext uri="{FF2B5EF4-FFF2-40B4-BE49-F238E27FC236}">
                <a16:creationId xmlns:a16="http://schemas.microsoft.com/office/drawing/2014/main" id="{C741CD33-87F3-4DF3-9C26-9974BE1773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94723"/>
            <a:ext cx="3271837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 dirty="0">
                <a:latin typeface="Times New Roman" panose="02020603050405020304" pitchFamily="18" charset="0"/>
              </a:rPr>
              <a:t>例</a:t>
            </a:r>
            <a:r>
              <a:rPr kumimoji="1" lang="en-US" altLang="zh-CN" sz="3600" b="1" dirty="0">
                <a:latin typeface="Times New Roman" panose="02020603050405020304" pitchFamily="18" charset="0"/>
              </a:rPr>
              <a:t>2.3-4</a:t>
            </a:r>
          </a:p>
        </p:txBody>
      </p:sp>
      <p:sp>
        <p:nvSpPr>
          <p:cNvPr id="74755" name="Text Box 3">
            <a:extLst>
              <a:ext uri="{FF2B5EF4-FFF2-40B4-BE49-F238E27FC236}">
                <a16:creationId xmlns:a16="http://schemas.microsoft.com/office/drawing/2014/main" id="{561B7F3B-18A6-49CF-86E6-7DE40255F2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381000"/>
            <a:ext cx="7239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已知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+0.0011  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 0.1011 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求</a:t>
            </a: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 baseline="-1000">
                <a:latin typeface="Times New Roman" panose="02020603050405020304" pitchFamily="18" charset="0"/>
                <a:cs typeface="Times New Roman" panose="02020603050405020304" pitchFamily="18" charset="0"/>
              </a:rPr>
              <a:t>·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</a:p>
        </p:txBody>
      </p:sp>
      <p:sp>
        <p:nvSpPr>
          <p:cNvPr id="74756" name="Text Box 4">
            <a:extLst>
              <a:ext uri="{FF2B5EF4-FFF2-40B4-BE49-F238E27FC236}">
                <a16:creationId xmlns:a16="http://schemas.microsoft.com/office/drawing/2014/main" id="{80B0E39F-E431-4582-8790-8F84F32D8B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675" y="990600"/>
            <a:ext cx="898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解：</a:t>
            </a:r>
          </a:p>
        </p:txBody>
      </p:sp>
      <p:sp>
        <p:nvSpPr>
          <p:cNvPr id="74757" name="Text Box 5">
            <a:extLst>
              <a:ext uri="{FF2B5EF4-FFF2-40B4-BE49-F238E27FC236}">
                <a16:creationId xmlns:a16="http://schemas.microsoft.com/office/drawing/2014/main" id="{30FA65A3-2D2C-48D6-87E9-9214467195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5050" y="1057275"/>
            <a:ext cx="18732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0 0 . 0 0 0 0</a:t>
            </a:r>
          </a:p>
        </p:txBody>
      </p:sp>
      <p:sp>
        <p:nvSpPr>
          <p:cNvPr id="74758" name="Text Box 6">
            <a:extLst>
              <a:ext uri="{FF2B5EF4-FFF2-40B4-BE49-F238E27FC236}">
                <a16:creationId xmlns:a16="http://schemas.microsoft.com/office/drawing/2014/main" id="{D1883673-CF11-4D98-A96B-AA3504A9F7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5050" y="1371600"/>
            <a:ext cx="18732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1 1 . 1 1 0 1</a:t>
            </a:r>
          </a:p>
        </p:txBody>
      </p:sp>
      <p:sp>
        <p:nvSpPr>
          <p:cNvPr id="74759" name="Text Box 7">
            <a:extLst>
              <a:ext uri="{FF2B5EF4-FFF2-40B4-BE49-F238E27FC236}">
                <a16:creationId xmlns:a16="http://schemas.microsoft.com/office/drawing/2014/main" id="{77DBBEFE-6596-470B-A156-B75CA9F9D9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5050" y="1790700"/>
            <a:ext cx="18732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1 1 . 1 1 0 1</a:t>
            </a:r>
          </a:p>
        </p:txBody>
      </p:sp>
      <p:sp>
        <p:nvSpPr>
          <p:cNvPr id="74760" name="Text Box 8">
            <a:extLst>
              <a:ext uri="{FF2B5EF4-FFF2-40B4-BE49-F238E27FC236}">
                <a16:creationId xmlns:a16="http://schemas.microsoft.com/office/drawing/2014/main" id="{BDD4BF3C-A507-4358-88D6-1B9A32C688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5050" y="2524125"/>
            <a:ext cx="18732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0 0 . 0 0 1 1</a:t>
            </a:r>
          </a:p>
        </p:txBody>
      </p:sp>
      <p:sp>
        <p:nvSpPr>
          <p:cNvPr id="74761" name="Text Box 9">
            <a:extLst>
              <a:ext uri="{FF2B5EF4-FFF2-40B4-BE49-F238E27FC236}">
                <a16:creationId xmlns:a16="http://schemas.microsoft.com/office/drawing/2014/main" id="{CE84AB3E-134F-4B04-843E-EE18957B66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5050" y="3581400"/>
            <a:ext cx="18732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1 1 . 1 1 0 1</a:t>
            </a:r>
          </a:p>
        </p:txBody>
      </p:sp>
      <p:sp>
        <p:nvSpPr>
          <p:cNvPr id="74762" name="Text Box 10">
            <a:extLst>
              <a:ext uri="{FF2B5EF4-FFF2-40B4-BE49-F238E27FC236}">
                <a16:creationId xmlns:a16="http://schemas.microsoft.com/office/drawing/2014/main" id="{45E7F77B-F0AE-4C97-81E1-DF84D9A7E0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5050" y="4721225"/>
            <a:ext cx="18732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0 0 . 0 0 1 1</a:t>
            </a:r>
          </a:p>
        </p:txBody>
      </p:sp>
      <p:sp>
        <p:nvSpPr>
          <p:cNvPr id="74763" name="Text Box 11">
            <a:extLst>
              <a:ext uri="{FF2B5EF4-FFF2-40B4-BE49-F238E27FC236}">
                <a16:creationId xmlns:a16="http://schemas.microsoft.com/office/drawing/2014/main" id="{8D32DBBF-370B-4612-B0D1-D6DDC70E4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5050" y="5791200"/>
            <a:ext cx="18732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1 1 . 1 1 0 1</a:t>
            </a:r>
          </a:p>
        </p:txBody>
      </p:sp>
      <p:sp>
        <p:nvSpPr>
          <p:cNvPr id="74764" name="Line 12">
            <a:extLst>
              <a:ext uri="{FF2B5EF4-FFF2-40B4-BE49-F238E27FC236}">
                <a16:creationId xmlns:a16="http://schemas.microsoft.com/office/drawing/2014/main" id="{598F4D8B-F561-45AC-B1CB-1C20BF1F8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827088" y="4038600"/>
            <a:ext cx="54102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4765" name="Line 13">
            <a:extLst>
              <a:ext uri="{FF2B5EF4-FFF2-40B4-BE49-F238E27FC236}">
                <a16:creationId xmlns:a16="http://schemas.microsoft.com/office/drawing/2014/main" id="{14C0EF5D-14D4-44D8-A6C7-5E09406B87F6}"/>
              </a:ext>
            </a:extLst>
          </p:cNvPr>
          <p:cNvSpPr>
            <a:spLocks noChangeShapeType="1"/>
          </p:cNvSpPr>
          <p:nvPr/>
        </p:nvSpPr>
        <p:spPr bwMode="auto">
          <a:xfrm>
            <a:off x="827088" y="5181600"/>
            <a:ext cx="54102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4766" name="Line 14">
            <a:extLst>
              <a:ext uri="{FF2B5EF4-FFF2-40B4-BE49-F238E27FC236}">
                <a16:creationId xmlns:a16="http://schemas.microsoft.com/office/drawing/2014/main" id="{E83ACA3F-9986-4EDB-AB41-3C5635D9D119}"/>
              </a:ext>
            </a:extLst>
          </p:cNvPr>
          <p:cNvSpPr>
            <a:spLocks noChangeShapeType="1"/>
          </p:cNvSpPr>
          <p:nvPr/>
        </p:nvSpPr>
        <p:spPr bwMode="auto">
          <a:xfrm>
            <a:off x="838200" y="6248400"/>
            <a:ext cx="54864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4767" name="Text Box 15">
            <a:extLst>
              <a:ext uri="{FF2B5EF4-FFF2-40B4-BE49-F238E27FC236}">
                <a16:creationId xmlns:a16="http://schemas.microsoft.com/office/drawing/2014/main" id="{FF16BC2C-8FDB-48F5-BE0D-180272B414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250" y="1057275"/>
            <a:ext cx="1606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1 . 0 1 0 1</a:t>
            </a:r>
          </a:p>
        </p:txBody>
      </p:sp>
      <p:sp>
        <p:nvSpPr>
          <p:cNvPr id="74768" name="Text Box 16">
            <a:extLst>
              <a:ext uri="{FF2B5EF4-FFF2-40B4-BE49-F238E27FC236}">
                <a16:creationId xmlns:a16="http://schemas.microsoft.com/office/drawing/2014/main" id="{75876161-0E41-463B-8992-B6C601EF58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7900" y="1057275"/>
            <a:ext cx="3619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grpSp>
        <p:nvGrpSpPr>
          <p:cNvPr id="2" name="Group 17">
            <a:extLst>
              <a:ext uri="{FF2B5EF4-FFF2-40B4-BE49-F238E27FC236}">
                <a16:creationId xmlns:a16="http://schemas.microsoft.com/office/drawing/2014/main" id="{22A57FF9-4E50-4654-A78E-25E545295DAC}"/>
              </a:ext>
            </a:extLst>
          </p:cNvPr>
          <p:cNvGrpSpPr>
            <a:grpSpLocks/>
          </p:cNvGrpSpPr>
          <p:nvPr/>
        </p:nvGrpSpPr>
        <p:grpSpPr bwMode="auto">
          <a:xfrm>
            <a:off x="1035050" y="2886075"/>
            <a:ext cx="2343150" cy="522288"/>
            <a:chOff x="652" y="1818"/>
            <a:chExt cx="1476" cy="329"/>
          </a:xfrm>
        </p:grpSpPr>
        <p:sp>
          <p:nvSpPr>
            <p:cNvPr id="77928" name="Text Box 18">
              <a:extLst>
                <a:ext uri="{FF2B5EF4-FFF2-40B4-BE49-F238E27FC236}">
                  <a16:creationId xmlns:a16="http://schemas.microsoft.com/office/drawing/2014/main" id="{73BC9D8E-FF06-4731-BCB6-ECAB030742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2" y="1820"/>
              <a:ext cx="118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0 0 . 0 0 0 1</a:t>
              </a:r>
            </a:p>
          </p:txBody>
        </p:sp>
        <p:sp>
          <p:nvSpPr>
            <p:cNvPr id="77929" name="Text Box 19">
              <a:extLst>
                <a:ext uri="{FF2B5EF4-FFF2-40B4-BE49-F238E27FC236}">
                  <a16:creationId xmlns:a16="http://schemas.microsoft.com/office/drawing/2014/main" id="{1336EC8A-7E07-4F0B-AB0B-CD4449A44C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0" y="1818"/>
              <a:ext cx="22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3" name="Group 20">
            <a:extLst>
              <a:ext uri="{FF2B5EF4-FFF2-40B4-BE49-F238E27FC236}">
                <a16:creationId xmlns:a16="http://schemas.microsoft.com/office/drawing/2014/main" id="{7F8D8819-9602-42E1-93DD-CF1D05303ECC}"/>
              </a:ext>
            </a:extLst>
          </p:cNvPr>
          <p:cNvGrpSpPr>
            <a:grpSpLocks/>
          </p:cNvGrpSpPr>
          <p:nvPr/>
        </p:nvGrpSpPr>
        <p:grpSpPr bwMode="auto">
          <a:xfrm>
            <a:off x="1035050" y="3989388"/>
            <a:ext cx="2609850" cy="519112"/>
            <a:chOff x="652" y="2513"/>
            <a:chExt cx="1644" cy="327"/>
          </a:xfrm>
        </p:grpSpPr>
        <p:sp>
          <p:nvSpPr>
            <p:cNvPr id="77926" name="Text Box 21">
              <a:extLst>
                <a:ext uri="{FF2B5EF4-FFF2-40B4-BE49-F238E27FC236}">
                  <a16:creationId xmlns:a16="http://schemas.microsoft.com/office/drawing/2014/main" id="{869CB7FE-8383-44EE-A1FE-61B9FE1D76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2" y="2513"/>
              <a:ext cx="118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1 1 . 1 1 0 1</a:t>
              </a:r>
            </a:p>
          </p:txBody>
        </p:sp>
        <p:sp>
          <p:nvSpPr>
            <p:cNvPr id="77927" name="Text Box 22">
              <a:extLst>
                <a:ext uri="{FF2B5EF4-FFF2-40B4-BE49-F238E27FC236}">
                  <a16:creationId xmlns:a16="http://schemas.microsoft.com/office/drawing/2014/main" id="{C516E866-2CCB-4020-86D9-6716003AD4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0" y="2513"/>
              <a:ext cx="39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1 1</a:t>
              </a:r>
            </a:p>
          </p:txBody>
        </p:sp>
      </p:grpSp>
      <p:grpSp>
        <p:nvGrpSpPr>
          <p:cNvPr id="4" name="Group 23">
            <a:extLst>
              <a:ext uri="{FF2B5EF4-FFF2-40B4-BE49-F238E27FC236}">
                <a16:creationId xmlns:a16="http://schemas.microsoft.com/office/drawing/2014/main" id="{2BF742CC-4A1A-4A49-ABD1-49D5A11BDAEF}"/>
              </a:ext>
            </a:extLst>
          </p:cNvPr>
          <p:cNvGrpSpPr>
            <a:grpSpLocks/>
          </p:cNvGrpSpPr>
          <p:nvPr/>
        </p:nvGrpSpPr>
        <p:grpSpPr bwMode="auto">
          <a:xfrm>
            <a:off x="1035050" y="5087938"/>
            <a:ext cx="2876550" cy="519112"/>
            <a:chOff x="652" y="3205"/>
            <a:chExt cx="1812" cy="327"/>
          </a:xfrm>
        </p:grpSpPr>
        <p:sp>
          <p:nvSpPr>
            <p:cNvPr id="77924" name="Text Box 24">
              <a:extLst>
                <a:ext uri="{FF2B5EF4-FFF2-40B4-BE49-F238E27FC236}">
                  <a16:creationId xmlns:a16="http://schemas.microsoft.com/office/drawing/2014/main" id="{0576AE8C-55E8-450F-919F-8B9E744A7B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2" y="3205"/>
              <a:ext cx="118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0 0 . 0 0 0 1</a:t>
              </a:r>
            </a:p>
          </p:txBody>
        </p:sp>
        <p:sp>
          <p:nvSpPr>
            <p:cNvPr id="77925" name="Text Box 25">
              <a:extLst>
                <a:ext uri="{FF2B5EF4-FFF2-40B4-BE49-F238E27FC236}">
                  <a16:creationId xmlns:a16="http://schemas.microsoft.com/office/drawing/2014/main" id="{B3FB9135-9543-43C3-A6E1-57728AF3BB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0" y="3205"/>
              <a:ext cx="56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1 1 1</a:t>
              </a:r>
            </a:p>
          </p:txBody>
        </p:sp>
      </p:grpSp>
      <p:grpSp>
        <p:nvGrpSpPr>
          <p:cNvPr id="5" name="Group 26">
            <a:extLst>
              <a:ext uri="{FF2B5EF4-FFF2-40B4-BE49-F238E27FC236}">
                <a16:creationId xmlns:a16="http://schemas.microsoft.com/office/drawing/2014/main" id="{E16DACA4-CCAA-49FD-B5DE-0FB3F8F7920C}"/>
              </a:ext>
            </a:extLst>
          </p:cNvPr>
          <p:cNvGrpSpPr>
            <a:grpSpLocks/>
          </p:cNvGrpSpPr>
          <p:nvPr/>
        </p:nvGrpSpPr>
        <p:grpSpPr bwMode="auto">
          <a:xfrm>
            <a:off x="1035050" y="6186488"/>
            <a:ext cx="3232150" cy="519112"/>
            <a:chOff x="652" y="3897"/>
            <a:chExt cx="2036" cy="327"/>
          </a:xfrm>
        </p:grpSpPr>
        <p:sp>
          <p:nvSpPr>
            <p:cNvPr id="77922" name="Text Box 27">
              <a:extLst>
                <a:ext uri="{FF2B5EF4-FFF2-40B4-BE49-F238E27FC236}">
                  <a16:creationId xmlns:a16="http://schemas.microsoft.com/office/drawing/2014/main" id="{A3FC4309-8AE8-41A5-8A6C-769379F50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2" y="3897"/>
              <a:ext cx="118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1 1 . 1 1 0 1</a:t>
              </a:r>
            </a:p>
          </p:txBody>
        </p:sp>
        <p:sp>
          <p:nvSpPr>
            <p:cNvPr id="77923" name="Text Box 28">
              <a:extLst>
                <a:ext uri="{FF2B5EF4-FFF2-40B4-BE49-F238E27FC236}">
                  <a16:creationId xmlns:a16="http://schemas.microsoft.com/office/drawing/2014/main" id="{2D9F7D55-FB3F-4C64-92DB-DD6F73C4BD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0" y="3897"/>
              <a:ext cx="78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1 1 1 1 </a:t>
              </a:r>
            </a:p>
          </p:txBody>
        </p:sp>
      </p:grpSp>
      <p:sp>
        <p:nvSpPr>
          <p:cNvPr id="74781" name="Text Box 29">
            <a:extLst>
              <a:ext uri="{FF2B5EF4-FFF2-40B4-BE49-F238E27FC236}">
                <a16:creationId xmlns:a16="http://schemas.microsoft.com/office/drawing/2014/main" id="{FEDF7492-DB77-4B07-A675-13370E71A2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6700" y="1057275"/>
            <a:ext cx="25273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1400" b="1" dirty="0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 dirty="0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 dirty="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 dirty="0">
                <a:latin typeface="Times New Roman" panose="02020603050405020304" pitchFamily="18" charset="0"/>
              </a:rPr>
              <a:t>= 0.0011</a:t>
            </a:r>
          </a:p>
        </p:txBody>
      </p:sp>
      <p:sp>
        <p:nvSpPr>
          <p:cNvPr id="74782" name="Text Box 30">
            <a:extLst>
              <a:ext uri="{FF2B5EF4-FFF2-40B4-BE49-F238E27FC236}">
                <a16:creationId xmlns:a16="http://schemas.microsoft.com/office/drawing/2014/main" id="{D43BD4FE-8AF6-422B-AFD3-C76BDF3AB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1614488"/>
            <a:ext cx="25114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1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1.0101</a:t>
            </a:r>
          </a:p>
        </p:txBody>
      </p:sp>
      <p:sp>
        <p:nvSpPr>
          <p:cNvPr id="74783" name="Text Box 31">
            <a:extLst>
              <a:ext uri="{FF2B5EF4-FFF2-40B4-BE49-F238E27FC236}">
                <a16:creationId xmlns:a16="http://schemas.microsoft.com/office/drawing/2014/main" id="{D1BB342B-F6C5-41C3-BF63-BE1E815190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2147888"/>
            <a:ext cx="26670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1.1101</a:t>
            </a:r>
          </a:p>
        </p:txBody>
      </p:sp>
      <p:sp>
        <p:nvSpPr>
          <p:cNvPr id="74784" name="Line 32">
            <a:extLst>
              <a:ext uri="{FF2B5EF4-FFF2-40B4-BE49-F238E27FC236}">
                <a16:creationId xmlns:a16="http://schemas.microsoft.com/office/drawing/2014/main" id="{22E50AA8-FCC7-4107-96C1-8CC35717C96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7563" y="1828800"/>
            <a:ext cx="54102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4785" name="Line 33">
            <a:extLst>
              <a:ext uri="{FF2B5EF4-FFF2-40B4-BE49-F238E27FC236}">
                <a16:creationId xmlns:a16="http://schemas.microsoft.com/office/drawing/2014/main" id="{AA20AEC8-AC1C-4363-8714-D754D7B1ABBE}"/>
              </a:ext>
            </a:extLst>
          </p:cNvPr>
          <p:cNvSpPr>
            <a:spLocks noChangeShapeType="1"/>
          </p:cNvSpPr>
          <p:nvPr/>
        </p:nvSpPr>
        <p:spPr bwMode="auto">
          <a:xfrm>
            <a:off x="3016250" y="1143000"/>
            <a:ext cx="0" cy="548640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4786" name="Line 34">
            <a:extLst>
              <a:ext uri="{FF2B5EF4-FFF2-40B4-BE49-F238E27FC236}">
                <a16:creationId xmlns:a16="http://schemas.microsoft.com/office/drawing/2014/main" id="{EAE3D514-B042-459B-9014-31546B0BB1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7900" y="1143000"/>
            <a:ext cx="0" cy="548640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4787" name="Line 35">
            <a:extLst>
              <a:ext uri="{FF2B5EF4-FFF2-40B4-BE49-F238E27FC236}">
                <a16:creationId xmlns:a16="http://schemas.microsoft.com/office/drawing/2014/main" id="{8C94B759-320D-4EEE-A831-8EC186EBBACF}"/>
              </a:ext>
            </a:extLst>
          </p:cNvPr>
          <p:cNvSpPr>
            <a:spLocks noChangeShapeType="1"/>
          </p:cNvSpPr>
          <p:nvPr/>
        </p:nvSpPr>
        <p:spPr bwMode="auto">
          <a:xfrm>
            <a:off x="5226050" y="1143000"/>
            <a:ext cx="0" cy="548640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4788" name="Text Box 36">
            <a:extLst>
              <a:ext uri="{FF2B5EF4-FFF2-40B4-BE49-F238E27FC236}">
                <a16:creationId xmlns:a16="http://schemas.microsoft.com/office/drawing/2014/main" id="{A2FB7E99-76CB-41C3-8A6C-148E95BAEB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1371600"/>
            <a:ext cx="1295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+[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</a:p>
        </p:txBody>
      </p:sp>
      <p:sp>
        <p:nvSpPr>
          <p:cNvPr id="74789" name="Line 37">
            <a:extLst>
              <a:ext uri="{FF2B5EF4-FFF2-40B4-BE49-F238E27FC236}">
                <a16:creationId xmlns:a16="http://schemas.microsoft.com/office/drawing/2014/main" id="{DDC10FD7-0201-4075-8A2E-D0A0DCE921FB}"/>
              </a:ext>
            </a:extLst>
          </p:cNvPr>
          <p:cNvSpPr>
            <a:spLocks noChangeShapeType="1"/>
          </p:cNvSpPr>
          <p:nvPr/>
        </p:nvSpPr>
        <p:spPr bwMode="auto">
          <a:xfrm>
            <a:off x="817563" y="2971800"/>
            <a:ext cx="54102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6" name="Group 38">
            <a:extLst>
              <a:ext uri="{FF2B5EF4-FFF2-40B4-BE49-F238E27FC236}">
                <a16:creationId xmlns:a16="http://schemas.microsoft.com/office/drawing/2014/main" id="{B21E5678-EBEB-4E94-AD8B-FE64E6E26B27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1482725"/>
            <a:ext cx="762000" cy="41275"/>
            <a:chOff x="2736" y="934"/>
            <a:chExt cx="480" cy="26"/>
          </a:xfrm>
        </p:grpSpPr>
        <p:sp>
          <p:nvSpPr>
            <p:cNvPr id="77920" name="Line 39">
              <a:extLst>
                <a:ext uri="{FF2B5EF4-FFF2-40B4-BE49-F238E27FC236}">
                  <a16:creationId xmlns:a16="http://schemas.microsoft.com/office/drawing/2014/main" id="{B2624F79-ECE7-4B78-BFD5-120AE5082C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934"/>
              <a:ext cx="480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7921" name="Line 40">
              <a:extLst>
                <a:ext uri="{FF2B5EF4-FFF2-40B4-BE49-F238E27FC236}">
                  <a16:creationId xmlns:a16="http://schemas.microsoft.com/office/drawing/2014/main" id="{64FAD006-1054-4BC2-A5C6-0D5ECB8C7B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960"/>
              <a:ext cx="480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7" name="Group 41">
            <a:extLst>
              <a:ext uri="{FF2B5EF4-FFF2-40B4-BE49-F238E27FC236}">
                <a16:creationId xmlns:a16="http://schemas.microsoft.com/office/drawing/2014/main" id="{BA6E646D-B7B2-4F59-B930-23811A20A685}"/>
              </a:ext>
            </a:extLst>
          </p:cNvPr>
          <p:cNvGrpSpPr>
            <a:grpSpLocks/>
          </p:cNvGrpSpPr>
          <p:nvPr/>
        </p:nvGrpSpPr>
        <p:grpSpPr bwMode="auto">
          <a:xfrm>
            <a:off x="1035050" y="2147888"/>
            <a:ext cx="4908550" cy="528637"/>
            <a:chOff x="652" y="1353"/>
            <a:chExt cx="3092" cy="333"/>
          </a:xfrm>
        </p:grpSpPr>
        <p:grpSp>
          <p:nvGrpSpPr>
            <p:cNvPr id="77912" name="Group 42">
              <a:extLst>
                <a:ext uri="{FF2B5EF4-FFF2-40B4-BE49-F238E27FC236}">
                  <a16:creationId xmlns:a16="http://schemas.microsoft.com/office/drawing/2014/main" id="{0C2CFFBC-A5DA-4DEC-A479-67C1DBEECA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" y="1359"/>
              <a:ext cx="2592" cy="327"/>
              <a:chOff x="652" y="1359"/>
              <a:chExt cx="2592" cy="327"/>
            </a:xfrm>
          </p:grpSpPr>
          <p:grpSp>
            <p:nvGrpSpPr>
              <p:cNvPr id="77916" name="Group 43">
                <a:extLst>
                  <a:ext uri="{FF2B5EF4-FFF2-40B4-BE49-F238E27FC236}">
                    <a16:creationId xmlns:a16="http://schemas.microsoft.com/office/drawing/2014/main" id="{4C5D4D37-892F-4046-9E3B-C6973635F4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" y="1359"/>
                <a:ext cx="2352" cy="327"/>
                <a:chOff x="652" y="1359"/>
                <a:chExt cx="2352" cy="327"/>
              </a:xfrm>
            </p:grpSpPr>
            <p:sp>
              <p:nvSpPr>
                <p:cNvPr id="77918" name="Text Box 44">
                  <a:extLst>
                    <a:ext uri="{FF2B5EF4-FFF2-40B4-BE49-F238E27FC236}">
                      <a16:creationId xmlns:a16="http://schemas.microsoft.com/office/drawing/2014/main" id="{B2025CF5-D7B8-4E33-B2AB-F49383CDE59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52" y="1359"/>
                  <a:ext cx="1180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800" b="1">
                      <a:latin typeface="Times New Roman" panose="02020603050405020304" pitchFamily="18" charset="0"/>
                    </a:rPr>
                    <a:t>1 1 . </a:t>
                  </a:r>
                  <a:r>
                    <a:rPr kumimoji="1" lang="en-US" altLang="zh-CN" sz="2800" b="1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1</a:t>
                  </a:r>
                  <a:r>
                    <a:rPr kumimoji="1" lang="en-US" altLang="zh-CN" sz="2800" b="1">
                      <a:latin typeface="Times New Roman" panose="02020603050405020304" pitchFamily="18" charset="0"/>
                    </a:rPr>
                    <a:t> 1 1 0</a:t>
                  </a:r>
                </a:p>
              </p:txBody>
            </p:sp>
            <p:sp>
              <p:nvSpPr>
                <p:cNvPr id="77919" name="Text Box 45">
                  <a:extLst>
                    <a:ext uri="{FF2B5EF4-FFF2-40B4-BE49-F238E27FC236}">
                      <a16:creationId xmlns:a16="http://schemas.microsoft.com/office/drawing/2014/main" id="{C2A9282A-80E6-4FEA-BB66-188CBF6F3D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900" y="1359"/>
                  <a:ext cx="1104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800" b="1">
                      <a:latin typeface="Times New Roman" panose="02020603050405020304" pitchFamily="18" charset="0"/>
                    </a:rPr>
                    <a:t>1   </a:t>
                  </a:r>
                  <a:r>
                    <a:rPr kumimoji="1" lang="en-US" altLang="zh-CN" sz="2800" b="1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1 0 1 0</a:t>
                  </a:r>
                  <a:r>
                    <a:rPr kumimoji="1" lang="en-US" altLang="zh-CN" sz="2800" b="1">
                      <a:latin typeface="Times New Roman" panose="02020603050405020304" pitchFamily="18" charset="0"/>
                    </a:rPr>
                    <a:t> </a:t>
                  </a:r>
                </a:p>
              </p:txBody>
            </p:sp>
          </p:grpSp>
          <p:sp>
            <p:nvSpPr>
              <p:cNvPr id="77917" name="Text Box 46">
                <a:extLst>
                  <a:ext uri="{FF2B5EF4-FFF2-40B4-BE49-F238E27FC236}">
                    <a16:creationId xmlns:a16="http://schemas.microsoft.com/office/drawing/2014/main" id="{7BF2B40E-5C84-4420-A810-CE4B8AA813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16" y="1359"/>
                <a:ext cx="22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</p:grpSp>
        <p:grpSp>
          <p:nvGrpSpPr>
            <p:cNvPr id="77913" name="Group 47">
              <a:extLst>
                <a:ext uri="{FF2B5EF4-FFF2-40B4-BE49-F238E27FC236}">
                  <a16:creationId xmlns:a16="http://schemas.microsoft.com/office/drawing/2014/main" id="{9D6B5E2C-6CB9-4602-871D-37BD0473E3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0" y="1353"/>
              <a:ext cx="384" cy="327"/>
              <a:chOff x="3360" y="1353"/>
              <a:chExt cx="384" cy="327"/>
            </a:xfrm>
          </p:grpSpPr>
          <p:sp>
            <p:nvSpPr>
              <p:cNvPr id="77914" name="Line 48">
                <a:extLst>
                  <a:ext uri="{FF2B5EF4-FFF2-40B4-BE49-F238E27FC236}">
                    <a16:creationId xmlns:a16="http://schemas.microsoft.com/office/drawing/2014/main" id="{F4DEC315-C05F-461C-9FAB-B4B6C1A0DB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60" y="1536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77915" name="Text Box 49">
                <a:extLst>
                  <a:ext uri="{FF2B5EF4-FFF2-40B4-BE49-F238E27FC236}">
                    <a16:creationId xmlns:a16="http://schemas.microsoft.com/office/drawing/2014/main" id="{89DF9244-79A8-4ECA-87A6-A113F5C302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16" y="1353"/>
                <a:ext cx="22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</p:grpSp>
      </p:grpSp>
      <p:sp>
        <p:nvSpPr>
          <p:cNvPr id="74802" name="Text Box 50">
            <a:extLst>
              <a:ext uri="{FF2B5EF4-FFF2-40B4-BE49-F238E27FC236}">
                <a16:creationId xmlns:a16="http://schemas.microsoft.com/office/drawing/2014/main" id="{F1F0FD0B-C89D-48F6-9ACF-93B54EAE60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2514600"/>
            <a:ext cx="1295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+[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</a:p>
        </p:txBody>
      </p:sp>
      <p:grpSp>
        <p:nvGrpSpPr>
          <p:cNvPr id="23" name="Group 51">
            <a:extLst>
              <a:ext uri="{FF2B5EF4-FFF2-40B4-BE49-F238E27FC236}">
                <a16:creationId xmlns:a16="http://schemas.microsoft.com/office/drawing/2014/main" id="{3EEAE261-D01F-4929-9ABC-9B4BCB009ECF}"/>
              </a:ext>
            </a:extLst>
          </p:cNvPr>
          <p:cNvGrpSpPr>
            <a:grpSpLocks/>
          </p:cNvGrpSpPr>
          <p:nvPr/>
        </p:nvGrpSpPr>
        <p:grpSpPr bwMode="auto">
          <a:xfrm>
            <a:off x="1035050" y="3230563"/>
            <a:ext cx="4908550" cy="544512"/>
            <a:chOff x="652" y="2035"/>
            <a:chExt cx="3092" cy="343"/>
          </a:xfrm>
        </p:grpSpPr>
        <p:grpSp>
          <p:nvGrpSpPr>
            <p:cNvPr id="77904" name="Group 52">
              <a:extLst>
                <a:ext uri="{FF2B5EF4-FFF2-40B4-BE49-F238E27FC236}">
                  <a16:creationId xmlns:a16="http://schemas.microsoft.com/office/drawing/2014/main" id="{2B38B15C-50E5-4694-8962-917E6B0E8C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" y="2051"/>
              <a:ext cx="2592" cy="327"/>
              <a:chOff x="652" y="2051"/>
              <a:chExt cx="2592" cy="327"/>
            </a:xfrm>
          </p:grpSpPr>
          <p:grpSp>
            <p:nvGrpSpPr>
              <p:cNvPr id="77908" name="Group 53">
                <a:extLst>
                  <a:ext uri="{FF2B5EF4-FFF2-40B4-BE49-F238E27FC236}">
                    <a16:creationId xmlns:a16="http://schemas.microsoft.com/office/drawing/2014/main" id="{43A39C11-793A-435A-8D9C-0BB5BE0F0C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" y="2051"/>
                <a:ext cx="2448" cy="327"/>
                <a:chOff x="652" y="2051"/>
                <a:chExt cx="2448" cy="327"/>
              </a:xfrm>
            </p:grpSpPr>
            <p:sp>
              <p:nvSpPr>
                <p:cNvPr id="77910" name="Text Box 54">
                  <a:extLst>
                    <a:ext uri="{FF2B5EF4-FFF2-40B4-BE49-F238E27FC236}">
                      <a16:creationId xmlns:a16="http://schemas.microsoft.com/office/drawing/2014/main" id="{FEF15E12-C64A-4B93-9928-BAC999A19D2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52" y="2051"/>
                  <a:ext cx="1180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800" b="1">
                      <a:latin typeface="Times New Roman" panose="02020603050405020304" pitchFamily="18" charset="0"/>
                    </a:rPr>
                    <a:t>0 0 . </a:t>
                  </a:r>
                  <a:r>
                    <a:rPr kumimoji="1" lang="en-US" altLang="zh-CN" sz="2800" b="1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r>
                    <a:rPr kumimoji="1" lang="en-US" altLang="zh-CN" sz="2800" b="1">
                      <a:latin typeface="Times New Roman" panose="02020603050405020304" pitchFamily="18" charset="0"/>
                    </a:rPr>
                    <a:t> 0 0 0</a:t>
                  </a:r>
                </a:p>
              </p:txBody>
            </p:sp>
            <p:sp>
              <p:nvSpPr>
                <p:cNvPr id="77911" name="Text Box 55">
                  <a:extLst>
                    <a:ext uri="{FF2B5EF4-FFF2-40B4-BE49-F238E27FC236}">
                      <a16:creationId xmlns:a16="http://schemas.microsoft.com/office/drawing/2014/main" id="{F62383FD-A10A-4015-9CDD-F1E46364230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900" y="2051"/>
                  <a:ext cx="1200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800" b="1">
                      <a:latin typeface="Times New Roman" panose="02020603050405020304" pitchFamily="18" charset="0"/>
                    </a:rPr>
                    <a:t>1 1   </a:t>
                  </a:r>
                  <a:r>
                    <a:rPr kumimoji="1" lang="en-US" altLang="zh-CN" sz="2800" b="1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1 0 1</a:t>
                  </a:r>
                </a:p>
              </p:txBody>
            </p:sp>
          </p:grpSp>
          <p:sp>
            <p:nvSpPr>
              <p:cNvPr id="77909" name="Text Box 56">
                <a:extLst>
                  <a:ext uri="{FF2B5EF4-FFF2-40B4-BE49-F238E27FC236}">
                    <a16:creationId xmlns:a16="http://schemas.microsoft.com/office/drawing/2014/main" id="{C5D74B9F-A2B2-438F-ACB0-88851B9333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16" y="2051"/>
                <a:ext cx="22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</p:grpSp>
        <p:grpSp>
          <p:nvGrpSpPr>
            <p:cNvPr id="77905" name="Group 57">
              <a:extLst>
                <a:ext uri="{FF2B5EF4-FFF2-40B4-BE49-F238E27FC236}">
                  <a16:creationId xmlns:a16="http://schemas.microsoft.com/office/drawing/2014/main" id="{883DA425-3A9C-430F-9F39-85139AAEA2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0" y="2035"/>
              <a:ext cx="384" cy="327"/>
              <a:chOff x="3360" y="2035"/>
              <a:chExt cx="384" cy="327"/>
            </a:xfrm>
          </p:grpSpPr>
          <p:sp>
            <p:nvSpPr>
              <p:cNvPr id="77906" name="Line 58">
                <a:extLst>
                  <a:ext uri="{FF2B5EF4-FFF2-40B4-BE49-F238E27FC236}">
                    <a16:creationId xmlns:a16="http://schemas.microsoft.com/office/drawing/2014/main" id="{67F93000-1759-4B85-BD36-8E433171AB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60" y="2218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77907" name="Text Box 59">
                <a:extLst>
                  <a:ext uri="{FF2B5EF4-FFF2-40B4-BE49-F238E27FC236}">
                    <a16:creationId xmlns:a16="http://schemas.microsoft.com/office/drawing/2014/main" id="{A7E4D4B8-99B3-46A2-A017-6BEA32E42A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16" y="2035"/>
                <a:ext cx="22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</p:grpSp>
      </p:grpSp>
      <p:sp>
        <p:nvSpPr>
          <p:cNvPr id="74812" name="Text Box 60">
            <a:extLst>
              <a:ext uri="{FF2B5EF4-FFF2-40B4-BE49-F238E27FC236}">
                <a16:creationId xmlns:a16="http://schemas.microsoft.com/office/drawing/2014/main" id="{B0741613-1FE4-40D3-B8AD-F3C258597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3581400"/>
            <a:ext cx="1295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+[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</a:p>
        </p:txBody>
      </p:sp>
      <p:grpSp>
        <p:nvGrpSpPr>
          <p:cNvPr id="27" name="Group 61">
            <a:extLst>
              <a:ext uri="{FF2B5EF4-FFF2-40B4-BE49-F238E27FC236}">
                <a16:creationId xmlns:a16="http://schemas.microsoft.com/office/drawing/2014/main" id="{3E99DCCC-5BB2-4AFE-A6A0-AE12833DEA10}"/>
              </a:ext>
            </a:extLst>
          </p:cNvPr>
          <p:cNvGrpSpPr>
            <a:grpSpLocks/>
          </p:cNvGrpSpPr>
          <p:nvPr/>
        </p:nvGrpSpPr>
        <p:grpSpPr bwMode="auto">
          <a:xfrm>
            <a:off x="1035050" y="4356100"/>
            <a:ext cx="4908550" cy="520700"/>
            <a:chOff x="652" y="2744"/>
            <a:chExt cx="3092" cy="328"/>
          </a:xfrm>
        </p:grpSpPr>
        <p:grpSp>
          <p:nvGrpSpPr>
            <p:cNvPr id="77896" name="Group 62">
              <a:extLst>
                <a:ext uri="{FF2B5EF4-FFF2-40B4-BE49-F238E27FC236}">
                  <a16:creationId xmlns:a16="http://schemas.microsoft.com/office/drawing/2014/main" id="{1930534C-5172-4529-A762-947BA7FB65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" y="2744"/>
              <a:ext cx="2592" cy="327"/>
              <a:chOff x="652" y="2744"/>
              <a:chExt cx="2592" cy="327"/>
            </a:xfrm>
          </p:grpSpPr>
          <p:grpSp>
            <p:nvGrpSpPr>
              <p:cNvPr id="77900" name="Group 63">
                <a:extLst>
                  <a:ext uri="{FF2B5EF4-FFF2-40B4-BE49-F238E27FC236}">
                    <a16:creationId xmlns:a16="http://schemas.microsoft.com/office/drawing/2014/main" id="{5A638234-5292-4F7E-8F02-8E950CA061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" y="2744"/>
                <a:ext cx="2352" cy="327"/>
                <a:chOff x="652" y="2744"/>
                <a:chExt cx="2352" cy="327"/>
              </a:xfrm>
            </p:grpSpPr>
            <p:sp>
              <p:nvSpPr>
                <p:cNvPr id="77902" name="Text Box 64">
                  <a:extLst>
                    <a:ext uri="{FF2B5EF4-FFF2-40B4-BE49-F238E27FC236}">
                      <a16:creationId xmlns:a16="http://schemas.microsoft.com/office/drawing/2014/main" id="{3683071D-BB4B-4197-B0C8-E090C4E584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52" y="2744"/>
                  <a:ext cx="1180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800" b="1">
                      <a:latin typeface="Times New Roman" panose="02020603050405020304" pitchFamily="18" charset="0"/>
                    </a:rPr>
                    <a:t>1 1 . </a:t>
                  </a:r>
                  <a:r>
                    <a:rPr kumimoji="1" lang="en-US" altLang="zh-CN" sz="2800" b="1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1</a:t>
                  </a:r>
                  <a:r>
                    <a:rPr kumimoji="1" lang="en-US" altLang="zh-CN" sz="2800" b="1">
                      <a:latin typeface="Times New Roman" panose="02020603050405020304" pitchFamily="18" charset="0"/>
                    </a:rPr>
                    <a:t> 1 1 0</a:t>
                  </a:r>
                </a:p>
              </p:txBody>
            </p:sp>
            <p:sp>
              <p:nvSpPr>
                <p:cNvPr id="77903" name="Text Box 65">
                  <a:extLst>
                    <a:ext uri="{FF2B5EF4-FFF2-40B4-BE49-F238E27FC236}">
                      <a16:creationId xmlns:a16="http://schemas.microsoft.com/office/drawing/2014/main" id="{40E277F9-D615-4041-B6F7-99D58430AFE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900" y="2744"/>
                  <a:ext cx="1104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800" b="1">
                      <a:latin typeface="Times New Roman" panose="02020603050405020304" pitchFamily="18" charset="0"/>
                    </a:rPr>
                    <a:t>1 1 1   </a:t>
                  </a:r>
                  <a:r>
                    <a:rPr kumimoji="1" lang="en-US" altLang="zh-CN" sz="2800" b="1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1 0</a:t>
                  </a:r>
                </a:p>
              </p:txBody>
            </p:sp>
          </p:grpSp>
          <p:sp>
            <p:nvSpPr>
              <p:cNvPr id="77901" name="Text Box 66">
                <a:extLst>
                  <a:ext uri="{FF2B5EF4-FFF2-40B4-BE49-F238E27FC236}">
                    <a16:creationId xmlns:a16="http://schemas.microsoft.com/office/drawing/2014/main" id="{80D0063A-6CE9-4D1A-94C5-86A651E10F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16" y="2744"/>
                <a:ext cx="22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</p:grpSp>
        <p:grpSp>
          <p:nvGrpSpPr>
            <p:cNvPr id="77897" name="Group 67">
              <a:extLst>
                <a:ext uri="{FF2B5EF4-FFF2-40B4-BE49-F238E27FC236}">
                  <a16:creationId xmlns:a16="http://schemas.microsoft.com/office/drawing/2014/main" id="{4B71FD28-7F23-46A3-A81C-239B3B3635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0" y="2745"/>
              <a:ext cx="384" cy="327"/>
              <a:chOff x="3360" y="2745"/>
              <a:chExt cx="384" cy="327"/>
            </a:xfrm>
          </p:grpSpPr>
          <p:sp>
            <p:nvSpPr>
              <p:cNvPr id="77898" name="Line 68">
                <a:extLst>
                  <a:ext uri="{FF2B5EF4-FFF2-40B4-BE49-F238E27FC236}">
                    <a16:creationId xmlns:a16="http://schemas.microsoft.com/office/drawing/2014/main" id="{25D74C00-518C-4668-B985-320F63756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60" y="2928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77899" name="Text Box 69">
                <a:extLst>
                  <a:ext uri="{FF2B5EF4-FFF2-40B4-BE49-F238E27FC236}">
                    <a16:creationId xmlns:a16="http://schemas.microsoft.com/office/drawing/2014/main" id="{F4A18A04-F8BF-41AB-919A-747B7CC659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16" y="2745"/>
                <a:ext cx="22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</p:grpSp>
      </p:grpSp>
      <p:grpSp>
        <p:nvGrpSpPr>
          <p:cNvPr id="74820" name="Group 70">
            <a:extLst>
              <a:ext uri="{FF2B5EF4-FFF2-40B4-BE49-F238E27FC236}">
                <a16:creationId xmlns:a16="http://schemas.microsoft.com/office/drawing/2014/main" id="{C099AFC0-C02D-47E8-B90C-4568BD2A87BF}"/>
              </a:ext>
            </a:extLst>
          </p:cNvPr>
          <p:cNvGrpSpPr>
            <a:grpSpLocks/>
          </p:cNvGrpSpPr>
          <p:nvPr/>
        </p:nvGrpSpPr>
        <p:grpSpPr bwMode="auto">
          <a:xfrm>
            <a:off x="1035050" y="5424488"/>
            <a:ext cx="4908550" cy="549275"/>
            <a:chOff x="652" y="3417"/>
            <a:chExt cx="3092" cy="346"/>
          </a:xfrm>
        </p:grpSpPr>
        <p:grpSp>
          <p:nvGrpSpPr>
            <p:cNvPr id="77888" name="Group 71">
              <a:extLst>
                <a:ext uri="{FF2B5EF4-FFF2-40B4-BE49-F238E27FC236}">
                  <a16:creationId xmlns:a16="http://schemas.microsoft.com/office/drawing/2014/main" id="{7C11F940-7022-4920-9209-020C4F5482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" y="3436"/>
              <a:ext cx="2592" cy="327"/>
              <a:chOff x="652" y="3436"/>
              <a:chExt cx="2592" cy="327"/>
            </a:xfrm>
          </p:grpSpPr>
          <p:grpSp>
            <p:nvGrpSpPr>
              <p:cNvPr id="77892" name="Group 72">
                <a:extLst>
                  <a:ext uri="{FF2B5EF4-FFF2-40B4-BE49-F238E27FC236}">
                    <a16:creationId xmlns:a16="http://schemas.microsoft.com/office/drawing/2014/main" id="{E539FB8F-8937-4A16-B9E4-2B5054B63F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" y="3436"/>
                <a:ext cx="2352" cy="327"/>
                <a:chOff x="652" y="3436"/>
                <a:chExt cx="2352" cy="327"/>
              </a:xfrm>
            </p:grpSpPr>
            <p:sp>
              <p:nvSpPr>
                <p:cNvPr id="77894" name="Text Box 73">
                  <a:extLst>
                    <a:ext uri="{FF2B5EF4-FFF2-40B4-BE49-F238E27FC236}">
                      <a16:creationId xmlns:a16="http://schemas.microsoft.com/office/drawing/2014/main" id="{D1088726-3155-4533-BB6A-EC0116746D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52" y="3436"/>
                  <a:ext cx="1236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800" b="1">
                      <a:latin typeface="Times New Roman" panose="02020603050405020304" pitchFamily="18" charset="0"/>
                    </a:rPr>
                    <a:t>0 0 . </a:t>
                  </a:r>
                  <a:r>
                    <a:rPr kumimoji="1" lang="en-US" altLang="zh-CN" sz="2800" b="1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  <a:r>
                    <a:rPr kumimoji="1" lang="en-US" altLang="zh-CN" sz="2800" b="1">
                      <a:latin typeface="Times New Roman" panose="02020603050405020304" pitchFamily="18" charset="0"/>
                    </a:rPr>
                    <a:t> 0 0 0 </a:t>
                  </a:r>
                </a:p>
              </p:txBody>
            </p:sp>
            <p:sp>
              <p:nvSpPr>
                <p:cNvPr id="77895" name="Text Box 74">
                  <a:extLst>
                    <a:ext uri="{FF2B5EF4-FFF2-40B4-BE49-F238E27FC236}">
                      <a16:creationId xmlns:a16="http://schemas.microsoft.com/office/drawing/2014/main" id="{081E507A-4B47-4EE6-B016-DF4C098CAC9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900" y="3436"/>
                  <a:ext cx="1104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800" b="1">
                      <a:latin typeface="Times New Roman" panose="02020603050405020304" pitchFamily="18" charset="0"/>
                    </a:rPr>
                    <a:t>1 1 1 1   </a:t>
                  </a:r>
                  <a:r>
                    <a:rPr kumimoji="1" lang="en-US" altLang="zh-CN" sz="2800" b="1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</p:grpSp>
          <p:sp>
            <p:nvSpPr>
              <p:cNvPr id="77893" name="Text Box 75">
                <a:extLst>
                  <a:ext uri="{FF2B5EF4-FFF2-40B4-BE49-F238E27FC236}">
                    <a16:creationId xmlns:a16="http://schemas.microsoft.com/office/drawing/2014/main" id="{9072DAF6-D463-4BAB-93BD-BB5EAFB7CA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16" y="3436"/>
                <a:ext cx="22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</p:grpSp>
        <p:grpSp>
          <p:nvGrpSpPr>
            <p:cNvPr id="77889" name="Group 76">
              <a:extLst>
                <a:ext uri="{FF2B5EF4-FFF2-40B4-BE49-F238E27FC236}">
                  <a16:creationId xmlns:a16="http://schemas.microsoft.com/office/drawing/2014/main" id="{2C4811DD-D310-4910-A8B5-DE24950B8C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0" y="3417"/>
              <a:ext cx="384" cy="327"/>
              <a:chOff x="3360" y="3417"/>
              <a:chExt cx="384" cy="327"/>
            </a:xfrm>
          </p:grpSpPr>
          <p:sp>
            <p:nvSpPr>
              <p:cNvPr id="77890" name="Line 77">
                <a:extLst>
                  <a:ext uri="{FF2B5EF4-FFF2-40B4-BE49-F238E27FC236}">
                    <a16:creationId xmlns:a16="http://schemas.microsoft.com/office/drawing/2014/main" id="{F0A6AF96-6E67-48FC-B157-4D4E049017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60" y="3600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77891" name="Text Box 78">
                <a:extLst>
                  <a:ext uri="{FF2B5EF4-FFF2-40B4-BE49-F238E27FC236}">
                    <a16:creationId xmlns:a16="http://schemas.microsoft.com/office/drawing/2014/main" id="{C1DDFF5D-2D4D-4DFA-88AD-D3D9A6B1B4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16" y="3417"/>
                <a:ext cx="22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</p:grpSp>
      </p:grpSp>
      <p:sp>
        <p:nvSpPr>
          <p:cNvPr id="74831" name="Text Box 79">
            <a:extLst>
              <a:ext uri="{FF2B5EF4-FFF2-40B4-BE49-F238E27FC236}">
                <a16:creationId xmlns:a16="http://schemas.microsoft.com/office/drawing/2014/main" id="{06C8C367-8416-4EBD-9BA8-2D6FE39CE1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5791200"/>
            <a:ext cx="1295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+[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</a:p>
        </p:txBody>
      </p:sp>
      <p:sp>
        <p:nvSpPr>
          <p:cNvPr id="74832" name="Text Box 80">
            <a:extLst>
              <a:ext uri="{FF2B5EF4-FFF2-40B4-BE49-F238E27FC236}">
                <a16:creationId xmlns:a16="http://schemas.microsoft.com/office/drawing/2014/main" id="{7D301CFC-C8F3-4AA9-A8FE-B0C3BEC126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4724400"/>
            <a:ext cx="1295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+[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</a:p>
        </p:txBody>
      </p:sp>
      <p:grpSp>
        <p:nvGrpSpPr>
          <p:cNvPr id="74833" name="Group 81">
            <a:extLst>
              <a:ext uri="{FF2B5EF4-FFF2-40B4-BE49-F238E27FC236}">
                <a16:creationId xmlns:a16="http://schemas.microsoft.com/office/drawing/2014/main" id="{B616822C-92CD-4EEF-A08B-947AE8D96E15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2590800"/>
            <a:ext cx="762000" cy="41275"/>
            <a:chOff x="2736" y="934"/>
            <a:chExt cx="480" cy="26"/>
          </a:xfrm>
        </p:grpSpPr>
        <p:sp>
          <p:nvSpPr>
            <p:cNvPr id="77886" name="Line 82">
              <a:extLst>
                <a:ext uri="{FF2B5EF4-FFF2-40B4-BE49-F238E27FC236}">
                  <a16:creationId xmlns:a16="http://schemas.microsoft.com/office/drawing/2014/main" id="{931B1B94-9EBC-4329-B453-77AA331EA1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934"/>
              <a:ext cx="480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7887" name="Line 83">
              <a:extLst>
                <a:ext uri="{FF2B5EF4-FFF2-40B4-BE49-F238E27FC236}">
                  <a16:creationId xmlns:a16="http://schemas.microsoft.com/office/drawing/2014/main" id="{75E292FA-29BB-475A-BFE9-63944C1D1A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960"/>
              <a:ext cx="480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74836" name="Group 84">
            <a:extLst>
              <a:ext uri="{FF2B5EF4-FFF2-40B4-BE49-F238E27FC236}">
                <a16:creationId xmlns:a16="http://schemas.microsoft.com/office/drawing/2014/main" id="{74901AB6-467E-48CE-BCAE-2FA180DF4ADB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3692525"/>
            <a:ext cx="762000" cy="41275"/>
            <a:chOff x="2736" y="934"/>
            <a:chExt cx="480" cy="26"/>
          </a:xfrm>
        </p:grpSpPr>
        <p:sp>
          <p:nvSpPr>
            <p:cNvPr id="77884" name="Line 85">
              <a:extLst>
                <a:ext uri="{FF2B5EF4-FFF2-40B4-BE49-F238E27FC236}">
                  <a16:creationId xmlns:a16="http://schemas.microsoft.com/office/drawing/2014/main" id="{647F9B8D-329E-4739-A016-C0CABAE237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934"/>
              <a:ext cx="480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7885" name="Line 86">
              <a:extLst>
                <a:ext uri="{FF2B5EF4-FFF2-40B4-BE49-F238E27FC236}">
                  <a16:creationId xmlns:a16="http://schemas.microsoft.com/office/drawing/2014/main" id="{AC96B14C-9104-4D44-8F46-FF3F11838F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960"/>
              <a:ext cx="480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74840" name="Group 87">
            <a:extLst>
              <a:ext uri="{FF2B5EF4-FFF2-40B4-BE49-F238E27FC236}">
                <a16:creationId xmlns:a16="http://schemas.microsoft.com/office/drawing/2014/main" id="{9A9D9CF2-B919-4FFE-98CF-5C1A54BB75F8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4800600"/>
            <a:ext cx="762000" cy="41275"/>
            <a:chOff x="2736" y="934"/>
            <a:chExt cx="480" cy="26"/>
          </a:xfrm>
        </p:grpSpPr>
        <p:sp>
          <p:nvSpPr>
            <p:cNvPr id="77882" name="Line 88">
              <a:extLst>
                <a:ext uri="{FF2B5EF4-FFF2-40B4-BE49-F238E27FC236}">
                  <a16:creationId xmlns:a16="http://schemas.microsoft.com/office/drawing/2014/main" id="{C64EE9DA-A4E3-4CB1-B213-B7CC381734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934"/>
              <a:ext cx="480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7883" name="Line 89">
              <a:extLst>
                <a:ext uri="{FF2B5EF4-FFF2-40B4-BE49-F238E27FC236}">
                  <a16:creationId xmlns:a16="http://schemas.microsoft.com/office/drawing/2014/main" id="{EA0921E4-8BE6-4DE5-8D85-DC8764F16D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960"/>
              <a:ext cx="480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74841" name="Group 90">
            <a:extLst>
              <a:ext uri="{FF2B5EF4-FFF2-40B4-BE49-F238E27FC236}">
                <a16:creationId xmlns:a16="http://schemas.microsoft.com/office/drawing/2014/main" id="{03A8F740-2D35-4814-AA9D-91EB2CCC192C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5902325"/>
            <a:ext cx="762000" cy="41275"/>
            <a:chOff x="2736" y="934"/>
            <a:chExt cx="480" cy="26"/>
          </a:xfrm>
        </p:grpSpPr>
        <p:sp>
          <p:nvSpPr>
            <p:cNvPr id="77880" name="Line 91">
              <a:extLst>
                <a:ext uri="{FF2B5EF4-FFF2-40B4-BE49-F238E27FC236}">
                  <a16:creationId xmlns:a16="http://schemas.microsoft.com/office/drawing/2014/main" id="{8A7E271B-C85F-4B8F-9859-1917EE7B0C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934"/>
              <a:ext cx="480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7881" name="Line 92">
              <a:extLst>
                <a:ext uri="{FF2B5EF4-FFF2-40B4-BE49-F238E27FC236}">
                  <a16:creationId xmlns:a16="http://schemas.microsoft.com/office/drawing/2014/main" id="{FC4715EB-60F3-49AC-8521-5469742F4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960"/>
              <a:ext cx="480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74845" name="Text Box 93">
            <a:extLst>
              <a:ext uri="{FF2B5EF4-FFF2-40B4-BE49-F238E27FC236}">
                <a16:creationId xmlns:a16="http://schemas.microsoft.com/office/drawing/2014/main" id="{B7FA0150-E03B-4C35-9573-492F3F7B6E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4148138"/>
            <a:ext cx="2590800" cy="1033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宋体" panose="02010600030101010101" pitchFamily="2" charset="-122"/>
              </a:rPr>
              <a:t>∴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 baseline="-1000">
                <a:latin typeface="Times New Roman" panose="02020603050405020304" pitchFamily="18" charset="0"/>
                <a:cs typeface="Times New Roman" panose="02020603050405020304" pitchFamily="18" charset="0"/>
              </a:rPr>
              <a:t>·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</a:p>
          <a:p>
            <a:pPr eaLnBrk="1" hangingPunct="1">
              <a:lnSpc>
                <a:spcPct val="85000"/>
              </a:lnSpc>
              <a:spcBef>
                <a:spcPct val="5000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   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=1.11011111 </a:t>
            </a:r>
          </a:p>
        </p:txBody>
      </p:sp>
      <p:sp>
        <p:nvSpPr>
          <p:cNvPr id="74846" name="Text Box 94">
            <a:extLst>
              <a:ext uri="{FF2B5EF4-FFF2-40B4-BE49-F238E27FC236}">
                <a16:creationId xmlns:a16="http://schemas.microsoft.com/office/drawing/2014/main" id="{CD7E9395-E391-473A-AAAD-088B1143AE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6324600"/>
            <a:ext cx="19812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0" rIns="1800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000" b="1">
                <a:latin typeface="Times New Roman" panose="02020603050405020304" pitchFamily="18" charset="0"/>
              </a:rPr>
              <a:t>  </a:t>
            </a:r>
            <a:r>
              <a:rPr kumimoji="1" lang="zh-CN" altLang="en-US" sz="2000" b="1">
                <a:latin typeface="Times New Roman" panose="02020603050405020304" pitchFamily="18" charset="0"/>
              </a:rPr>
              <a:t>最后一步不移位 </a:t>
            </a:r>
          </a:p>
        </p:txBody>
      </p:sp>
      <p:sp>
        <p:nvSpPr>
          <p:cNvPr id="74848" name="AutoShape 96">
            <a:extLst>
              <a:ext uri="{FF2B5EF4-FFF2-40B4-BE49-F238E27FC236}">
                <a16:creationId xmlns:a16="http://schemas.microsoft.com/office/drawing/2014/main" id="{05D14C85-7939-4AEA-8E23-F65CED288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" y="1911350"/>
            <a:ext cx="827088" cy="777875"/>
          </a:xfrm>
          <a:prstGeom prst="wedgeRoundRectCallout">
            <a:avLst>
              <a:gd name="adj1" fmla="val 77833"/>
              <a:gd name="adj2" fmla="val 15894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补码右移</a:t>
            </a:r>
          </a:p>
        </p:txBody>
      </p:sp>
      <p:sp>
        <p:nvSpPr>
          <p:cNvPr id="74849" name="AutoShape 97">
            <a:extLst>
              <a:ext uri="{FF2B5EF4-FFF2-40B4-BE49-F238E27FC236}">
                <a16:creationId xmlns:a16="http://schemas.microsoft.com/office/drawing/2014/main" id="{2ED976D9-21D2-4009-9D2E-DEFB7EF81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" y="2997200"/>
            <a:ext cx="827088" cy="777875"/>
          </a:xfrm>
          <a:prstGeom prst="wedgeRoundRectCallout">
            <a:avLst>
              <a:gd name="adj1" fmla="val 77833"/>
              <a:gd name="adj2" fmla="val 15894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补码右移</a:t>
            </a:r>
          </a:p>
        </p:txBody>
      </p:sp>
      <p:sp>
        <p:nvSpPr>
          <p:cNvPr id="74850" name="AutoShape 98">
            <a:extLst>
              <a:ext uri="{FF2B5EF4-FFF2-40B4-BE49-F238E27FC236}">
                <a16:creationId xmlns:a16="http://schemas.microsoft.com/office/drawing/2014/main" id="{1950EB45-6245-4935-8C55-65A7A5BF0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" y="4149725"/>
            <a:ext cx="827088" cy="777875"/>
          </a:xfrm>
          <a:prstGeom prst="wedgeRoundRectCallout">
            <a:avLst>
              <a:gd name="adj1" fmla="val 77833"/>
              <a:gd name="adj2" fmla="val 15894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补码右移</a:t>
            </a:r>
          </a:p>
        </p:txBody>
      </p:sp>
      <p:sp>
        <p:nvSpPr>
          <p:cNvPr id="74851" name="AutoShape 99">
            <a:extLst>
              <a:ext uri="{FF2B5EF4-FFF2-40B4-BE49-F238E27FC236}">
                <a16:creationId xmlns:a16="http://schemas.microsoft.com/office/drawing/2014/main" id="{46AE56E1-D99D-4786-82EC-3680F26FDF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" y="5210175"/>
            <a:ext cx="827088" cy="777875"/>
          </a:xfrm>
          <a:prstGeom prst="wedgeRoundRectCallout">
            <a:avLst>
              <a:gd name="adj1" fmla="val 77833"/>
              <a:gd name="adj2" fmla="val 15917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补码右移</a:t>
            </a:r>
          </a:p>
        </p:txBody>
      </p:sp>
      <p:sp>
        <p:nvSpPr>
          <p:cNvPr id="74853" name="Text Box 101">
            <a:extLst>
              <a:ext uri="{FF2B5EF4-FFF2-40B4-BE49-F238E27FC236}">
                <a16:creationId xmlns:a16="http://schemas.microsoft.com/office/drawing/2014/main" id="{BF3924CA-BABC-4E1E-BAF5-743631AB40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" y="1387475"/>
            <a:ext cx="539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宋体" panose="02010600030101010101" pitchFamily="2" charset="-122"/>
              </a:rPr>
              <a:t>+</a:t>
            </a:r>
          </a:p>
        </p:txBody>
      </p:sp>
      <p:sp>
        <p:nvSpPr>
          <p:cNvPr id="74854" name="Text Box 102">
            <a:extLst>
              <a:ext uri="{FF2B5EF4-FFF2-40B4-BE49-F238E27FC236}">
                <a16:creationId xmlns:a16="http://schemas.microsoft.com/office/drawing/2014/main" id="{EAC50CB8-8491-4408-A5C9-C813C8E5A3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" y="2540000"/>
            <a:ext cx="539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宋体" panose="02010600030101010101" pitchFamily="2" charset="-122"/>
              </a:rPr>
              <a:t>+</a:t>
            </a:r>
          </a:p>
        </p:txBody>
      </p:sp>
      <p:sp>
        <p:nvSpPr>
          <p:cNvPr id="74855" name="Text Box 103">
            <a:extLst>
              <a:ext uri="{FF2B5EF4-FFF2-40B4-BE49-F238E27FC236}">
                <a16:creationId xmlns:a16="http://schemas.microsoft.com/office/drawing/2014/main" id="{6E0B6791-3DED-4273-8E64-FB0981F6BE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" y="3573463"/>
            <a:ext cx="539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宋体" panose="02010600030101010101" pitchFamily="2" charset="-122"/>
              </a:rPr>
              <a:t>+</a:t>
            </a:r>
          </a:p>
        </p:txBody>
      </p:sp>
      <p:sp>
        <p:nvSpPr>
          <p:cNvPr id="74856" name="Text Box 104">
            <a:extLst>
              <a:ext uri="{FF2B5EF4-FFF2-40B4-BE49-F238E27FC236}">
                <a16:creationId xmlns:a16="http://schemas.microsoft.com/office/drawing/2014/main" id="{B1F740E1-CDDE-458C-AC6D-BBCD37F8FE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" y="4724400"/>
            <a:ext cx="539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宋体" panose="02010600030101010101" pitchFamily="2" charset="-122"/>
              </a:rPr>
              <a:t>+</a:t>
            </a:r>
          </a:p>
        </p:txBody>
      </p:sp>
      <p:sp>
        <p:nvSpPr>
          <p:cNvPr id="74857" name="Text Box 105">
            <a:extLst>
              <a:ext uri="{FF2B5EF4-FFF2-40B4-BE49-F238E27FC236}">
                <a16:creationId xmlns:a16="http://schemas.microsoft.com/office/drawing/2014/main" id="{F963EEA7-F07B-4041-BD0A-80FB478D4B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" y="5805488"/>
            <a:ext cx="539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>
                <a:latin typeface="宋体" panose="02010600030101010101" pitchFamily="2" charset="-122"/>
              </a:rPr>
              <a:t>+</a:t>
            </a:r>
          </a:p>
        </p:txBody>
      </p:sp>
      <p:sp>
        <p:nvSpPr>
          <p:cNvPr id="106" name="矩形 105">
            <a:extLst>
              <a:ext uri="{FF2B5EF4-FFF2-40B4-BE49-F238E27FC236}">
                <a16:creationId xmlns:a16="http://schemas.microsoft.com/office/drawing/2014/main" id="{86302428-2608-4DC9-AA41-7A233F4143BE}"/>
              </a:ext>
            </a:extLst>
          </p:cNvPr>
          <p:cNvSpPr/>
          <p:nvPr/>
        </p:nvSpPr>
        <p:spPr>
          <a:xfrm>
            <a:off x="7652387" y="20569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4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4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47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4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4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4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7" dur="500"/>
                                        <p:tgtEl>
                                          <p:spTgt spid="74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74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7" dur="500"/>
                                        <p:tgtEl>
                                          <p:spTgt spid="74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747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7" dur="500"/>
                                        <p:tgtEl>
                                          <p:spTgt spid="747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747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74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5" dur="500"/>
                                        <p:tgtEl>
                                          <p:spTgt spid="74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7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9" dur="500"/>
                                        <p:tgtEl>
                                          <p:spTgt spid="747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4" dur="500"/>
                                        <p:tgtEl>
                                          <p:spTgt spid="74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4" dur="500"/>
                                        <p:tgtEl>
                                          <p:spTgt spid="74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9" dur="500"/>
                                        <p:tgtEl>
                                          <p:spTgt spid="74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4" dur="500"/>
                                        <p:tgtEl>
                                          <p:spTgt spid="748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9" dur="500"/>
                                        <p:tgtEl>
                                          <p:spTgt spid="74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2" dur="500"/>
                                        <p:tgtEl>
                                          <p:spTgt spid="748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4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16" dur="500"/>
                                        <p:tgtEl>
                                          <p:spTgt spid="747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 nodeType="clickPar">
                      <p:stCondLst>
                        <p:cond delay="indefinite"/>
                      </p:stCondLst>
                      <p:childTnLst>
                        <p:par>
                          <p:cTn id="1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1" dur="500"/>
                                        <p:tgtEl>
                                          <p:spTgt spid="748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 nodeType="clickPar">
                      <p:stCondLst>
                        <p:cond delay="indefinite"/>
                      </p:stCondLst>
                      <p:childTnLst>
                        <p:par>
                          <p:cTn id="1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4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6" dur="500"/>
                                        <p:tgtEl>
                                          <p:spTgt spid="74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 nodeType="clickPar">
                      <p:stCondLst>
                        <p:cond delay="indefinite"/>
                      </p:stCondLst>
                      <p:childTnLst>
                        <p:par>
                          <p:cTn id="1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1" dur="500"/>
                                        <p:tgtEl>
                                          <p:spTgt spid="74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 nodeType="clickPar">
                      <p:stCondLst>
                        <p:cond delay="indefinite"/>
                      </p:stCondLst>
                      <p:childTnLst>
                        <p:par>
                          <p:cTn id="1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6" dur="500"/>
                                        <p:tgtEl>
                                          <p:spTgt spid="74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9" dur="500"/>
                                        <p:tgtEl>
                                          <p:spTgt spid="74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1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53" dur="500"/>
                                        <p:tgtEl>
                                          <p:spTgt spid="74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 nodeType="clickPar">
                      <p:stCondLst>
                        <p:cond delay="indefinite"/>
                      </p:stCondLst>
                      <p:childTnLst>
                        <p:par>
                          <p:cTn id="1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8" dur="500"/>
                                        <p:tgtEl>
                                          <p:spTgt spid="74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 nodeType="clickPar">
                      <p:stCondLst>
                        <p:cond delay="indefinite"/>
                      </p:stCondLst>
                      <p:childTnLst>
                        <p:par>
                          <p:cTn id="1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1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3" dur="500"/>
                                        <p:tgtEl>
                                          <p:spTgt spid="74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 nodeType="clickPar">
                      <p:stCondLst>
                        <p:cond delay="indefinite"/>
                      </p:stCondLst>
                      <p:childTnLst>
                        <p:par>
                          <p:cTn id="1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8" dur="500"/>
                                        <p:tgtEl>
                                          <p:spTgt spid="74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 nodeType="clickPar">
                      <p:stCondLst>
                        <p:cond delay="indefinite"/>
                      </p:stCondLst>
                      <p:childTnLst>
                        <p:par>
                          <p:cTn id="1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3" dur="500"/>
                                        <p:tgtEl>
                                          <p:spTgt spid="74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6" dur="500"/>
                                        <p:tgtEl>
                                          <p:spTgt spid="74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8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90" dur="500"/>
                                        <p:tgtEl>
                                          <p:spTgt spid="74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 nodeType="clickPar">
                      <p:stCondLst>
                        <p:cond delay="indefinite"/>
                      </p:stCondLst>
                      <p:childTnLst>
                        <p:par>
                          <p:cTn id="1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 nodeType="clickPar">
                      <p:stCondLst>
                        <p:cond delay="indefinite"/>
                      </p:stCondLst>
                      <p:childTnLst>
                        <p:par>
                          <p:cTn id="1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0" dur="500"/>
                                        <p:tgtEl>
                                          <p:spTgt spid="74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 nodeType="clickPar">
                      <p:stCondLst>
                        <p:cond delay="indefinite"/>
                      </p:stCondLst>
                      <p:childTnLst>
                        <p:par>
                          <p:cTn id="2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5" dur="500"/>
                                        <p:tgtEl>
                                          <p:spTgt spid="74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 nodeType="clickPar">
                      <p:stCondLst>
                        <p:cond delay="indefinite"/>
                      </p:stCondLst>
                      <p:childTnLst>
                        <p:par>
                          <p:cTn id="2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8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0" dur="500"/>
                                        <p:tgtEl>
                                          <p:spTgt spid="748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 nodeType="clickPar">
                      <p:stCondLst>
                        <p:cond delay="indefinite"/>
                      </p:stCondLst>
                      <p:childTnLst>
                        <p:par>
                          <p:cTn id="2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5" dur="500"/>
                                        <p:tgtEl>
                                          <p:spTgt spid="74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 nodeType="clickPar">
                      <p:stCondLst>
                        <p:cond delay="indefinite"/>
                      </p:stCondLst>
                      <p:childTnLst>
                        <p:par>
                          <p:cTn id="2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0" dur="500"/>
                                        <p:tgtEl>
                                          <p:spTgt spid="74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3" dur="500"/>
                                        <p:tgtEl>
                                          <p:spTgt spid="74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2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27" dur="500"/>
                                        <p:tgtEl>
                                          <p:spTgt spid="747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 nodeType="clickPar">
                      <p:stCondLst>
                        <p:cond delay="indefinite"/>
                      </p:stCondLst>
                      <p:childTnLst>
                        <p:par>
                          <p:cTn id="2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 nodeType="clickPar">
                      <p:stCondLst>
                        <p:cond delay="indefinite"/>
                      </p:stCondLst>
                      <p:childTnLst>
                        <p:par>
                          <p:cTn id="2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7" dur="500"/>
                                        <p:tgtEl>
                                          <p:spTgt spid="74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 nodeType="clickPar">
                      <p:stCondLst>
                        <p:cond delay="indefinite"/>
                      </p:stCondLst>
                      <p:childTnLst>
                        <p:par>
                          <p:cTn id="2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2" dur="500"/>
                                        <p:tgtEl>
                                          <p:spTgt spid="74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755" grpId="0" autoUpdateAnimBg="0"/>
      <p:bldP spid="74756" grpId="0" autoUpdateAnimBg="0"/>
      <p:bldP spid="74757" grpId="0" autoUpdateAnimBg="0"/>
      <p:bldP spid="74758" grpId="0" autoUpdateAnimBg="0"/>
      <p:bldP spid="74759" grpId="0" autoUpdateAnimBg="0"/>
      <p:bldP spid="74760" grpId="0" autoUpdateAnimBg="0"/>
      <p:bldP spid="74761" grpId="0" autoUpdateAnimBg="0"/>
      <p:bldP spid="74762" grpId="0" autoUpdateAnimBg="0"/>
      <p:bldP spid="74763" grpId="0" autoUpdateAnimBg="0"/>
      <p:bldP spid="74767" grpId="0" autoUpdateAnimBg="0"/>
      <p:bldP spid="74768" grpId="0" autoUpdateAnimBg="0"/>
      <p:bldP spid="74781" grpId="0" autoUpdateAnimBg="0"/>
      <p:bldP spid="74782" grpId="0" autoUpdateAnimBg="0"/>
      <p:bldP spid="74783" grpId="0" autoUpdateAnimBg="0"/>
      <p:bldP spid="74788" grpId="0" autoUpdateAnimBg="0"/>
      <p:bldP spid="74802" grpId="0" autoUpdateAnimBg="0"/>
      <p:bldP spid="74812" grpId="0" autoUpdateAnimBg="0"/>
      <p:bldP spid="74831" grpId="0" autoUpdateAnimBg="0"/>
      <p:bldP spid="74832" grpId="0" autoUpdateAnimBg="0"/>
      <p:bldP spid="74845" grpId="0" autoUpdateAnimBg="0"/>
      <p:bldP spid="74846" grpId="0" autoUpdateAnimBg="0"/>
      <p:bldP spid="74848" grpId="0" animBg="1" autoUpdateAnimBg="0"/>
      <p:bldP spid="74849" grpId="0" animBg="1" autoUpdateAnimBg="0"/>
      <p:bldP spid="74850" grpId="0" animBg="1" autoUpdateAnimBg="0"/>
      <p:bldP spid="74851" grpId="0" animBg="1" autoUpdateAnimBg="0"/>
      <p:bldP spid="74853" grpId="0"/>
      <p:bldP spid="74854" grpId="0"/>
      <p:bldP spid="74855" grpId="0"/>
      <p:bldP spid="74856" grpId="0"/>
      <p:bldP spid="74857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Text Box 2">
            <a:extLst>
              <a:ext uri="{FF2B5EF4-FFF2-40B4-BE49-F238E27FC236}">
                <a16:creationId xmlns:a16="http://schemas.microsoft.com/office/drawing/2014/main" id="{02E8719B-74DF-45CA-A79B-0CEDA9794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325" y="273050"/>
            <a:ext cx="64928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 dirty="0">
                <a:latin typeface="Times New Roman" panose="02020603050405020304" pitchFamily="18" charset="0"/>
              </a:rPr>
              <a:t>5.</a:t>
            </a:r>
            <a:r>
              <a:rPr kumimoji="1" lang="zh-CN" altLang="en-US" sz="3600" b="1" dirty="0">
                <a:latin typeface="Times New Roman" panose="02020603050405020304" pitchFamily="18" charset="0"/>
              </a:rPr>
              <a:t>补码乘法的硬件配置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81E0F44C-0C29-42AE-9623-B8499B3F0301}"/>
              </a:ext>
            </a:extLst>
          </p:cNvPr>
          <p:cNvGrpSpPr>
            <a:grpSpLocks/>
          </p:cNvGrpSpPr>
          <p:nvPr/>
        </p:nvGrpSpPr>
        <p:grpSpPr bwMode="auto">
          <a:xfrm>
            <a:off x="1203325" y="5486400"/>
            <a:ext cx="4470400" cy="1052513"/>
            <a:chOff x="758" y="3456"/>
            <a:chExt cx="2816" cy="663"/>
          </a:xfrm>
        </p:grpSpPr>
        <p:sp>
          <p:nvSpPr>
            <p:cNvPr id="78892" name="Text Box 4">
              <a:extLst>
                <a:ext uri="{FF2B5EF4-FFF2-40B4-BE49-F238E27FC236}">
                  <a16:creationId xmlns:a16="http://schemas.microsoft.com/office/drawing/2014/main" id="{6C11E12E-3317-49CE-A841-E1C0FF870A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8" y="3456"/>
              <a:ext cx="243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A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、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X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、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Q    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均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+ 2 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78893" name="Text Box 5">
              <a:extLst>
                <a:ext uri="{FF2B5EF4-FFF2-40B4-BE49-F238E27FC236}">
                  <a16:creationId xmlns:a16="http://schemas.microsoft.com/office/drawing/2014/main" id="{1CF88335-AFF3-4973-9604-BB10B47001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8" y="3792"/>
              <a:ext cx="28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移位和加受末两位乘数控制</a:t>
              </a:r>
            </a:p>
          </p:txBody>
        </p:sp>
      </p:grpSp>
      <p:sp>
        <p:nvSpPr>
          <p:cNvPr id="4" name="Rectangle 2">
            <a:extLst>
              <a:ext uri="{FF2B5EF4-FFF2-40B4-BE49-F238E27FC236}">
                <a16:creationId xmlns:a16="http://schemas.microsoft.com/office/drawing/2014/main" id="{EEFBFBCF-7162-47DF-8898-7C362006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7663" y="1628799"/>
            <a:ext cx="13603955" cy="457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zh-CN" altLang="en-US"/>
          </a:p>
        </p:txBody>
      </p:sp>
      <p:graphicFrame>
        <p:nvGraphicFramePr>
          <p:cNvPr id="5" name="对象 4">
            <a:extLst>
              <a:ext uri="{FF2B5EF4-FFF2-40B4-BE49-F238E27FC236}">
                <a16:creationId xmlns:a16="http://schemas.microsoft.com/office/drawing/2014/main" id="{51308683-F66A-470C-AD3B-B07DB9495D46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171353498"/>
              </p:ext>
            </p:extLst>
          </p:nvPr>
        </p:nvGraphicFramePr>
        <p:xfrm>
          <a:off x="853789" y="1364196"/>
          <a:ext cx="6842411" cy="367240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3091" name="Visio" r:id="rId3" imgW="4256000" imgH="2288085" progId="Visio.Drawing.11">
                  <p:embed/>
                </p:oleObj>
              </mc:Choice>
              <mc:Fallback>
                <p:oleObj name="Visio" r:id="rId3" imgW="4256000" imgH="2288085" progId="Visio.Drawing.11">
                  <p:embed/>
                  <p:pic>
                    <p:nvPicPr>
                      <p:cNvPr id="0" name="Object 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53789" y="1364196"/>
                        <a:ext cx="6842411" cy="3672408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48" name="矩形 47">
            <a:extLst>
              <a:ext uri="{FF2B5EF4-FFF2-40B4-BE49-F238E27FC236}">
                <a16:creationId xmlns:a16="http://schemas.microsoft.com/office/drawing/2014/main" id="{0A2FCEEB-A410-4696-80D3-7CEE547E4A76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Text Box 2">
            <a:extLst>
              <a:ext uri="{FF2B5EF4-FFF2-40B4-BE49-F238E27FC236}">
                <a16:creationId xmlns:a16="http://schemas.microsoft.com/office/drawing/2014/main" id="{65DEC3C1-FD90-47F4-9C04-435987C70E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7525" y="396875"/>
            <a:ext cx="27590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>
                <a:latin typeface="Times New Roman" panose="02020603050405020304" pitchFamily="18" charset="0"/>
              </a:rPr>
              <a:t>乘法小结</a:t>
            </a:r>
          </a:p>
        </p:txBody>
      </p:sp>
      <p:sp>
        <p:nvSpPr>
          <p:cNvPr id="76803" name="Text Box 3">
            <a:extLst>
              <a:ext uri="{FF2B5EF4-FFF2-40B4-BE49-F238E27FC236}">
                <a16:creationId xmlns:a16="http://schemas.microsoft.com/office/drawing/2014/main" id="{1370190E-4DE2-447D-9E7C-55E03E15EA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25" y="2560638"/>
            <a:ext cx="5349875" cy="1203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30000"/>
              </a:lnSpc>
              <a:spcBef>
                <a:spcPct val="0"/>
              </a:spcBef>
              <a:buClr>
                <a:schemeClr val="folHlink"/>
              </a:buClr>
              <a:buFont typeface="Wingdings" panose="05000000000000000000" pitchFamily="2" charset="2"/>
              <a:buChar char="Ø"/>
            </a:pP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原码乘   符号位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单独处理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 typeface="Wingdings" panose="05000000000000000000" pitchFamily="2" charset="2"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    补码乘   符号位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自然形成</a:t>
            </a:r>
          </a:p>
        </p:txBody>
      </p:sp>
      <p:sp>
        <p:nvSpPr>
          <p:cNvPr id="76804" name="Text Box 4">
            <a:extLst>
              <a:ext uri="{FF2B5EF4-FFF2-40B4-BE49-F238E27FC236}">
                <a16:creationId xmlns:a16="http://schemas.microsoft.com/office/drawing/2014/main" id="{45043CAF-0231-43B3-ADA3-805A4F7BCE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25" y="4067175"/>
            <a:ext cx="80930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>
                <a:schemeClr val="folHlink"/>
              </a:buClr>
              <a:buFont typeface="Wingdings" panose="05000000000000000000" pitchFamily="2" charset="2"/>
              <a:buChar char="Ø"/>
            </a:pP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原码乘去掉符号位运算    即为无符号数乘法</a:t>
            </a:r>
          </a:p>
        </p:txBody>
      </p:sp>
      <p:sp>
        <p:nvSpPr>
          <p:cNvPr id="76805" name="Text Box 5">
            <a:extLst>
              <a:ext uri="{FF2B5EF4-FFF2-40B4-BE49-F238E27FC236}">
                <a16:creationId xmlns:a16="http://schemas.microsoft.com/office/drawing/2014/main" id="{53D4C67E-A44E-4277-89B5-AE82B192FF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25" y="4891088"/>
            <a:ext cx="62706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>
                <a:schemeClr val="folHlink"/>
              </a:buClr>
              <a:buFont typeface="Wingdings" panose="05000000000000000000" pitchFamily="2" charset="2"/>
              <a:buChar char="Ø"/>
            </a:pP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不同的乘法运算需有不同的硬件支持</a:t>
            </a:r>
          </a:p>
        </p:txBody>
      </p:sp>
      <p:sp>
        <p:nvSpPr>
          <p:cNvPr id="76806" name="Text Box 6">
            <a:extLst>
              <a:ext uri="{FF2B5EF4-FFF2-40B4-BE49-F238E27FC236}">
                <a16:creationId xmlns:a16="http://schemas.microsoft.com/office/drawing/2014/main" id="{C22DB415-0A27-4D8D-8A9D-2F7B6B9FEE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25" y="1182688"/>
            <a:ext cx="5219700" cy="1074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30000"/>
              </a:lnSpc>
              <a:spcBef>
                <a:spcPct val="0"/>
              </a:spcBef>
              <a:buClr>
                <a:schemeClr val="folHlink"/>
              </a:buClr>
              <a:buFont typeface="Wingdings" panose="05000000000000000000" pitchFamily="2" charset="2"/>
              <a:buChar char="Ø"/>
            </a:pP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整数乘法与小数乘法完全相同</a:t>
            </a:r>
          </a:p>
          <a:p>
            <a:pPr eaLnBrk="1" hangingPunct="1">
              <a:spcBef>
                <a:spcPct val="0"/>
              </a:spcBef>
              <a:buClr>
                <a:schemeClr val="folHlink"/>
              </a:buClr>
              <a:buFont typeface="Wingdings" panose="05000000000000000000" pitchFamily="2" charset="2"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    可用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逗号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代替小数点</a:t>
            </a: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B6FE70EE-8898-47E7-8AF7-DA7BE1B5D4ED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6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6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6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6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803" grpId="0" autoUpdateAnimBg="0"/>
      <p:bldP spid="76804" grpId="0" autoUpdateAnimBg="0"/>
      <p:bldP spid="76805" grpId="0" autoUpdateAnimBg="0"/>
      <p:bldP spid="76806" grpId="0" autoUpdateAnimBg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2.3 </a:t>
            </a:r>
            <a:r>
              <a:rPr lang="zh-CN" altLang="en-US" sz="4400" b="1" dirty="0">
                <a:solidFill>
                  <a:srgbClr val="FF0000"/>
                </a:solidFill>
              </a:rPr>
              <a:t>定点数乘法运算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1.</a:t>
            </a:r>
            <a:r>
              <a:rPr lang="zh-CN" altLang="en-US" dirty="0"/>
              <a:t>笔算乘法分析与改进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3.</a:t>
            </a:r>
            <a:r>
              <a:rPr lang="zh-CN" altLang="en-US" dirty="0"/>
              <a:t>补码乘法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2.</a:t>
            </a:r>
            <a:r>
              <a:rPr lang="zh-CN" altLang="en-US" dirty="0"/>
              <a:t>原码乘法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4. </a:t>
            </a:r>
            <a:r>
              <a:rPr lang="zh-CN" altLang="en-US" dirty="0"/>
              <a:t>阵列乘法器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21F81574-CBD8-4332-A1C2-5E708EC61371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2. 2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  <p:sp>
        <p:nvSpPr>
          <p:cNvPr id="9" name="Text Box 4">
            <a:extLst>
              <a:ext uri="{FF2B5EF4-FFF2-40B4-BE49-F238E27FC236}">
                <a16:creationId xmlns:a16="http://schemas.microsoft.com/office/drawing/2014/main" id="{CF94B1E2-0F6A-4B01-991C-CB9E1BC0DB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434" y="55308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/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5.</a:t>
            </a:r>
            <a:r>
              <a:rPr lang="en-US" altLang="zh-CN" dirty="0"/>
              <a:t>MIPS</a:t>
            </a:r>
            <a:r>
              <a:rPr lang="zh-CN" altLang="en-US" dirty="0"/>
              <a:t>中的乘法</a:t>
            </a:r>
            <a:endParaRPr kumimoji="1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2494889"/>
      </p:ext>
    </p:extLst>
  </p:cSld>
  <p:clrMapOvr>
    <a:masterClrMapping/>
  </p:clrMapOvr>
  <p:transition spd="slow"/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EFC8EAF-8E0A-441D-99DE-840333B012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二进制手工乘法运算</a:t>
            </a:r>
          </a:p>
        </p:txBody>
      </p:sp>
      <p:grpSp>
        <p:nvGrpSpPr>
          <p:cNvPr id="8" name="组合 7">
            <a:extLst>
              <a:ext uri="{FF2B5EF4-FFF2-40B4-BE49-F238E27FC236}">
                <a16:creationId xmlns:a16="http://schemas.microsoft.com/office/drawing/2014/main" id="{B280E44B-5B2A-47B6-BE52-398A8B461B46}"/>
              </a:ext>
            </a:extLst>
          </p:cNvPr>
          <p:cNvGrpSpPr/>
          <p:nvPr/>
        </p:nvGrpSpPr>
        <p:grpSpPr>
          <a:xfrm>
            <a:off x="3930140" y="1737592"/>
            <a:ext cx="4061609" cy="338554"/>
            <a:chOff x="5452889" y="1916906"/>
            <a:chExt cx="4061609" cy="338554"/>
          </a:xfrm>
        </p:grpSpPr>
        <p:sp>
          <p:nvSpPr>
            <p:cNvPr id="9" name="Text Box 3">
              <a:extLst>
                <a:ext uri="{FF2B5EF4-FFF2-40B4-BE49-F238E27FC236}">
                  <a16:creationId xmlns:a16="http://schemas.microsoft.com/office/drawing/2014/main" id="{15FDBD98-C0B8-4B02-A612-4D0D190EC0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94638" y="1916906"/>
              <a:ext cx="76360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</a:p>
          </p:txBody>
        </p:sp>
        <p:sp>
          <p:nvSpPr>
            <p:cNvPr id="10" name="Text Box 4">
              <a:extLst>
                <a:ext uri="{FF2B5EF4-FFF2-40B4-BE49-F238E27FC236}">
                  <a16:creationId xmlns:a16="http://schemas.microsoft.com/office/drawing/2014/main" id="{D28C7D95-4E87-4718-A37F-6030B05F89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3390" y="1916906"/>
              <a:ext cx="76163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</a:p>
          </p:txBody>
        </p:sp>
        <p:sp>
          <p:nvSpPr>
            <p:cNvPr id="11" name="Text Box 5">
              <a:extLst>
                <a:ext uri="{FF2B5EF4-FFF2-40B4-BE49-F238E27FC236}">
                  <a16:creationId xmlns:a16="http://schemas.microsoft.com/office/drawing/2014/main" id="{48B05FB6-6B54-4ABC-8C4C-805CA36B91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9442" y="1916906"/>
              <a:ext cx="76360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</a:p>
          </p:txBody>
        </p:sp>
        <p:sp>
          <p:nvSpPr>
            <p:cNvPr id="12" name="Text Box 6">
              <a:extLst>
                <a:ext uri="{FF2B5EF4-FFF2-40B4-BE49-F238E27FC236}">
                  <a16:creationId xmlns:a16="http://schemas.microsoft.com/office/drawing/2014/main" id="{508E2635-0B7D-4EC8-A9AB-87F8B882FB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50894" y="1916906"/>
              <a:ext cx="76360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</a:p>
          </p:txBody>
        </p:sp>
        <p:sp>
          <p:nvSpPr>
            <p:cNvPr id="13" name="Text Box 7">
              <a:extLst>
                <a:ext uri="{FF2B5EF4-FFF2-40B4-BE49-F238E27FC236}">
                  <a16:creationId xmlns:a16="http://schemas.microsoft.com/office/drawing/2014/main" id="{6F1020DD-1957-48BB-979D-C1DFE4B51D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52889" y="1916906"/>
              <a:ext cx="76360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</a:p>
          </p:txBody>
        </p:sp>
      </p:grpSp>
      <p:grpSp>
        <p:nvGrpSpPr>
          <p:cNvPr id="14" name="组合 13">
            <a:extLst>
              <a:ext uri="{FF2B5EF4-FFF2-40B4-BE49-F238E27FC236}">
                <a16:creationId xmlns:a16="http://schemas.microsoft.com/office/drawing/2014/main" id="{CE80E807-023D-44E4-9211-5C75907290A7}"/>
              </a:ext>
            </a:extLst>
          </p:cNvPr>
          <p:cNvGrpSpPr/>
          <p:nvPr/>
        </p:nvGrpSpPr>
        <p:grpSpPr>
          <a:xfrm>
            <a:off x="3151925" y="2583333"/>
            <a:ext cx="3973717" cy="338554"/>
            <a:chOff x="4674674" y="2707482"/>
            <a:chExt cx="3973717" cy="338554"/>
          </a:xfrm>
        </p:grpSpPr>
        <p:sp>
          <p:nvSpPr>
            <p:cNvPr id="15" name="Text Box 9">
              <a:extLst>
                <a:ext uri="{FF2B5EF4-FFF2-40B4-BE49-F238E27FC236}">
                  <a16:creationId xmlns:a16="http://schemas.microsoft.com/office/drawing/2014/main" id="{0BDE3C3E-2BAE-4103-A96B-BFE8BA8E07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1464" y="2707482"/>
              <a:ext cx="71624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</a:p>
          </p:txBody>
        </p:sp>
        <p:sp>
          <p:nvSpPr>
            <p:cNvPr id="16" name="Text Box 10">
              <a:extLst>
                <a:ext uri="{FF2B5EF4-FFF2-40B4-BE49-F238E27FC236}">
                  <a16:creationId xmlns:a16="http://schemas.microsoft.com/office/drawing/2014/main" id="{6E1E60C7-FE5D-44DE-AF8B-7244D1773F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94638" y="2707482"/>
              <a:ext cx="71624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</a:p>
          </p:txBody>
        </p:sp>
        <p:sp>
          <p:nvSpPr>
            <p:cNvPr id="17" name="Text Box 11">
              <a:extLst>
                <a:ext uri="{FF2B5EF4-FFF2-40B4-BE49-F238E27FC236}">
                  <a16:creationId xmlns:a16="http://schemas.microsoft.com/office/drawing/2014/main" id="{AF49DDB3-C7EC-4CE1-A982-34855BD90D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3390" y="2707482"/>
              <a:ext cx="71624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</a:p>
          </p:txBody>
        </p:sp>
        <p:sp>
          <p:nvSpPr>
            <p:cNvPr id="18" name="Text Box 12">
              <a:extLst>
                <a:ext uri="{FF2B5EF4-FFF2-40B4-BE49-F238E27FC236}">
                  <a16:creationId xmlns:a16="http://schemas.microsoft.com/office/drawing/2014/main" id="{BD34E6CA-3F4B-45FB-83E0-36BFEB7218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32142" y="2707482"/>
              <a:ext cx="71624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</a:p>
          </p:txBody>
        </p:sp>
        <p:sp>
          <p:nvSpPr>
            <p:cNvPr id="19" name="Text Box 13">
              <a:extLst>
                <a:ext uri="{FF2B5EF4-FFF2-40B4-BE49-F238E27FC236}">
                  <a16:creationId xmlns:a16="http://schemas.microsoft.com/office/drawing/2014/main" id="{6B71111C-9E56-4D29-8559-9B20069E03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74674" y="2707482"/>
              <a:ext cx="71624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</a:p>
          </p:txBody>
        </p:sp>
      </p:grpSp>
      <p:grpSp>
        <p:nvGrpSpPr>
          <p:cNvPr id="20" name="组合 19">
            <a:extLst>
              <a:ext uri="{FF2B5EF4-FFF2-40B4-BE49-F238E27FC236}">
                <a16:creationId xmlns:a16="http://schemas.microsoft.com/office/drawing/2014/main" id="{D11190BF-18CB-4B42-802E-D1155C9F7BCC}"/>
              </a:ext>
            </a:extLst>
          </p:cNvPr>
          <p:cNvGrpSpPr/>
          <p:nvPr/>
        </p:nvGrpSpPr>
        <p:grpSpPr>
          <a:xfrm>
            <a:off x="2322221" y="3429074"/>
            <a:ext cx="3984669" cy="338554"/>
            <a:chOff x="3844970" y="3586956"/>
            <a:chExt cx="3984669" cy="338554"/>
          </a:xfrm>
        </p:grpSpPr>
        <p:sp>
          <p:nvSpPr>
            <p:cNvPr id="21" name="Text Box 15">
              <a:extLst>
                <a:ext uri="{FF2B5EF4-FFF2-40B4-BE49-F238E27FC236}">
                  <a16:creationId xmlns:a16="http://schemas.microsoft.com/office/drawing/2014/main" id="{EE432350-88E9-415D-8DCA-BB83A6E52B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6099" y="3586956"/>
              <a:ext cx="71624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</a:p>
          </p:txBody>
        </p:sp>
        <p:sp>
          <p:nvSpPr>
            <p:cNvPr id="22" name="Text Box 16">
              <a:extLst>
                <a:ext uri="{FF2B5EF4-FFF2-40B4-BE49-F238E27FC236}">
                  <a16:creationId xmlns:a16="http://schemas.microsoft.com/office/drawing/2014/main" id="{09E51837-983B-41C6-BB74-3142C88B9E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68764" y="3586956"/>
              <a:ext cx="71624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</a:p>
          </p:txBody>
        </p:sp>
        <p:sp>
          <p:nvSpPr>
            <p:cNvPr id="23" name="Text Box 17">
              <a:extLst>
                <a:ext uri="{FF2B5EF4-FFF2-40B4-BE49-F238E27FC236}">
                  <a16:creationId xmlns:a16="http://schemas.microsoft.com/office/drawing/2014/main" id="{77E4C783-458B-4CA9-9CA5-96F53A158B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94638" y="3586956"/>
              <a:ext cx="71624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</a:p>
          </p:txBody>
        </p:sp>
        <p:sp>
          <p:nvSpPr>
            <p:cNvPr id="24" name="Text Box 18">
              <a:extLst>
                <a:ext uri="{FF2B5EF4-FFF2-40B4-BE49-F238E27FC236}">
                  <a16:creationId xmlns:a16="http://schemas.microsoft.com/office/drawing/2014/main" id="{682AF729-9470-400A-A057-47A2D16146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3390" y="3586956"/>
              <a:ext cx="71624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</a:p>
          </p:txBody>
        </p:sp>
        <p:sp>
          <p:nvSpPr>
            <p:cNvPr id="25" name="Text Box 19">
              <a:extLst>
                <a:ext uri="{FF2B5EF4-FFF2-40B4-BE49-F238E27FC236}">
                  <a16:creationId xmlns:a16="http://schemas.microsoft.com/office/drawing/2014/main" id="{971A8387-B439-4CAC-BA95-A3F4A9BE06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4970" y="3586956"/>
              <a:ext cx="71624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</a:p>
          </p:txBody>
        </p:sp>
      </p:grpSp>
      <p:grpSp>
        <p:nvGrpSpPr>
          <p:cNvPr id="26" name="组合 25">
            <a:extLst>
              <a:ext uri="{FF2B5EF4-FFF2-40B4-BE49-F238E27FC236}">
                <a16:creationId xmlns:a16="http://schemas.microsoft.com/office/drawing/2014/main" id="{656A5130-777D-4379-A751-AE34CF1F95EE}"/>
              </a:ext>
            </a:extLst>
          </p:cNvPr>
          <p:cNvGrpSpPr/>
          <p:nvPr/>
        </p:nvGrpSpPr>
        <p:grpSpPr>
          <a:xfrm>
            <a:off x="1499851" y="4274813"/>
            <a:ext cx="3988287" cy="338554"/>
            <a:chOff x="3022600" y="4507706"/>
            <a:chExt cx="3988287" cy="338554"/>
          </a:xfrm>
        </p:grpSpPr>
        <p:sp>
          <p:nvSpPr>
            <p:cNvPr id="27" name="Text Box 21">
              <a:extLst>
                <a:ext uri="{FF2B5EF4-FFF2-40B4-BE49-F238E27FC236}">
                  <a16:creationId xmlns:a16="http://schemas.microsoft.com/office/drawing/2014/main" id="{F1244A4D-1792-4727-AB7A-8E0AADAC3E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5445" y="4507706"/>
              <a:ext cx="71624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</a:p>
          </p:txBody>
        </p:sp>
        <p:sp>
          <p:nvSpPr>
            <p:cNvPr id="28" name="Text Box 22">
              <a:extLst>
                <a:ext uri="{FF2B5EF4-FFF2-40B4-BE49-F238E27FC236}">
                  <a16:creationId xmlns:a16="http://schemas.microsoft.com/office/drawing/2014/main" id="{2C82A54E-FA00-4DDC-8584-54B11AE0DE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3399" y="4507706"/>
              <a:ext cx="71624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</a:p>
          </p:txBody>
        </p:sp>
        <p:sp>
          <p:nvSpPr>
            <p:cNvPr id="29" name="Text Box 23">
              <a:extLst>
                <a:ext uri="{FF2B5EF4-FFF2-40B4-BE49-F238E27FC236}">
                  <a16:creationId xmlns:a16="http://schemas.microsoft.com/office/drawing/2014/main" id="{5D126EAD-34CF-483A-B5B0-682FF8259F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1464" y="4507706"/>
              <a:ext cx="71624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</a:p>
          </p:txBody>
        </p:sp>
        <p:sp>
          <p:nvSpPr>
            <p:cNvPr id="30" name="Text Box 24">
              <a:extLst>
                <a:ext uri="{FF2B5EF4-FFF2-40B4-BE49-F238E27FC236}">
                  <a16:creationId xmlns:a16="http://schemas.microsoft.com/office/drawing/2014/main" id="{F06F44FE-1907-4441-B9E5-78B11EE188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94638" y="4507706"/>
              <a:ext cx="71624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</a:p>
          </p:txBody>
        </p:sp>
        <p:sp>
          <p:nvSpPr>
            <p:cNvPr id="31" name="Text Box 25">
              <a:extLst>
                <a:ext uri="{FF2B5EF4-FFF2-40B4-BE49-F238E27FC236}">
                  <a16:creationId xmlns:a16="http://schemas.microsoft.com/office/drawing/2014/main" id="{6F13985A-9A7C-4D8A-B4BC-6F0CF2F31B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22600" y="4507706"/>
              <a:ext cx="71624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</a:p>
          </p:txBody>
        </p:sp>
      </p:grpSp>
      <p:grpSp>
        <p:nvGrpSpPr>
          <p:cNvPr id="32" name="组合 31">
            <a:extLst>
              <a:ext uri="{FF2B5EF4-FFF2-40B4-BE49-F238E27FC236}">
                <a16:creationId xmlns:a16="http://schemas.microsoft.com/office/drawing/2014/main" id="{E3835064-32C6-476D-BC27-D816D130BE0B}"/>
              </a:ext>
            </a:extLst>
          </p:cNvPr>
          <p:cNvGrpSpPr/>
          <p:nvPr/>
        </p:nvGrpSpPr>
        <p:grpSpPr>
          <a:xfrm>
            <a:off x="4771889" y="891851"/>
            <a:ext cx="4052179" cy="338554"/>
            <a:chOff x="6294638" y="1124744"/>
            <a:chExt cx="4052179" cy="338554"/>
          </a:xfrm>
        </p:grpSpPr>
        <p:sp>
          <p:nvSpPr>
            <p:cNvPr id="33" name="Text Box 27">
              <a:extLst>
                <a:ext uri="{FF2B5EF4-FFF2-40B4-BE49-F238E27FC236}">
                  <a16:creationId xmlns:a16="http://schemas.microsoft.com/office/drawing/2014/main" id="{8345CD33-3634-4B61-B206-7963091A8D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94638" y="1124744"/>
              <a:ext cx="71624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</a:p>
          </p:txBody>
        </p:sp>
        <p:sp>
          <p:nvSpPr>
            <p:cNvPr id="34" name="Text Box 28">
              <a:extLst>
                <a:ext uri="{FF2B5EF4-FFF2-40B4-BE49-F238E27FC236}">
                  <a16:creationId xmlns:a16="http://schemas.microsoft.com/office/drawing/2014/main" id="{554166E3-014A-4EB7-B778-91C676EE10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3390" y="1124744"/>
              <a:ext cx="71624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</a:p>
          </p:txBody>
        </p:sp>
        <p:sp>
          <p:nvSpPr>
            <p:cNvPr id="35" name="Text Box 29">
              <a:extLst>
                <a:ext uri="{FF2B5EF4-FFF2-40B4-BE49-F238E27FC236}">
                  <a16:creationId xmlns:a16="http://schemas.microsoft.com/office/drawing/2014/main" id="{A103DAEA-6FB8-46AE-8532-D3EFD3D7B5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32142" y="1124744"/>
              <a:ext cx="71624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</a:p>
          </p:txBody>
        </p:sp>
        <p:sp>
          <p:nvSpPr>
            <p:cNvPr id="36" name="Text Box 30">
              <a:extLst>
                <a:ext uri="{FF2B5EF4-FFF2-40B4-BE49-F238E27FC236}">
                  <a16:creationId xmlns:a16="http://schemas.microsoft.com/office/drawing/2014/main" id="{2B0EA67D-BD6D-461D-90C7-E57D5A671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50894" y="1124744"/>
              <a:ext cx="71624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</a:p>
          </p:txBody>
        </p:sp>
        <p:sp>
          <p:nvSpPr>
            <p:cNvPr id="37" name="Text Box 31">
              <a:extLst>
                <a:ext uri="{FF2B5EF4-FFF2-40B4-BE49-F238E27FC236}">
                  <a16:creationId xmlns:a16="http://schemas.microsoft.com/office/drawing/2014/main" id="{43061F26-1A9C-4CC3-84FF-2D720C55D6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9648" y="1124744"/>
              <a:ext cx="77716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  <a:r>
                <a:rPr lang="en-US" altLang="zh-CN" sz="16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6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</a:p>
          </p:txBody>
        </p:sp>
      </p:grpSp>
      <p:grpSp>
        <p:nvGrpSpPr>
          <p:cNvPr id="38" name="组合 37">
            <a:extLst>
              <a:ext uri="{FF2B5EF4-FFF2-40B4-BE49-F238E27FC236}">
                <a16:creationId xmlns:a16="http://schemas.microsoft.com/office/drawing/2014/main" id="{8E3076F2-870A-4A6F-9199-061341E8358F}"/>
              </a:ext>
            </a:extLst>
          </p:cNvPr>
          <p:cNvGrpSpPr/>
          <p:nvPr/>
        </p:nvGrpSpPr>
        <p:grpSpPr>
          <a:xfrm>
            <a:off x="1522635" y="5535288"/>
            <a:ext cx="3152731" cy="336550"/>
            <a:chOff x="3444107" y="5691981"/>
            <a:chExt cx="2790885" cy="336550"/>
          </a:xfrm>
        </p:grpSpPr>
        <p:grpSp>
          <p:nvGrpSpPr>
            <p:cNvPr id="39" name="组合 38">
              <a:extLst>
                <a:ext uri="{FF2B5EF4-FFF2-40B4-BE49-F238E27FC236}">
                  <a16:creationId xmlns:a16="http://schemas.microsoft.com/office/drawing/2014/main" id="{C54743D8-E2B3-4BB4-8447-B5B165A9838E}"/>
                </a:ext>
              </a:extLst>
            </p:cNvPr>
            <p:cNvGrpSpPr/>
            <p:nvPr/>
          </p:nvGrpSpPr>
          <p:grpSpPr>
            <a:xfrm>
              <a:off x="3444107" y="5691981"/>
              <a:ext cx="1998248" cy="336550"/>
              <a:chOff x="3444107" y="5691981"/>
              <a:chExt cx="1998248" cy="336550"/>
            </a:xfrm>
          </p:grpSpPr>
          <p:sp>
            <p:nvSpPr>
              <p:cNvPr id="41" name="Text Box 34">
                <a:extLst>
                  <a:ext uri="{FF2B5EF4-FFF2-40B4-BE49-F238E27FC236}">
                    <a16:creationId xmlns:a16="http://schemas.microsoft.com/office/drawing/2014/main" id="{FDB93CE2-B2F5-406F-B55D-CAB1332238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44107" y="5691981"/>
                <a:ext cx="647700" cy="3365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o"/>
                  <a:defRPr sz="3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n"/>
                  <a:defRPr sz="26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o"/>
                  <a:defRPr sz="23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lnSpc>
                    <a:spcPct val="120000"/>
                  </a:lnSpc>
                  <a:spcBef>
                    <a:spcPct val="25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auto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FontTx/>
                  <a:buNone/>
                </a:pPr>
                <a:r>
                  <a:rPr lang="en-US" altLang="zh-CN" sz="1600" b="1" dirty="0">
                    <a:solidFill>
                      <a:srgbClr val="C00000"/>
                    </a:solidFill>
                    <a:latin typeface="Courier New" panose="02070309020205020404" pitchFamily="49" charset="0"/>
                    <a:ea typeface="微软雅黑" panose="020B0503020204020204" pitchFamily="34" charset="-122"/>
                    <a:cs typeface="Courier New" panose="02070309020205020404" pitchFamily="49" charset="0"/>
                  </a:rPr>
                  <a:t>p</a:t>
                </a:r>
                <a:r>
                  <a:rPr lang="en-US" altLang="zh-CN" sz="1600" b="1" baseline="-25000" dirty="0">
                    <a:solidFill>
                      <a:srgbClr val="C00000"/>
                    </a:solidFill>
                    <a:latin typeface="Courier New" panose="02070309020205020404" pitchFamily="49" charset="0"/>
                    <a:ea typeface="微软雅黑" panose="020B0503020204020204" pitchFamily="34" charset="-122"/>
                    <a:cs typeface="Courier New" panose="02070309020205020404" pitchFamily="49" charset="0"/>
                  </a:rPr>
                  <a:t>8</a:t>
                </a:r>
                <a:endParaRPr lang="en-US" altLang="zh-CN" sz="1600" b="1" dirty="0">
                  <a:solidFill>
                    <a:srgbClr val="C00000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endParaRPr>
              </a:p>
            </p:txBody>
          </p:sp>
          <p:sp>
            <p:nvSpPr>
              <p:cNvPr id="42" name="Text Box 35">
                <a:extLst>
                  <a:ext uri="{FF2B5EF4-FFF2-40B4-BE49-F238E27FC236}">
                    <a16:creationId xmlns:a16="http://schemas.microsoft.com/office/drawing/2014/main" id="{96EB6AFE-168F-49F2-AEB2-C18A67A992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0832" y="5691981"/>
                <a:ext cx="792163" cy="3365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o"/>
                  <a:defRPr sz="3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n"/>
                  <a:defRPr sz="26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o"/>
                  <a:defRPr sz="23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lnSpc>
                    <a:spcPct val="120000"/>
                  </a:lnSpc>
                  <a:spcBef>
                    <a:spcPct val="25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auto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FontTx/>
                  <a:buNone/>
                </a:pPr>
                <a:r>
                  <a:rPr lang="en-US" altLang="zh-CN" sz="1600" b="1" dirty="0">
                    <a:solidFill>
                      <a:srgbClr val="C00000"/>
                    </a:solidFill>
                    <a:latin typeface="Courier New" panose="02070309020205020404" pitchFamily="49" charset="0"/>
                    <a:ea typeface="微软雅黑" panose="020B0503020204020204" pitchFamily="34" charset="-122"/>
                    <a:cs typeface="Courier New" panose="02070309020205020404" pitchFamily="49" charset="0"/>
                  </a:rPr>
                  <a:t>   p</a:t>
                </a:r>
                <a:r>
                  <a:rPr lang="en-US" altLang="zh-CN" sz="1600" b="1" baseline="-25000" dirty="0">
                    <a:solidFill>
                      <a:srgbClr val="C00000"/>
                    </a:solidFill>
                    <a:latin typeface="Courier New" panose="02070309020205020404" pitchFamily="49" charset="0"/>
                    <a:ea typeface="微软雅黑" panose="020B0503020204020204" pitchFamily="34" charset="-122"/>
                    <a:cs typeface="Courier New" panose="02070309020205020404" pitchFamily="49" charset="0"/>
                  </a:rPr>
                  <a:t>7</a:t>
                </a:r>
                <a:endParaRPr lang="en-US" altLang="zh-CN" sz="1600" b="1" dirty="0">
                  <a:solidFill>
                    <a:srgbClr val="C00000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endParaRPr>
              </a:p>
            </p:txBody>
          </p:sp>
          <p:sp>
            <p:nvSpPr>
              <p:cNvPr id="43" name="Text Box 36">
                <a:extLst>
                  <a:ext uri="{FF2B5EF4-FFF2-40B4-BE49-F238E27FC236}">
                    <a16:creationId xmlns:a16="http://schemas.microsoft.com/office/drawing/2014/main" id="{B619FA16-D3C9-464A-813E-F0C46F41F7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21630" y="5691981"/>
                <a:ext cx="720725" cy="3365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o"/>
                  <a:defRPr sz="3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n"/>
                  <a:defRPr sz="26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o"/>
                  <a:defRPr sz="23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lnSpc>
                    <a:spcPct val="120000"/>
                  </a:lnSpc>
                  <a:spcBef>
                    <a:spcPct val="25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auto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FontTx/>
                  <a:buNone/>
                </a:pPr>
                <a:r>
                  <a:rPr lang="en-US" altLang="zh-CN" sz="1600" b="1" dirty="0">
                    <a:solidFill>
                      <a:srgbClr val="C00000"/>
                    </a:solidFill>
                    <a:latin typeface="Courier New" panose="02070309020205020404" pitchFamily="49" charset="0"/>
                    <a:ea typeface="微软雅黑" panose="020B0503020204020204" pitchFamily="34" charset="-122"/>
                    <a:cs typeface="Courier New" panose="02070309020205020404" pitchFamily="49" charset="0"/>
                  </a:rPr>
                  <a:t>  p</a:t>
                </a:r>
                <a:r>
                  <a:rPr lang="en-US" altLang="zh-CN" sz="1600" b="1" baseline="-25000" dirty="0">
                    <a:solidFill>
                      <a:srgbClr val="C00000"/>
                    </a:solidFill>
                    <a:latin typeface="Courier New" panose="02070309020205020404" pitchFamily="49" charset="0"/>
                    <a:ea typeface="微软雅黑" panose="020B0503020204020204" pitchFamily="34" charset="-122"/>
                    <a:cs typeface="Courier New" panose="02070309020205020404" pitchFamily="49" charset="0"/>
                  </a:rPr>
                  <a:t>6</a:t>
                </a:r>
                <a:endParaRPr lang="en-US" altLang="zh-CN" sz="1600" b="1" dirty="0">
                  <a:solidFill>
                    <a:srgbClr val="C00000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endParaRPr>
              </a:p>
            </p:txBody>
          </p:sp>
        </p:grpSp>
        <p:sp>
          <p:nvSpPr>
            <p:cNvPr id="40" name="Text Box 37">
              <a:extLst>
                <a:ext uri="{FF2B5EF4-FFF2-40B4-BE49-F238E27FC236}">
                  <a16:creationId xmlns:a16="http://schemas.microsoft.com/office/drawing/2014/main" id="{2F0E0F9F-ED54-4253-836F-3BAF2921FE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4117" y="5691981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C00000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p</a:t>
              </a:r>
              <a:r>
                <a:rPr lang="en-US" altLang="zh-CN" sz="1600" b="1" baseline="-25000" dirty="0">
                  <a:solidFill>
                    <a:srgbClr val="C00000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5</a:t>
              </a:r>
              <a:endParaRPr lang="en-US" altLang="zh-CN" sz="1600" b="1" dirty="0">
                <a:solidFill>
                  <a:srgbClr val="C00000"/>
                </a:solidFill>
                <a:latin typeface="Courier New" panose="02070309020205020404" pitchFamily="49" charset="0"/>
                <a:ea typeface="微软雅黑" panose="020B0503020204020204" pitchFamily="34" charset="-122"/>
                <a:cs typeface="Courier New" panose="02070309020205020404" pitchFamily="49" charset="0"/>
              </a:endParaRPr>
            </a:p>
          </p:txBody>
        </p:sp>
      </p:grpSp>
      <p:sp>
        <p:nvSpPr>
          <p:cNvPr id="44" name="Text Box 38">
            <a:extLst>
              <a:ext uri="{FF2B5EF4-FFF2-40B4-BE49-F238E27FC236}">
                <a16:creationId xmlns:a16="http://schemas.microsoft.com/office/drawing/2014/main" id="{580979DD-58C4-4F76-9076-EB1084864C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5182" y="5535288"/>
            <a:ext cx="65277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3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6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23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120000"/>
              </a:lnSpc>
              <a:spcBef>
                <a:spcPct val="25000"/>
              </a:spcBef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FontTx/>
              <a:buNone/>
            </a:pPr>
            <a:r>
              <a:rPr lang="en-US" altLang="zh-CN" sz="1600" b="1" dirty="0">
                <a:solidFill>
                  <a:srgbClr val="C00000"/>
                </a:solidFill>
                <a:latin typeface="Courier New" panose="02070309020205020404" pitchFamily="49" charset="0"/>
                <a:ea typeface="微软雅黑" panose="020B0503020204020204" pitchFamily="34" charset="-122"/>
                <a:cs typeface="Courier New" panose="02070309020205020404" pitchFamily="49" charset="0"/>
              </a:rPr>
              <a:t>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Courier New" panose="02070309020205020404" pitchFamily="49" charset="0"/>
                <a:ea typeface="微软雅黑" panose="020B0503020204020204" pitchFamily="34" charset="-122"/>
                <a:cs typeface="Courier New" panose="02070309020205020404" pitchFamily="49" charset="0"/>
              </a:rPr>
              <a:t>4</a:t>
            </a:r>
            <a:endParaRPr lang="en-US" altLang="zh-CN" sz="1600" b="1" dirty="0">
              <a:solidFill>
                <a:srgbClr val="C00000"/>
              </a:solidFill>
              <a:latin typeface="Courier New" panose="02070309020205020404" pitchFamily="49" charset="0"/>
              <a:ea typeface="微软雅黑" panose="020B0503020204020204" pitchFamily="34" charset="-122"/>
              <a:cs typeface="Courier New" panose="02070309020205020404" pitchFamily="49" charset="0"/>
            </a:endParaRPr>
          </a:p>
        </p:txBody>
      </p:sp>
      <p:sp>
        <p:nvSpPr>
          <p:cNvPr id="45" name="Text Box 39">
            <a:extLst>
              <a:ext uri="{FF2B5EF4-FFF2-40B4-BE49-F238E27FC236}">
                <a16:creationId xmlns:a16="http://schemas.microsoft.com/office/drawing/2014/main" id="{AFE99F28-8FB2-413F-8224-8DB3FB1629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7313" y="5535288"/>
            <a:ext cx="56848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3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6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23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120000"/>
              </a:lnSpc>
              <a:spcBef>
                <a:spcPct val="25000"/>
              </a:spcBef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FontTx/>
              <a:buNone/>
            </a:pPr>
            <a:r>
              <a:rPr lang="en-US" altLang="zh-CN" sz="1600" b="1" dirty="0">
                <a:solidFill>
                  <a:srgbClr val="C00000"/>
                </a:solidFill>
                <a:latin typeface="Courier New" panose="02070309020205020404" pitchFamily="49" charset="0"/>
                <a:ea typeface="微软雅黑" panose="020B0503020204020204" pitchFamily="34" charset="-122"/>
                <a:cs typeface="Courier New" panose="02070309020205020404" pitchFamily="49" charset="0"/>
              </a:rPr>
              <a:t> 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Courier New" panose="02070309020205020404" pitchFamily="49" charset="0"/>
                <a:ea typeface="微软雅黑" panose="020B0503020204020204" pitchFamily="34" charset="-122"/>
                <a:cs typeface="Courier New" panose="02070309020205020404" pitchFamily="49" charset="0"/>
              </a:rPr>
              <a:t>3</a:t>
            </a:r>
            <a:endParaRPr lang="en-US" altLang="zh-CN" sz="1600" b="1" dirty="0">
              <a:solidFill>
                <a:srgbClr val="C00000"/>
              </a:solidFill>
              <a:latin typeface="Courier New" panose="02070309020205020404" pitchFamily="49" charset="0"/>
              <a:ea typeface="微软雅黑" panose="020B0503020204020204" pitchFamily="34" charset="-122"/>
              <a:cs typeface="Courier New" panose="02070309020205020404" pitchFamily="49" charset="0"/>
            </a:endParaRPr>
          </a:p>
        </p:txBody>
      </p:sp>
      <p:sp>
        <p:nvSpPr>
          <p:cNvPr id="46" name="Text Box 40">
            <a:extLst>
              <a:ext uri="{FF2B5EF4-FFF2-40B4-BE49-F238E27FC236}">
                <a16:creationId xmlns:a16="http://schemas.microsoft.com/office/drawing/2014/main" id="{A4ED3E4A-12CF-42FF-886A-FE44A8287D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8371" y="5535288"/>
            <a:ext cx="65097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3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6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23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120000"/>
              </a:lnSpc>
              <a:spcBef>
                <a:spcPct val="25000"/>
              </a:spcBef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FontTx/>
              <a:buNone/>
            </a:pPr>
            <a:r>
              <a:rPr lang="en-US" altLang="zh-CN" sz="1600" b="1" dirty="0">
                <a:solidFill>
                  <a:srgbClr val="C00000"/>
                </a:solidFill>
                <a:latin typeface="Courier New" panose="02070309020205020404" pitchFamily="49" charset="0"/>
                <a:ea typeface="微软雅黑" panose="020B0503020204020204" pitchFamily="34" charset="-122"/>
                <a:cs typeface="Courier New" panose="02070309020205020404" pitchFamily="49" charset="0"/>
              </a:rPr>
              <a:t>  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Courier New" panose="02070309020205020404" pitchFamily="49" charset="0"/>
                <a:ea typeface="微软雅黑" panose="020B0503020204020204" pitchFamily="34" charset="-122"/>
                <a:cs typeface="Courier New" panose="02070309020205020404" pitchFamily="49" charset="0"/>
              </a:rPr>
              <a:t>2</a:t>
            </a:r>
            <a:endParaRPr lang="en-US" altLang="zh-CN" sz="1600" b="1" dirty="0">
              <a:solidFill>
                <a:srgbClr val="C00000"/>
              </a:solidFill>
              <a:latin typeface="Courier New" panose="02070309020205020404" pitchFamily="49" charset="0"/>
              <a:ea typeface="微软雅黑" panose="020B0503020204020204" pitchFamily="34" charset="-122"/>
              <a:cs typeface="Courier New" panose="02070309020205020404" pitchFamily="49" charset="0"/>
            </a:endParaRPr>
          </a:p>
        </p:txBody>
      </p:sp>
      <p:sp>
        <p:nvSpPr>
          <p:cNvPr id="47" name="Text Box 41">
            <a:extLst>
              <a:ext uri="{FF2B5EF4-FFF2-40B4-BE49-F238E27FC236}">
                <a16:creationId xmlns:a16="http://schemas.microsoft.com/office/drawing/2014/main" id="{3669DC3F-936C-49CD-82EA-2A694FB418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7529" y="5535288"/>
            <a:ext cx="64918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3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6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23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120000"/>
              </a:lnSpc>
              <a:spcBef>
                <a:spcPct val="25000"/>
              </a:spcBef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FontTx/>
              <a:buNone/>
            </a:pPr>
            <a:r>
              <a:rPr lang="en-US" altLang="zh-CN" sz="1600" b="1" dirty="0">
                <a:solidFill>
                  <a:srgbClr val="C00000"/>
                </a:solidFill>
                <a:latin typeface="Courier New" panose="02070309020205020404" pitchFamily="49" charset="0"/>
                <a:ea typeface="微软雅黑" panose="020B0503020204020204" pitchFamily="34" charset="-122"/>
                <a:cs typeface="Courier New" panose="02070309020205020404" pitchFamily="49" charset="0"/>
              </a:rPr>
              <a:t>  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Courier New" panose="02070309020205020404" pitchFamily="49" charset="0"/>
                <a:ea typeface="微软雅黑" panose="020B0503020204020204" pitchFamily="34" charset="-122"/>
                <a:cs typeface="Courier New" panose="02070309020205020404" pitchFamily="49" charset="0"/>
              </a:rPr>
              <a:t>1</a:t>
            </a:r>
            <a:endParaRPr lang="en-US" altLang="zh-CN" sz="1600" b="1" dirty="0">
              <a:solidFill>
                <a:srgbClr val="C00000"/>
              </a:solidFill>
              <a:latin typeface="Courier New" panose="02070309020205020404" pitchFamily="49" charset="0"/>
              <a:ea typeface="微软雅黑" panose="020B0503020204020204" pitchFamily="34" charset="-122"/>
              <a:cs typeface="Courier New" panose="02070309020205020404" pitchFamily="49" charset="0"/>
            </a:endParaRPr>
          </a:p>
        </p:txBody>
      </p:sp>
      <p:sp>
        <p:nvSpPr>
          <p:cNvPr id="48" name="Text Box 42">
            <a:extLst>
              <a:ext uri="{FF2B5EF4-FFF2-40B4-BE49-F238E27FC236}">
                <a16:creationId xmlns:a16="http://schemas.microsoft.com/office/drawing/2014/main" id="{CC2386D4-9AAB-4091-92DC-D611914804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01900" y="5535288"/>
            <a:ext cx="57027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3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6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23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120000"/>
              </a:lnSpc>
              <a:spcBef>
                <a:spcPct val="25000"/>
              </a:spcBef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FontTx/>
              <a:buNone/>
            </a:pPr>
            <a:r>
              <a:rPr lang="en-US" altLang="zh-CN" sz="1600" b="1" dirty="0">
                <a:solidFill>
                  <a:srgbClr val="C00000"/>
                </a:solidFill>
                <a:latin typeface="Courier New" panose="02070309020205020404" pitchFamily="49" charset="0"/>
                <a:ea typeface="微软雅黑" panose="020B0503020204020204" pitchFamily="34" charset="-122"/>
                <a:cs typeface="Courier New" panose="02070309020205020404" pitchFamily="49" charset="0"/>
              </a:rPr>
              <a:t>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Courier New" panose="02070309020205020404" pitchFamily="49" charset="0"/>
                <a:ea typeface="微软雅黑" panose="020B0503020204020204" pitchFamily="34" charset="-122"/>
                <a:cs typeface="Courier New" panose="02070309020205020404" pitchFamily="49" charset="0"/>
              </a:rPr>
              <a:t>0</a:t>
            </a:r>
            <a:endParaRPr lang="en-US" altLang="zh-CN" sz="1600" b="1" dirty="0">
              <a:solidFill>
                <a:srgbClr val="C00000"/>
              </a:solidFill>
              <a:latin typeface="Courier New" panose="02070309020205020404" pitchFamily="49" charset="0"/>
              <a:ea typeface="微软雅黑" panose="020B0503020204020204" pitchFamily="34" charset="-122"/>
              <a:cs typeface="Courier New" panose="02070309020205020404" pitchFamily="49" charset="0"/>
            </a:endParaRPr>
          </a:p>
        </p:txBody>
      </p:sp>
      <p:sp>
        <p:nvSpPr>
          <p:cNvPr id="49" name="Line 43">
            <a:extLst>
              <a:ext uri="{FF2B5EF4-FFF2-40B4-BE49-F238E27FC236}">
                <a16:creationId xmlns:a16="http://schemas.microsoft.com/office/drawing/2014/main" id="{98434CE9-D89B-4631-BD78-ACEDFA6C5935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803" y="5035737"/>
            <a:ext cx="7920691" cy="0"/>
          </a:xfrm>
          <a:prstGeom prst="line">
            <a:avLst/>
          </a:prstGeom>
          <a:noFill/>
          <a:ln w="19050">
            <a:solidFill>
              <a:srgbClr val="E7E6E6">
                <a:lumMod val="50000"/>
              </a:srgb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 Box 44">
            <a:extLst>
              <a:ext uri="{FF2B5EF4-FFF2-40B4-BE49-F238E27FC236}">
                <a16:creationId xmlns:a16="http://schemas.microsoft.com/office/drawing/2014/main" id="{369DB228-A8E7-44D7-B80C-92A07FACA8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738" y="1579387"/>
            <a:ext cx="2955677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sz="3200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 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p</a:t>
            </a:r>
            <a:r>
              <a:rPr lang="en-US" sz="20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9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p</a:t>
            </a:r>
            <a:r>
              <a:rPr lang="en-US" sz="20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8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p</a:t>
            </a:r>
            <a:r>
              <a:rPr lang="en-US" sz="20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7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p</a:t>
            </a:r>
            <a:r>
              <a:rPr lang="en-US" sz="20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6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p</a:t>
            </a:r>
            <a:r>
              <a:rPr lang="en-US" sz="20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5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p</a:t>
            </a:r>
            <a:r>
              <a:rPr lang="en-US" sz="20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4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p</a:t>
            </a:r>
            <a:r>
              <a:rPr lang="en-US" sz="20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3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p</a:t>
            </a:r>
            <a:r>
              <a:rPr lang="en-US" sz="20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2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p</a:t>
            </a:r>
            <a:r>
              <a:rPr lang="en-US" sz="20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1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p</a:t>
            </a:r>
            <a:r>
              <a:rPr lang="en-US" sz="20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51" name="Text Box 45">
            <a:extLst>
              <a:ext uri="{FF2B5EF4-FFF2-40B4-BE49-F238E27FC236}">
                <a16:creationId xmlns:a16="http://schemas.microsoft.com/office/drawing/2014/main" id="{B9052E1D-F3F7-4C7A-8560-10F81C1098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7131" y="986162"/>
            <a:ext cx="158432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X</a:t>
            </a:r>
            <a:r>
              <a:rPr lang="en-US" sz="16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4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X</a:t>
            </a:r>
            <a:r>
              <a:rPr lang="en-US" sz="16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3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X</a:t>
            </a:r>
            <a:r>
              <a:rPr lang="en-US" sz="16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2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X</a:t>
            </a:r>
            <a:r>
              <a:rPr lang="en-US" sz="16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1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X</a:t>
            </a:r>
            <a:r>
              <a:rPr lang="en-US" sz="16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52" name="Text Box 46">
            <a:extLst>
              <a:ext uri="{FF2B5EF4-FFF2-40B4-BE49-F238E27FC236}">
                <a16:creationId xmlns:a16="http://schemas.microsoft.com/office/drawing/2014/main" id="{BB2E98E2-8324-4E29-AB2D-A67E947829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448" y="1344937"/>
            <a:ext cx="2449512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 </a:t>
            </a:r>
            <a:r>
              <a:rPr lang="en-US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×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     Y</a:t>
            </a:r>
            <a:r>
              <a:rPr lang="en-US" sz="16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4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Y</a:t>
            </a:r>
            <a:r>
              <a:rPr lang="en-US" sz="16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3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Y</a:t>
            </a:r>
            <a:r>
              <a:rPr lang="en-US" sz="16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2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Y</a:t>
            </a:r>
            <a:r>
              <a:rPr lang="en-US" sz="16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1</a:t>
            </a:r>
            <a:r>
              <a:rPr lang="en-US" b="1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Y</a:t>
            </a:r>
            <a:r>
              <a:rPr lang="en-US" sz="1600" b="1" baseline="-25000" dirty="0"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urier New" panose="02070309020205020404" pitchFamily="49" charset="0"/>
                <a:ea typeface="Segoe UI Black" panose="020B0A02040204020203" pitchFamily="34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53" name="Line 47">
            <a:extLst>
              <a:ext uri="{FF2B5EF4-FFF2-40B4-BE49-F238E27FC236}">
                <a16:creationId xmlns:a16="http://schemas.microsoft.com/office/drawing/2014/main" id="{EF2E5A4D-7BD1-4EB2-84BC-63B912F7080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318" y="1746019"/>
            <a:ext cx="2658419" cy="0"/>
          </a:xfrm>
          <a:prstGeom prst="line">
            <a:avLst/>
          </a:prstGeom>
          <a:noFill/>
          <a:ln w="9525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urier New" panose="02070309020205020404" pitchFamily="49" charset="0"/>
              <a:ea typeface="微软雅黑" panose="020B0503020204020204" pitchFamily="34" charset="-122"/>
              <a:cs typeface="Courier New" panose="02070309020205020404" pitchFamily="49" charset="0"/>
            </a:endParaRPr>
          </a:p>
        </p:txBody>
      </p:sp>
      <p:sp>
        <p:nvSpPr>
          <p:cNvPr id="54" name="Line 48">
            <a:extLst>
              <a:ext uri="{FF2B5EF4-FFF2-40B4-BE49-F238E27FC236}">
                <a16:creationId xmlns:a16="http://schemas.microsoft.com/office/drawing/2014/main" id="{7450FC2B-D3C5-4880-9A6B-79613B6E0981}"/>
              </a:ext>
            </a:extLst>
          </p:cNvPr>
          <p:cNvSpPr>
            <a:spLocks noChangeShapeType="1"/>
          </p:cNvSpPr>
          <p:nvPr/>
        </p:nvSpPr>
        <p:spPr bwMode="auto">
          <a:xfrm>
            <a:off x="8413414" y="1183951"/>
            <a:ext cx="0" cy="4379912"/>
          </a:xfrm>
          <a:prstGeom prst="line">
            <a:avLst/>
          </a:prstGeom>
          <a:noFill/>
          <a:ln w="28575">
            <a:solidFill>
              <a:srgbClr val="ED7D3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</a:endParaRPr>
          </a:p>
        </p:txBody>
      </p:sp>
      <p:sp>
        <p:nvSpPr>
          <p:cNvPr id="55" name="Line 49">
            <a:extLst>
              <a:ext uri="{FF2B5EF4-FFF2-40B4-BE49-F238E27FC236}">
                <a16:creationId xmlns:a16="http://schemas.microsoft.com/office/drawing/2014/main" id="{E3006BC2-EC42-4A4E-B110-01BC453A6DAD}"/>
              </a:ext>
            </a:extLst>
          </p:cNvPr>
          <p:cNvSpPr>
            <a:spLocks noChangeShapeType="1"/>
          </p:cNvSpPr>
          <p:nvPr/>
        </p:nvSpPr>
        <p:spPr bwMode="auto">
          <a:xfrm>
            <a:off x="7594465" y="1183951"/>
            <a:ext cx="0" cy="4379912"/>
          </a:xfrm>
          <a:prstGeom prst="line">
            <a:avLst/>
          </a:prstGeom>
          <a:noFill/>
          <a:ln w="28575">
            <a:solidFill>
              <a:srgbClr val="ED7D3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</a:endParaRPr>
          </a:p>
        </p:txBody>
      </p:sp>
      <p:sp>
        <p:nvSpPr>
          <p:cNvPr id="56" name="Line 50">
            <a:extLst>
              <a:ext uri="{FF2B5EF4-FFF2-40B4-BE49-F238E27FC236}">
                <a16:creationId xmlns:a16="http://schemas.microsoft.com/office/drawing/2014/main" id="{202C83A3-A44C-4233-BA02-94ED88E68BDE}"/>
              </a:ext>
            </a:extLst>
          </p:cNvPr>
          <p:cNvSpPr>
            <a:spLocks noChangeShapeType="1"/>
          </p:cNvSpPr>
          <p:nvPr/>
        </p:nvSpPr>
        <p:spPr bwMode="auto">
          <a:xfrm>
            <a:off x="6775513" y="1183951"/>
            <a:ext cx="0" cy="4379912"/>
          </a:xfrm>
          <a:prstGeom prst="line">
            <a:avLst/>
          </a:prstGeom>
          <a:noFill/>
          <a:ln w="28575">
            <a:solidFill>
              <a:srgbClr val="ED7D3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</a:endParaRPr>
          </a:p>
        </p:txBody>
      </p:sp>
      <p:sp>
        <p:nvSpPr>
          <p:cNvPr id="57" name="Line 51">
            <a:extLst>
              <a:ext uri="{FF2B5EF4-FFF2-40B4-BE49-F238E27FC236}">
                <a16:creationId xmlns:a16="http://schemas.microsoft.com/office/drawing/2014/main" id="{45458FD8-2C5F-4F21-8364-136E0FD522D4}"/>
              </a:ext>
            </a:extLst>
          </p:cNvPr>
          <p:cNvSpPr>
            <a:spLocks noChangeShapeType="1"/>
          </p:cNvSpPr>
          <p:nvPr/>
        </p:nvSpPr>
        <p:spPr bwMode="auto">
          <a:xfrm>
            <a:off x="5956561" y="1183951"/>
            <a:ext cx="0" cy="4379912"/>
          </a:xfrm>
          <a:prstGeom prst="line">
            <a:avLst/>
          </a:prstGeom>
          <a:noFill/>
          <a:ln w="28575">
            <a:solidFill>
              <a:srgbClr val="ED7D3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</a:endParaRPr>
          </a:p>
        </p:txBody>
      </p:sp>
      <p:sp>
        <p:nvSpPr>
          <p:cNvPr id="58" name="Line 52">
            <a:extLst>
              <a:ext uri="{FF2B5EF4-FFF2-40B4-BE49-F238E27FC236}">
                <a16:creationId xmlns:a16="http://schemas.microsoft.com/office/drawing/2014/main" id="{5E99F8B0-362B-4760-8DB5-527A1123694D}"/>
              </a:ext>
            </a:extLst>
          </p:cNvPr>
          <p:cNvSpPr>
            <a:spLocks noChangeShapeType="1"/>
          </p:cNvSpPr>
          <p:nvPr/>
        </p:nvSpPr>
        <p:spPr bwMode="auto">
          <a:xfrm>
            <a:off x="5137609" y="1183951"/>
            <a:ext cx="0" cy="4379912"/>
          </a:xfrm>
          <a:prstGeom prst="line">
            <a:avLst/>
          </a:prstGeom>
          <a:noFill/>
          <a:ln w="28575">
            <a:solidFill>
              <a:srgbClr val="ED7D3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</a:endParaRPr>
          </a:p>
        </p:txBody>
      </p:sp>
      <p:sp>
        <p:nvSpPr>
          <p:cNvPr id="59" name="Line 53">
            <a:extLst>
              <a:ext uri="{FF2B5EF4-FFF2-40B4-BE49-F238E27FC236}">
                <a16:creationId xmlns:a16="http://schemas.microsoft.com/office/drawing/2014/main" id="{A4DCCEEE-D5E3-4DDB-AA7C-0F3D33B322C9}"/>
              </a:ext>
            </a:extLst>
          </p:cNvPr>
          <p:cNvSpPr>
            <a:spLocks noChangeShapeType="1"/>
          </p:cNvSpPr>
          <p:nvPr/>
        </p:nvSpPr>
        <p:spPr bwMode="auto">
          <a:xfrm>
            <a:off x="4318657" y="2030267"/>
            <a:ext cx="0" cy="3533597"/>
          </a:xfrm>
          <a:prstGeom prst="line">
            <a:avLst/>
          </a:prstGeom>
          <a:noFill/>
          <a:ln w="28575">
            <a:solidFill>
              <a:srgbClr val="ED7D3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</a:endParaRPr>
          </a:p>
        </p:txBody>
      </p:sp>
      <p:sp>
        <p:nvSpPr>
          <p:cNvPr id="60" name="Line 54">
            <a:extLst>
              <a:ext uri="{FF2B5EF4-FFF2-40B4-BE49-F238E27FC236}">
                <a16:creationId xmlns:a16="http://schemas.microsoft.com/office/drawing/2014/main" id="{306E5BA3-3A9C-4A2F-9EFB-E95F163C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9705" y="2889343"/>
            <a:ext cx="0" cy="2674520"/>
          </a:xfrm>
          <a:prstGeom prst="line">
            <a:avLst/>
          </a:prstGeom>
          <a:noFill/>
          <a:ln w="28575">
            <a:solidFill>
              <a:srgbClr val="ED7D3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</a:endParaRPr>
          </a:p>
        </p:txBody>
      </p:sp>
      <p:sp>
        <p:nvSpPr>
          <p:cNvPr id="61" name="Line 55">
            <a:extLst>
              <a:ext uri="{FF2B5EF4-FFF2-40B4-BE49-F238E27FC236}">
                <a16:creationId xmlns:a16="http://schemas.microsoft.com/office/drawing/2014/main" id="{0FF383AD-7DFC-48ED-8630-B4973B20C40E}"/>
              </a:ext>
            </a:extLst>
          </p:cNvPr>
          <p:cNvSpPr>
            <a:spLocks noChangeShapeType="1"/>
          </p:cNvSpPr>
          <p:nvPr/>
        </p:nvSpPr>
        <p:spPr bwMode="auto">
          <a:xfrm>
            <a:off x="2680753" y="3767628"/>
            <a:ext cx="0" cy="1796234"/>
          </a:xfrm>
          <a:prstGeom prst="line">
            <a:avLst/>
          </a:prstGeom>
          <a:noFill/>
          <a:ln w="28575">
            <a:solidFill>
              <a:srgbClr val="ED7D3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</a:endParaRPr>
          </a:p>
        </p:txBody>
      </p:sp>
      <p:sp>
        <p:nvSpPr>
          <p:cNvPr id="62" name="Line 56">
            <a:extLst>
              <a:ext uri="{FF2B5EF4-FFF2-40B4-BE49-F238E27FC236}">
                <a16:creationId xmlns:a16="http://schemas.microsoft.com/office/drawing/2014/main" id="{E6FF2E77-AE62-4290-9F88-594B651B41D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61801" y="4543600"/>
            <a:ext cx="0" cy="1020262"/>
          </a:xfrm>
          <a:prstGeom prst="line">
            <a:avLst/>
          </a:prstGeom>
          <a:noFill/>
          <a:ln w="28575">
            <a:solidFill>
              <a:srgbClr val="ED7D3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</a:endParaRPr>
          </a:p>
        </p:txBody>
      </p:sp>
      <p:sp>
        <p:nvSpPr>
          <p:cNvPr id="63" name="Rectangle 58">
            <a:extLst>
              <a:ext uri="{FF2B5EF4-FFF2-40B4-BE49-F238E27FC236}">
                <a16:creationId xmlns:a16="http://schemas.microsoft.com/office/drawing/2014/main" id="{E5FFA1F6-FBF3-4233-A4FA-DBD95B07C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6500" y="6131593"/>
            <a:ext cx="7239000" cy="50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3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6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23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120000"/>
              </a:lnSpc>
              <a:spcBef>
                <a:spcPct val="25000"/>
              </a:spcBef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>
                <a:srgbClr val="ED7D31"/>
              </a:buClr>
              <a:buFont typeface="Wingdings" panose="05000000000000000000" pitchFamily="2" charset="2"/>
              <a:buNone/>
            </a:pPr>
            <a:r>
              <a:rPr lang="zh-CN" altLang="en-US" sz="2400" b="1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先计算相加数，然后逐列相加</a:t>
            </a:r>
          </a:p>
        </p:txBody>
      </p:sp>
      <p:sp>
        <p:nvSpPr>
          <p:cNvPr id="64" name="Freeform 59">
            <a:extLst>
              <a:ext uri="{FF2B5EF4-FFF2-40B4-BE49-F238E27FC236}">
                <a16:creationId xmlns:a16="http://schemas.microsoft.com/office/drawing/2014/main" id="{12400FB4-1FF7-4823-9390-36CF37C4CDBF}"/>
              </a:ext>
            </a:extLst>
          </p:cNvPr>
          <p:cNvSpPr>
            <a:spLocks/>
          </p:cNvSpPr>
          <p:nvPr/>
        </p:nvSpPr>
        <p:spPr bwMode="auto">
          <a:xfrm>
            <a:off x="6871951" y="5160638"/>
            <a:ext cx="609600" cy="304800"/>
          </a:xfrm>
          <a:custGeom>
            <a:avLst/>
            <a:gdLst>
              <a:gd name="T0" fmla="*/ 2147483646 w 384"/>
              <a:gd name="T1" fmla="*/ 2147483646 h 192"/>
              <a:gd name="T2" fmla="*/ 2147483646 w 384"/>
              <a:gd name="T3" fmla="*/ 0 h 192"/>
              <a:gd name="T4" fmla="*/ 0 w 384"/>
              <a:gd name="T5" fmla="*/ 2147483646 h 192"/>
              <a:gd name="T6" fmla="*/ 0 60000 65536"/>
              <a:gd name="T7" fmla="*/ 0 60000 65536"/>
              <a:gd name="T8" fmla="*/ 0 60000 65536"/>
              <a:gd name="T9" fmla="*/ 0 w 384"/>
              <a:gd name="T10" fmla="*/ 0 h 192"/>
              <a:gd name="T11" fmla="*/ 384 w 384"/>
              <a:gd name="T12" fmla="*/ 192 h 19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4" h="192">
                <a:moveTo>
                  <a:pt x="384" y="192"/>
                </a:moveTo>
                <a:cubicBezTo>
                  <a:pt x="320" y="96"/>
                  <a:pt x="256" y="0"/>
                  <a:pt x="192" y="0"/>
                </a:cubicBezTo>
                <a:cubicBezTo>
                  <a:pt x="128" y="0"/>
                  <a:pt x="32" y="160"/>
                  <a:pt x="0" y="192"/>
                </a:cubicBezTo>
              </a:path>
            </a:pathLst>
          </a:custGeom>
          <a:noFill/>
          <a:ln w="19050" cmpd="sng">
            <a:solidFill>
              <a:srgbClr val="70AD47">
                <a:lumMod val="75000"/>
              </a:srgb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Freeform 60">
            <a:extLst>
              <a:ext uri="{FF2B5EF4-FFF2-40B4-BE49-F238E27FC236}">
                <a16:creationId xmlns:a16="http://schemas.microsoft.com/office/drawing/2014/main" id="{38D0E4B9-E53F-48D8-89FD-546FE3DE31D1}"/>
              </a:ext>
            </a:extLst>
          </p:cNvPr>
          <p:cNvSpPr>
            <a:spLocks/>
          </p:cNvSpPr>
          <p:nvPr/>
        </p:nvSpPr>
        <p:spPr bwMode="auto">
          <a:xfrm>
            <a:off x="6052801" y="5160638"/>
            <a:ext cx="609600" cy="304800"/>
          </a:xfrm>
          <a:custGeom>
            <a:avLst/>
            <a:gdLst>
              <a:gd name="T0" fmla="*/ 2147483646 w 384"/>
              <a:gd name="T1" fmla="*/ 2147483646 h 192"/>
              <a:gd name="T2" fmla="*/ 2147483646 w 384"/>
              <a:gd name="T3" fmla="*/ 0 h 192"/>
              <a:gd name="T4" fmla="*/ 0 w 384"/>
              <a:gd name="T5" fmla="*/ 2147483646 h 192"/>
              <a:gd name="T6" fmla="*/ 0 60000 65536"/>
              <a:gd name="T7" fmla="*/ 0 60000 65536"/>
              <a:gd name="T8" fmla="*/ 0 60000 65536"/>
              <a:gd name="T9" fmla="*/ 0 w 384"/>
              <a:gd name="T10" fmla="*/ 0 h 192"/>
              <a:gd name="T11" fmla="*/ 384 w 384"/>
              <a:gd name="T12" fmla="*/ 192 h 19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4" h="192">
                <a:moveTo>
                  <a:pt x="384" y="192"/>
                </a:moveTo>
                <a:cubicBezTo>
                  <a:pt x="320" y="96"/>
                  <a:pt x="256" y="0"/>
                  <a:pt x="192" y="0"/>
                </a:cubicBezTo>
                <a:cubicBezTo>
                  <a:pt x="128" y="0"/>
                  <a:pt x="32" y="160"/>
                  <a:pt x="0" y="192"/>
                </a:cubicBezTo>
              </a:path>
            </a:pathLst>
          </a:custGeom>
          <a:noFill/>
          <a:ln w="19050" cmpd="sng">
            <a:solidFill>
              <a:srgbClr val="70AD47">
                <a:lumMod val="75000"/>
              </a:srgb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Freeform 61">
            <a:extLst>
              <a:ext uri="{FF2B5EF4-FFF2-40B4-BE49-F238E27FC236}">
                <a16:creationId xmlns:a16="http://schemas.microsoft.com/office/drawing/2014/main" id="{64D069DB-3E64-47AD-BFAC-8CF9C3EBF34F}"/>
              </a:ext>
            </a:extLst>
          </p:cNvPr>
          <p:cNvSpPr>
            <a:spLocks/>
          </p:cNvSpPr>
          <p:nvPr/>
        </p:nvSpPr>
        <p:spPr bwMode="auto">
          <a:xfrm>
            <a:off x="5233651" y="5160638"/>
            <a:ext cx="609600" cy="304800"/>
          </a:xfrm>
          <a:custGeom>
            <a:avLst/>
            <a:gdLst>
              <a:gd name="T0" fmla="*/ 2147483646 w 384"/>
              <a:gd name="T1" fmla="*/ 2147483646 h 192"/>
              <a:gd name="T2" fmla="*/ 2147483646 w 384"/>
              <a:gd name="T3" fmla="*/ 0 h 192"/>
              <a:gd name="T4" fmla="*/ 0 w 384"/>
              <a:gd name="T5" fmla="*/ 2147483646 h 192"/>
              <a:gd name="T6" fmla="*/ 0 60000 65536"/>
              <a:gd name="T7" fmla="*/ 0 60000 65536"/>
              <a:gd name="T8" fmla="*/ 0 60000 65536"/>
              <a:gd name="T9" fmla="*/ 0 w 384"/>
              <a:gd name="T10" fmla="*/ 0 h 192"/>
              <a:gd name="T11" fmla="*/ 384 w 384"/>
              <a:gd name="T12" fmla="*/ 192 h 19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4" h="192">
                <a:moveTo>
                  <a:pt x="384" y="192"/>
                </a:moveTo>
                <a:cubicBezTo>
                  <a:pt x="320" y="96"/>
                  <a:pt x="256" y="0"/>
                  <a:pt x="192" y="0"/>
                </a:cubicBezTo>
                <a:cubicBezTo>
                  <a:pt x="128" y="0"/>
                  <a:pt x="32" y="160"/>
                  <a:pt x="0" y="192"/>
                </a:cubicBezTo>
              </a:path>
            </a:pathLst>
          </a:custGeom>
          <a:noFill/>
          <a:ln w="19050" cmpd="sng">
            <a:solidFill>
              <a:srgbClr val="70AD47">
                <a:lumMod val="75000"/>
              </a:srgb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Freeform 63">
            <a:extLst>
              <a:ext uri="{FF2B5EF4-FFF2-40B4-BE49-F238E27FC236}">
                <a16:creationId xmlns:a16="http://schemas.microsoft.com/office/drawing/2014/main" id="{B90B8F55-4122-43E1-93A6-1A3AF5E4BBD2}"/>
              </a:ext>
            </a:extLst>
          </p:cNvPr>
          <p:cNvSpPr>
            <a:spLocks/>
          </p:cNvSpPr>
          <p:nvPr/>
        </p:nvSpPr>
        <p:spPr bwMode="auto">
          <a:xfrm>
            <a:off x="4414501" y="5160638"/>
            <a:ext cx="609600" cy="304800"/>
          </a:xfrm>
          <a:custGeom>
            <a:avLst/>
            <a:gdLst>
              <a:gd name="T0" fmla="*/ 384 w 384"/>
              <a:gd name="T1" fmla="*/ 192 h 192"/>
              <a:gd name="T2" fmla="*/ 192 w 384"/>
              <a:gd name="T3" fmla="*/ 0 h 192"/>
              <a:gd name="T4" fmla="*/ 0 w 384"/>
              <a:gd name="T5" fmla="*/ 192 h 192"/>
              <a:gd name="T6" fmla="*/ 0 60000 65536"/>
              <a:gd name="T7" fmla="*/ 0 60000 65536"/>
              <a:gd name="T8" fmla="*/ 0 60000 65536"/>
              <a:gd name="T9" fmla="*/ 0 w 384"/>
              <a:gd name="T10" fmla="*/ 0 h 192"/>
              <a:gd name="T11" fmla="*/ 384 w 384"/>
              <a:gd name="T12" fmla="*/ 192 h 19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4" h="192">
                <a:moveTo>
                  <a:pt x="384" y="192"/>
                </a:moveTo>
                <a:cubicBezTo>
                  <a:pt x="320" y="96"/>
                  <a:pt x="256" y="0"/>
                  <a:pt x="192" y="0"/>
                </a:cubicBezTo>
                <a:cubicBezTo>
                  <a:pt x="128" y="0"/>
                  <a:pt x="32" y="160"/>
                  <a:pt x="0" y="192"/>
                </a:cubicBezTo>
              </a:path>
            </a:pathLst>
          </a:custGeom>
          <a:noFill/>
          <a:ln w="19050" cmpd="sng">
            <a:solidFill>
              <a:srgbClr val="70AD47">
                <a:lumMod val="75000"/>
              </a:srgb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8" name="组合 67">
            <a:extLst>
              <a:ext uri="{FF2B5EF4-FFF2-40B4-BE49-F238E27FC236}">
                <a16:creationId xmlns:a16="http://schemas.microsoft.com/office/drawing/2014/main" id="{F99336E2-C4F2-4FFB-B1AD-D7B17FAF5115}"/>
              </a:ext>
            </a:extLst>
          </p:cNvPr>
          <p:cNvGrpSpPr/>
          <p:nvPr/>
        </p:nvGrpSpPr>
        <p:grpSpPr>
          <a:xfrm>
            <a:off x="1144251" y="5160638"/>
            <a:ext cx="3060700" cy="304800"/>
            <a:chOff x="2705100" y="4783931"/>
            <a:chExt cx="3060700" cy="304800"/>
          </a:xfrm>
        </p:grpSpPr>
        <p:sp>
          <p:nvSpPr>
            <p:cNvPr id="69" name="Freeform 64">
              <a:extLst>
                <a:ext uri="{FF2B5EF4-FFF2-40B4-BE49-F238E27FC236}">
                  <a16:creationId xmlns:a16="http://schemas.microsoft.com/office/drawing/2014/main" id="{764747BC-F1B2-494D-9BB0-D5CC339BF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200" y="4783931"/>
              <a:ext cx="609600" cy="304800"/>
            </a:xfrm>
            <a:custGeom>
              <a:avLst/>
              <a:gdLst>
                <a:gd name="T0" fmla="*/ 384 w 384"/>
                <a:gd name="T1" fmla="*/ 192 h 192"/>
                <a:gd name="T2" fmla="*/ 192 w 384"/>
                <a:gd name="T3" fmla="*/ 0 h 192"/>
                <a:gd name="T4" fmla="*/ 0 w 384"/>
                <a:gd name="T5" fmla="*/ 192 h 192"/>
                <a:gd name="T6" fmla="*/ 0 60000 65536"/>
                <a:gd name="T7" fmla="*/ 0 60000 65536"/>
                <a:gd name="T8" fmla="*/ 0 60000 65536"/>
                <a:gd name="T9" fmla="*/ 0 w 384"/>
                <a:gd name="T10" fmla="*/ 0 h 192"/>
                <a:gd name="T11" fmla="*/ 384 w 384"/>
                <a:gd name="T12" fmla="*/ 192 h 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4" h="192">
                  <a:moveTo>
                    <a:pt x="384" y="192"/>
                  </a:moveTo>
                  <a:cubicBezTo>
                    <a:pt x="320" y="96"/>
                    <a:pt x="256" y="0"/>
                    <a:pt x="192" y="0"/>
                  </a:cubicBezTo>
                  <a:cubicBezTo>
                    <a:pt x="128" y="0"/>
                    <a:pt x="32" y="160"/>
                    <a:pt x="0" y="192"/>
                  </a:cubicBezTo>
                </a:path>
              </a:pathLst>
            </a:custGeom>
            <a:noFill/>
            <a:ln w="19050" cmpd="sng">
              <a:solidFill>
                <a:srgbClr val="70AD47">
                  <a:lumMod val="75000"/>
                </a:srgbClr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Freeform 65">
              <a:extLst>
                <a:ext uri="{FF2B5EF4-FFF2-40B4-BE49-F238E27FC236}">
                  <a16:creationId xmlns:a16="http://schemas.microsoft.com/office/drawing/2014/main" id="{0A3BFF99-F6F9-4242-BBD4-32B910886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050" y="4783931"/>
              <a:ext cx="609600" cy="304800"/>
            </a:xfrm>
            <a:custGeom>
              <a:avLst/>
              <a:gdLst>
                <a:gd name="T0" fmla="*/ 384 w 384"/>
                <a:gd name="T1" fmla="*/ 192 h 192"/>
                <a:gd name="T2" fmla="*/ 192 w 384"/>
                <a:gd name="T3" fmla="*/ 0 h 192"/>
                <a:gd name="T4" fmla="*/ 0 w 384"/>
                <a:gd name="T5" fmla="*/ 192 h 192"/>
                <a:gd name="T6" fmla="*/ 0 60000 65536"/>
                <a:gd name="T7" fmla="*/ 0 60000 65536"/>
                <a:gd name="T8" fmla="*/ 0 60000 65536"/>
                <a:gd name="T9" fmla="*/ 0 w 384"/>
                <a:gd name="T10" fmla="*/ 0 h 192"/>
                <a:gd name="T11" fmla="*/ 384 w 384"/>
                <a:gd name="T12" fmla="*/ 192 h 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4" h="192">
                  <a:moveTo>
                    <a:pt x="384" y="192"/>
                  </a:moveTo>
                  <a:cubicBezTo>
                    <a:pt x="320" y="96"/>
                    <a:pt x="256" y="0"/>
                    <a:pt x="192" y="0"/>
                  </a:cubicBezTo>
                  <a:cubicBezTo>
                    <a:pt x="128" y="0"/>
                    <a:pt x="32" y="160"/>
                    <a:pt x="0" y="192"/>
                  </a:cubicBezTo>
                </a:path>
              </a:pathLst>
            </a:custGeom>
            <a:noFill/>
            <a:ln w="19050" cmpd="sng">
              <a:solidFill>
                <a:srgbClr val="70AD47">
                  <a:lumMod val="75000"/>
                </a:srgbClr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Freeform 66">
              <a:extLst>
                <a:ext uri="{FF2B5EF4-FFF2-40B4-BE49-F238E27FC236}">
                  <a16:creationId xmlns:a16="http://schemas.microsoft.com/office/drawing/2014/main" id="{A825E60A-C204-4E58-8701-B4B2DD4AF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900" y="4783931"/>
              <a:ext cx="609600" cy="304800"/>
            </a:xfrm>
            <a:custGeom>
              <a:avLst/>
              <a:gdLst>
                <a:gd name="T0" fmla="*/ 384 w 384"/>
                <a:gd name="T1" fmla="*/ 192 h 192"/>
                <a:gd name="T2" fmla="*/ 192 w 384"/>
                <a:gd name="T3" fmla="*/ 0 h 192"/>
                <a:gd name="T4" fmla="*/ 0 w 384"/>
                <a:gd name="T5" fmla="*/ 192 h 192"/>
                <a:gd name="T6" fmla="*/ 0 60000 65536"/>
                <a:gd name="T7" fmla="*/ 0 60000 65536"/>
                <a:gd name="T8" fmla="*/ 0 60000 65536"/>
                <a:gd name="T9" fmla="*/ 0 w 384"/>
                <a:gd name="T10" fmla="*/ 0 h 192"/>
                <a:gd name="T11" fmla="*/ 384 w 384"/>
                <a:gd name="T12" fmla="*/ 192 h 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4" h="192">
                  <a:moveTo>
                    <a:pt x="384" y="192"/>
                  </a:moveTo>
                  <a:cubicBezTo>
                    <a:pt x="320" y="96"/>
                    <a:pt x="256" y="0"/>
                    <a:pt x="192" y="0"/>
                  </a:cubicBezTo>
                  <a:cubicBezTo>
                    <a:pt x="128" y="0"/>
                    <a:pt x="32" y="160"/>
                    <a:pt x="0" y="192"/>
                  </a:cubicBezTo>
                </a:path>
              </a:pathLst>
            </a:custGeom>
            <a:noFill/>
            <a:ln w="19050" cmpd="sng">
              <a:solidFill>
                <a:srgbClr val="70AD47">
                  <a:lumMod val="75000"/>
                </a:srgbClr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Freeform 67">
              <a:extLst>
                <a:ext uri="{FF2B5EF4-FFF2-40B4-BE49-F238E27FC236}">
                  <a16:creationId xmlns:a16="http://schemas.microsoft.com/office/drawing/2014/main" id="{47011127-299E-4196-93BE-81ACA12C3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100" y="4783931"/>
              <a:ext cx="609600" cy="304800"/>
            </a:xfrm>
            <a:custGeom>
              <a:avLst/>
              <a:gdLst>
                <a:gd name="T0" fmla="*/ 384 w 384"/>
                <a:gd name="T1" fmla="*/ 192 h 192"/>
                <a:gd name="T2" fmla="*/ 192 w 384"/>
                <a:gd name="T3" fmla="*/ 0 h 192"/>
                <a:gd name="T4" fmla="*/ 0 w 384"/>
                <a:gd name="T5" fmla="*/ 192 h 192"/>
                <a:gd name="T6" fmla="*/ 0 60000 65536"/>
                <a:gd name="T7" fmla="*/ 0 60000 65536"/>
                <a:gd name="T8" fmla="*/ 0 60000 65536"/>
                <a:gd name="T9" fmla="*/ 0 w 384"/>
                <a:gd name="T10" fmla="*/ 0 h 192"/>
                <a:gd name="T11" fmla="*/ 384 w 384"/>
                <a:gd name="T12" fmla="*/ 192 h 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4" h="192">
                  <a:moveTo>
                    <a:pt x="384" y="192"/>
                  </a:moveTo>
                  <a:cubicBezTo>
                    <a:pt x="320" y="96"/>
                    <a:pt x="256" y="0"/>
                    <a:pt x="192" y="0"/>
                  </a:cubicBezTo>
                  <a:cubicBezTo>
                    <a:pt x="128" y="0"/>
                    <a:pt x="32" y="160"/>
                    <a:pt x="0" y="192"/>
                  </a:cubicBezTo>
                </a:path>
              </a:pathLst>
            </a:custGeom>
            <a:noFill/>
            <a:ln w="19050" cmpd="sng">
              <a:solidFill>
                <a:srgbClr val="70AD47">
                  <a:lumMod val="75000"/>
                </a:srgbClr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73" name="图片 72">
            <a:extLst>
              <a:ext uri="{FF2B5EF4-FFF2-40B4-BE49-F238E27FC236}">
                <a16:creationId xmlns:a16="http://schemas.microsoft.com/office/drawing/2014/main" id="{83C2F662-E46C-4343-BE7F-7A15220AF431}"/>
              </a:ext>
            </a:extLst>
          </p:cNvPr>
          <p:cNvPicPr>
            <a:picLocks noChangeAspect="1"/>
          </p:cNvPicPr>
          <p:nvPr/>
        </p:nvPicPr>
        <p:blipFill>
          <a:blip r:embed="rId2">
            <a:duotone>
              <a:prstClr val="black"/>
              <a:srgbClr val="5B9BD5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9186" y="4260853"/>
            <a:ext cx="390323" cy="390323"/>
          </a:xfrm>
          <a:prstGeom prst="rect">
            <a:avLst/>
          </a:prstGeom>
        </p:spPr>
      </p:pic>
      <p:sp>
        <p:nvSpPr>
          <p:cNvPr id="74" name="Text Box 32">
            <a:extLst>
              <a:ext uri="{FF2B5EF4-FFF2-40B4-BE49-F238E27FC236}">
                <a16:creationId xmlns:a16="http://schemas.microsoft.com/office/drawing/2014/main" id="{ED51231B-18DF-4D0E-AE52-F37CA1E8B1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858" y="5525861"/>
            <a:ext cx="733469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3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6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23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120000"/>
              </a:lnSpc>
              <a:spcBef>
                <a:spcPct val="25000"/>
              </a:spcBef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FontTx/>
              <a:buNone/>
            </a:pPr>
            <a:r>
              <a:rPr lang="en-US" altLang="zh-CN" sz="1600" b="1" dirty="0">
                <a:solidFill>
                  <a:srgbClr val="C00000"/>
                </a:solidFill>
                <a:latin typeface="Courier New" panose="02070309020205020404" pitchFamily="49" charset="0"/>
                <a:ea typeface="微软雅黑" panose="020B0503020204020204" pitchFamily="34" charset="-122"/>
                <a:cs typeface="Courier New" panose="02070309020205020404" pitchFamily="49" charset="0"/>
              </a:rPr>
              <a:t>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Courier New" panose="02070309020205020404" pitchFamily="49" charset="0"/>
                <a:ea typeface="微软雅黑" panose="020B0503020204020204" pitchFamily="34" charset="-122"/>
                <a:cs typeface="Courier New" panose="02070309020205020404" pitchFamily="49" charset="0"/>
              </a:rPr>
              <a:t>9</a:t>
            </a:r>
            <a:endParaRPr lang="en-US" altLang="zh-CN" sz="1600" b="1" dirty="0">
              <a:solidFill>
                <a:srgbClr val="C00000"/>
              </a:solidFill>
              <a:latin typeface="Courier New" panose="02070309020205020404" pitchFamily="49" charset="0"/>
              <a:ea typeface="微软雅黑" panose="020B0503020204020204" pitchFamily="34" charset="-122"/>
              <a:cs typeface="Courier New" panose="02070309020205020404" pitchFamily="49" charset="0"/>
            </a:endParaRPr>
          </a:p>
        </p:txBody>
      </p:sp>
      <p:sp>
        <p:nvSpPr>
          <p:cNvPr id="75" name="矩形 74">
            <a:extLst>
              <a:ext uri="{FF2B5EF4-FFF2-40B4-BE49-F238E27FC236}">
                <a16:creationId xmlns:a16="http://schemas.microsoft.com/office/drawing/2014/main" id="{E6D7CF97-2304-4829-9A71-CAF67ED068AA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  <p:extLst>
      <p:ext uri="{BB962C8B-B14F-4D97-AF65-F5344CB8AC3E}">
        <p14:creationId xmlns:p14="http://schemas.microsoft.com/office/powerpoint/2010/main" val="7931726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500"/>
                            </p:stCondLst>
                            <p:childTnLst>
                              <p:par>
                                <p:cTn id="8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500"/>
                            </p:stCondLst>
                            <p:childTnLst>
                              <p:par>
                                <p:cTn id="10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6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 autoUpdateAnimBg="0"/>
      <p:bldP spid="46" grpId="0" autoUpdateAnimBg="0"/>
      <p:bldP spid="48" grpId="0" autoUpdateAnimBg="0"/>
      <p:bldP spid="49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/>
      <p:bldP spid="64" grpId="0" animBg="1"/>
      <p:bldP spid="65" grpId="0" animBg="1"/>
      <p:bldP spid="66" grpId="0" animBg="1"/>
      <p:bldP spid="67" grpId="0" animBg="1"/>
      <p:bldP spid="74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5288158-924E-4989-BD59-B72CF6C0CB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>
                <a:solidFill>
                  <a:srgbClr val="FF0000"/>
                </a:solidFill>
              </a:rPr>
              <a:t>一位乘法逻辑实现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A9B011BC-0A4A-45FC-B5C0-C4EBD3F2C47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1540" y="1166018"/>
            <a:ext cx="8229600" cy="4525963"/>
          </a:xfrm>
        </p:spPr>
        <p:txBody>
          <a:bodyPr/>
          <a:lstStyle/>
          <a:p>
            <a:r>
              <a:rPr lang="en-US" altLang="zh-CN" sz="2800" dirty="0"/>
              <a:t>R=X*Y</a:t>
            </a:r>
          </a:p>
          <a:p>
            <a:pPr lvl="1"/>
            <a:r>
              <a:rPr lang="en-US" altLang="zh-CN" dirty="0">
                <a:solidFill>
                  <a:srgbClr val="FF0000"/>
                </a:solidFill>
              </a:rPr>
              <a:t>1 × 1 = 1</a:t>
            </a:r>
          </a:p>
          <a:p>
            <a:pPr lvl="1"/>
            <a:r>
              <a:rPr lang="en-US" altLang="zh-CN" dirty="0"/>
              <a:t>1 × 0 = 0</a:t>
            </a:r>
          </a:p>
          <a:p>
            <a:pPr lvl="1"/>
            <a:r>
              <a:rPr lang="en-US" altLang="zh-CN" dirty="0"/>
              <a:t>0 × 1 = 0</a:t>
            </a:r>
          </a:p>
          <a:p>
            <a:pPr lvl="1"/>
            <a:r>
              <a:rPr lang="en-US" altLang="zh-CN" dirty="0"/>
              <a:t>0 × 0 = 0</a:t>
            </a:r>
          </a:p>
          <a:p>
            <a:r>
              <a:rPr lang="zh-CN" altLang="en-US" sz="2800" dirty="0">
                <a:solidFill>
                  <a:srgbClr val="FF0000"/>
                </a:solidFill>
              </a:rPr>
              <a:t>与门</a:t>
            </a:r>
            <a:r>
              <a:rPr lang="zh-CN" altLang="en-US" sz="2800" dirty="0"/>
              <a:t>实现一位乘法</a:t>
            </a:r>
          </a:p>
          <a:p>
            <a:r>
              <a:rPr lang="en-US" altLang="zh-CN" sz="2800" dirty="0"/>
              <a:t>25</a:t>
            </a:r>
            <a:r>
              <a:rPr lang="zh-CN" altLang="en-US" sz="2800" dirty="0"/>
              <a:t>个与门并发</a:t>
            </a:r>
          </a:p>
          <a:p>
            <a:r>
              <a:rPr lang="zh-CN" altLang="en-US" sz="2800" dirty="0"/>
              <a:t>一级门延迟，生成所有相加数</a:t>
            </a:r>
          </a:p>
          <a:p>
            <a:endParaRPr lang="zh-CN" altLang="en-US" sz="2800" dirty="0"/>
          </a:p>
        </p:txBody>
      </p:sp>
      <p:pic>
        <p:nvPicPr>
          <p:cNvPr id="4" name="内容占位符 3">
            <a:extLst>
              <a:ext uri="{FF2B5EF4-FFF2-40B4-BE49-F238E27FC236}">
                <a16:creationId xmlns:a16="http://schemas.microsoft.com/office/drawing/2014/main" id="{88AF8766-F21B-442E-90B3-BF14FCD6E559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24128" y="908720"/>
            <a:ext cx="3306520" cy="5247708"/>
          </a:xfrm>
          <a:prstGeom prst="rect">
            <a:avLst/>
          </a:prstGeom>
        </p:spPr>
      </p:pic>
      <p:sp>
        <p:nvSpPr>
          <p:cNvPr id="5" name="矩形 4">
            <a:extLst>
              <a:ext uri="{FF2B5EF4-FFF2-40B4-BE49-F238E27FC236}">
                <a16:creationId xmlns:a16="http://schemas.microsoft.com/office/drawing/2014/main" id="{2D210379-5819-4EF3-84AE-5446ACBFFFFE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  <p:extLst>
      <p:ext uri="{BB962C8B-B14F-4D97-AF65-F5344CB8AC3E}">
        <p14:creationId xmlns:p14="http://schemas.microsoft.com/office/powerpoint/2010/main" val="41970616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EDDEA27-F780-4C03-B265-47268B5192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>
                <a:solidFill>
                  <a:srgbClr val="FF0000"/>
                </a:solidFill>
              </a:rPr>
              <a:t>斜向进位无符号阵列乘法器</a:t>
            </a:r>
          </a:p>
        </p:txBody>
      </p:sp>
      <p:sp>
        <p:nvSpPr>
          <p:cNvPr id="4" name="AutoShape 201">
            <a:extLst>
              <a:ext uri="{FF2B5EF4-FFF2-40B4-BE49-F238E27FC236}">
                <a16:creationId xmlns:a16="http://schemas.microsoft.com/office/drawing/2014/main" id="{8E2DA4DA-D6CE-45EE-B83A-439803059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498" y="5113640"/>
            <a:ext cx="3334169" cy="609600"/>
          </a:xfrm>
          <a:prstGeom prst="roundRect">
            <a:avLst>
              <a:gd name="adj" fmla="val 48412"/>
            </a:avLst>
          </a:prstGeom>
          <a:solidFill>
            <a:srgbClr val="70AD47">
              <a:lumMod val="40000"/>
              <a:lumOff val="60000"/>
            </a:srgbClr>
          </a:solidFill>
          <a:ln w="19050" cap="rnd">
            <a:solidFill>
              <a:srgbClr val="00800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>
            <a:lvl1pPr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1pPr>
            <a:lvl2pPr marL="742950" indent="-28575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2pPr>
            <a:lvl3pPr marL="11430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3pPr>
            <a:lvl4pPr marL="16002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4pPr>
            <a:lvl5pPr marL="20574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336699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endParaRPr kumimoji="0" lang="zh-CN" altLang="en-US" sz="2400" b="1" i="0" u="sng" strike="noStrike" kern="0" cap="none" spc="0" normalizeH="0" baseline="0" noProof="0" dirty="0">
              <a:ln>
                <a:noFill/>
              </a:ln>
              <a:solidFill>
                <a:srgbClr val="FF3300"/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grpSp>
        <p:nvGrpSpPr>
          <p:cNvPr id="5" name="组合 4">
            <a:extLst>
              <a:ext uri="{FF2B5EF4-FFF2-40B4-BE49-F238E27FC236}">
                <a16:creationId xmlns:a16="http://schemas.microsoft.com/office/drawing/2014/main" id="{E87AC990-375B-46B2-9BDA-0C6179652B68}"/>
              </a:ext>
            </a:extLst>
          </p:cNvPr>
          <p:cNvGrpSpPr/>
          <p:nvPr/>
        </p:nvGrpSpPr>
        <p:grpSpPr>
          <a:xfrm>
            <a:off x="4060031" y="1707289"/>
            <a:ext cx="4061609" cy="307777"/>
            <a:chOff x="5452889" y="1916906"/>
            <a:chExt cx="4061609" cy="307777"/>
          </a:xfrm>
          <a:effectLst/>
        </p:grpSpPr>
        <p:sp>
          <p:nvSpPr>
            <p:cNvPr id="6" name="Text Box 3">
              <a:extLst>
                <a:ext uri="{FF2B5EF4-FFF2-40B4-BE49-F238E27FC236}">
                  <a16:creationId xmlns:a16="http://schemas.microsoft.com/office/drawing/2014/main" id="{BA12A270-570D-4704-8174-DBE1AD3068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94638" y="1916906"/>
              <a:ext cx="76360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</a:p>
          </p:txBody>
        </p:sp>
        <p:sp>
          <p:nvSpPr>
            <p:cNvPr id="7" name="Text Box 4">
              <a:extLst>
                <a:ext uri="{FF2B5EF4-FFF2-40B4-BE49-F238E27FC236}">
                  <a16:creationId xmlns:a16="http://schemas.microsoft.com/office/drawing/2014/main" id="{FDB1701C-9798-4B87-8A7D-3EAA041AAF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3390" y="1916906"/>
              <a:ext cx="76163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</a:p>
          </p:txBody>
        </p:sp>
        <p:sp>
          <p:nvSpPr>
            <p:cNvPr id="8" name="Text Box 5">
              <a:extLst>
                <a:ext uri="{FF2B5EF4-FFF2-40B4-BE49-F238E27FC236}">
                  <a16:creationId xmlns:a16="http://schemas.microsoft.com/office/drawing/2014/main" id="{D8287980-11D2-47E3-B405-FE1A24E77D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9442" y="1916906"/>
              <a:ext cx="76360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</a:p>
          </p:txBody>
        </p:sp>
        <p:sp>
          <p:nvSpPr>
            <p:cNvPr id="9" name="Text Box 6">
              <a:extLst>
                <a:ext uri="{FF2B5EF4-FFF2-40B4-BE49-F238E27FC236}">
                  <a16:creationId xmlns:a16="http://schemas.microsoft.com/office/drawing/2014/main" id="{A73A2C09-B19A-42AD-93DE-2CF0309C76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50894" y="1916906"/>
              <a:ext cx="76360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</a:p>
          </p:txBody>
        </p:sp>
        <p:sp>
          <p:nvSpPr>
            <p:cNvPr id="10" name="Text Box 7">
              <a:extLst>
                <a:ext uri="{FF2B5EF4-FFF2-40B4-BE49-F238E27FC236}">
                  <a16:creationId xmlns:a16="http://schemas.microsoft.com/office/drawing/2014/main" id="{B6A18B58-BA98-4D7A-9B9C-A6E675A6D0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52889" y="1916906"/>
              <a:ext cx="76360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</a:p>
          </p:txBody>
        </p:sp>
      </p:grpSp>
      <p:sp>
        <p:nvSpPr>
          <p:cNvPr id="11" name="Line 40">
            <a:extLst>
              <a:ext uri="{FF2B5EF4-FFF2-40B4-BE49-F238E27FC236}">
                <a16:creationId xmlns:a16="http://schemas.microsoft.com/office/drawing/2014/main" id="{57885E8C-B5E8-4CF9-ADC1-2D52911677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10735" y="2966175"/>
            <a:ext cx="592031" cy="592031"/>
          </a:xfrm>
          <a:prstGeom prst="line">
            <a:avLst/>
          </a:prstGeom>
          <a:noFill/>
          <a:ln w="12700">
            <a:solidFill>
              <a:srgbClr val="70AD47">
                <a:lumMod val="75000"/>
              </a:srgbClr>
            </a:solidFill>
            <a:round/>
            <a:headEnd/>
            <a:tailEnd type="triangle" w="med" len="med"/>
          </a:ln>
          <a:effectLst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1" i="0" u="sng" strike="noStrike" kern="0" cap="none" spc="0" normalizeH="0" baseline="0" noProof="0" dirty="0">
              <a:ln>
                <a:noFill/>
              </a:ln>
              <a:solidFill>
                <a:srgbClr val="FF3300"/>
              </a:solidFill>
              <a:effectLst/>
              <a:uLnTx/>
              <a:uFillTx/>
              <a:latin typeface="等线"/>
              <a:ea typeface="微软雅黑" panose="020B0503020204020204" pitchFamily="34" charset="-122"/>
            </a:endParaRPr>
          </a:p>
        </p:txBody>
      </p:sp>
      <p:grpSp>
        <p:nvGrpSpPr>
          <p:cNvPr id="12" name="组合 11">
            <a:extLst>
              <a:ext uri="{FF2B5EF4-FFF2-40B4-BE49-F238E27FC236}">
                <a16:creationId xmlns:a16="http://schemas.microsoft.com/office/drawing/2014/main" id="{ECA7B7D0-F7F9-47AA-B639-5F700C52A4D2}"/>
              </a:ext>
            </a:extLst>
          </p:cNvPr>
          <p:cNvGrpSpPr/>
          <p:nvPr/>
        </p:nvGrpSpPr>
        <p:grpSpPr>
          <a:xfrm>
            <a:off x="3281816" y="2567544"/>
            <a:ext cx="3973717" cy="307777"/>
            <a:chOff x="4674674" y="2707482"/>
            <a:chExt cx="3973717" cy="307777"/>
          </a:xfrm>
          <a:effectLst/>
        </p:grpSpPr>
        <p:sp>
          <p:nvSpPr>
            <p:cNvPr id="13" name="Text Box 9">
              <a:extLst>
                <a:ext uri="{FF2B5EF4-FFF2-40B4-BE49-F238E27FC236}">
                  <a16:creationId xmlns:a16="http://schemas.microsoft.com/office/drawing/2014/main" id="{B88FA496-787E-4C67-8F9B-7B6BE0A48C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1464" y="2707482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</a:p>
          </p:txBody>
        </p:sp>
        <p:sp>
          <p:nvSpPr>
            <p:cNvPr id="14" name="Text Box 10">
              <a:extLst>
                <a:ext uri="{FF2B5EF4-FFF2-40B4-BE49-F238E27FC236}">
                  <a16:creationId xmlns:a16="http://schemas.microsoft.com/office/drawing/2014/main" id="{7D1750AE-34C8-4D1A-8B04-AE4C7EBACE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94638" y="2707482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</a:p>
          </p:txBody>
        </p:sp>
        <p:sp>
          <p:nvSpPr>
            <p:cNvPr id="15" name="Text Box 11">
              <a:extLst>
                <a:ext uri="{FF2B5EF4-FFF2-40B4-BE49-F238E27FC236}">
                  <a16:creationId xmlns:a16="http://schemas.microsoft.com/office/drawing/2014/main" id="{4581EE0E-C39B-4593-B4BD-B1796ECCAB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3390" y="2707482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</a:p>
          </p:txBody>
        </p:sp>
        <p:sp>
          <p:nvSpPr>
            <p:cNvPr id="16" name="Text Box 12">
              <a:extLst>
                <a:ext uri="{FF2B5EF4-FFF2-40B4-BE49-F238E27FC236}">
                  <a16:creationId xmlns:a16="http://schemas.microsoft.com/office/drawing/2014/main" id="{710EEAD2-D5B2-4D58-8F0E-04C00D8569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32142" y="2707482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</a:p>
          </p:txBody>
        </p:sp>
        <p:sp>
          <p:nvSpPr>
            <p:cNvPr id="17" name="Text Box 13">
              <a:extLst>
                <a:ext uri="{FF2B5EF4-FFF2-40B4-BE49-F238E27FC236}">
                  <a16:creationId xmlns:a16="http://schemas.microsoft.com/office/drawing/2014/main" id="{19202B09-7EE3-4ABB-880B-CD5417AC98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74674" y="2707482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</a:p>
          </p:txBody>
        </p:sp>
      </p:grpSp>
      <p:grpSp>
        <p:nvGrpSpPr>
          <p:cNvPr id="18" name="组合 17">
            <a:extLst>
              <a:ext uri="{FF2B5EF4-FFF2-40B4-BE49-F238E27FC236}">
                <a16:creationId xmlns:a16="http://schemas.microsoft.com/office/drawing/2014/main" id="{E8BA5EC3-8B53-482F-82A1-5810A879A4D4}"/>
              </a:ext>
            </a:extLst>
          </p:cNvPr>
          <p:cNvGrpSpPr/>
          <p:nvPr/>
        </p:nvGrpSpPr>
        <p:grpSpPr>
          <a:xfrm>
            <a:off x="2452112" y="3413285"/>
            <a:ext cx="3984669" cy="307777"/>
            <a:chOff x="3844970" y="3586956"/>
            <a:chExt cx="3984669" cy="307777"/>
          </a:xfrm>
          <a:effectLst/>
        </p:grpSpPr>
        <p:sp>
          <p:nvSpPr>
            <p:cNvPr id="19" name="Text Box 15">
              <a:extLst>
                <a:ext uri="{FF2B5EF4-FFF2-40B4-BE49-F238E27FC236}">
                  <a16:creationId xmlns:a16="http://schemas.microsoft.com/office/drawing/2014/main" id="{CEC8A682-2029-4654-B65D-E84F914DAC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6099" y="358695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</a:p>
          </p:txBody>
        </p:sp>
        <p:sp>
          <p:nvSpPr>
            <p:cNvPr id="20" name="Text Box 16">
              <a:extLst>
                <a:ext uri="{FF2B5EF4-FFF2-40B4-BE49-F238E27FC236}">
                  <a16:creationId xmlns:a16="http://schemas.microsoft.com/office/drawing/2014/main" id="{D495568A-475D-4BCE-A86A-56A18AE9E4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68764" y="358695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</a:p>
          </p:txBody>
        </p:sp>
        <p:sp>
          <p:nvSpPr>
            <p:cNvPr id="21" name="Text Box 17">
              <a:extLst>
                <a:ext uri="{FF2B5EF4-FFF2-40B4-BE49-F238E27FC236}">
                  <a16:creationId xmlns:a16="http://schemas.microsoft.com/office/drawing/2014/main" id="{5911ED5A-BA6B-44CD-90C1-AD008D015A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94638" y="358695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</a:p>
          </p:txBody>
        </p:sp>
        <p:sp>
          <p:nvSpPr>
            <p:cNvPr id="22" name="Text Box 18">
              <a:extLst>
                <a:ext uri="{FF2B5EF4-FFF2-40B4-BE49-F238E27FC236}">
                  <a16:creationId xmlns:a16="http://schemas.microsoft.com/office/drawing/2014/main" id="{229D528E-F866-4DC5-A080-A0201BD529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3390" y="358695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</a:p>
          </p:txBody>
        </p:sp>
        <p:sp>
          <p:nvSpPr>
            <p:cNvPr id="23" name="Text Box 19">
              <a:extLst>
                <a:ext uri="{FF2B5EF4-FFF2-40B4-BE49-F238E27FC236}">
                  <a16:creationId xmlns:a16="http://schemas.microsoft.com/office/drawing/2014/main" id="{A3B291AE-9B4E-4507-8710-6EAB008EF8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4970" y="358695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</a:p>
          </p:txBody>
        </p:sp>
      </p:grpSp>
      <p:grpSp>
        <p:nvGrpSpPr>
          <p:cNvPr id="24" name="组合 23">
            <a:extLst>
              <a:ext uri="{FF2B5EF4-FFF2-40B4-BE49-F238E27FC236}">
                <a16:creationId xmlns:a16="http://schemas.microsoft.com/office/drawing/2014/main" id="{10106443-2113-4065-8D9C-201DC0797656}"/>
              </a:ext>
            </a:extLst>
          </p:cNvPr>
          <p:cNvGrpSpPr/>
          <p:nvPr/>
        </p:nvGrpSpPr>
        <p:grpSpPr>
          <a:xfrm>
            <a:off x="1629742" y="4288958"/>
            <a:ext cx="3988287" cy="307777"/>
            <a:chOff x="3022600" y="4507706"/>
            <a:chExt cx="3988287" cy="307777"/>
          </a:xfrm>
          <a:effectLst/>
        </p:grpSpPr>
        <p:sp>
          <p:nvSpPr>
            <p:cNvPr id="25" name="Text Box 21">
              <a:extLst>
                <a:ext uri="{FF2B5EF4-FFF2-40B4-BE49-F238E27FC236}">
                  <a16:creationId xmlns:a16="http://schemas.microsoft.com/office/drawing/2014/main" id="{3152CFDC-1039-461C-96E6-6686A09E18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5445" y="450770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</a:p>
          </p:txBody>
        </p:sp>
        <p:sp>
          <p:nvSpPr>
            <p:cNvPr id="26" name="Text Box 22">
              <a:extLst>
                <a:ext uri="{FF2B5EF4-FFF2-40B4-BE49-F238E27FC236}">
                  <a16:creationId xmlns:a16="http://schemas.microsoft.com/office/drawing/2014/main" id="{4E8228CD-6AAA-49CC-8A91-01F060F540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3399" y="450770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</a:p>
          </p:txBody>
        </p:sp>
        <p:sp>
          <p:nvSpPr>
            <p:cNvPr id="27" name="Text Box 23">
              <a:extLst>
                <a:ext uri="{FF2B5EF4-FFF2-40B4-BE49-F238E27FC236}">
                  <a16:creationId xmlns:a16="http://schemas.microsoft.com/office/drawing/2014/main" id="{CC29EB78-148F-4F82-B92D-3CF08EC5F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1464" y="450770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</a:p>
          </p:txBody>
        </p:sp>
        <p:sp>
          <p:nvSpPr>
            <p:cNvPr id="28" name="Text Box 24">
              <a:extLst>
                <a:ext uri="{FF2B5EF4-FFF2-40B4-BE49-F238E27FC236}">
                  <a16:creationId xmlns:a16="http://schemas.microsoft.com/office/drawing/2014/main" id="{43DC56EE-86C0-448F-80BD-C34E8878E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94638" y="450770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</a:p>
          </p:txBody>
        </p:sp>
        <p:sp>
          <p:nvSpPr>
            <p:cNvPr id="29" name="Text Box 25">
              <a:extLst>
                <a:ext uri="{FF2B5EF4-FFF2-40B4-BE49-F238E27FC236}">
                  <a16:creationId xmlns:a16="http://schemas.microsoft.com/office/drawing/2014/main" id="{13BA0BC3-EFD1-4A50-BAE5-F68263962A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22600" y="450770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</a:p>
          </p:txBody>
        </p:sp>
      </p:grpSp>
      <p:grpSp>
        <p:nvGrpSpPr>
          <p:cNvPr id="30" name="组合 29">
            <a:extLst>
              <a:ext uri="{FF2B5EF4-FFF2-40B4-BE49-F238E27FC236}">
                <a16:creationId xmlns:a16="http://schemas.microsoft.com/office/drawing/2014/main" id="{2AB1ED5B-0D36-427E-8D58-874D6B50FFA2}"/>
              </a:ext>
            </a:extLst>
          </p:cNvPr>
          <p:cNvGrpSpPr/>
          <p:nvPr/>
        </p:nvGrpSpPr>
        <p:grpSpPr>
          <a:xfrm>
            <a:off x="4901780" y="908720"/>
            <a:ext cx="4052179" cy="307777"/>
            <a:chOff x="6294638" y="1124744"/>
            <a:chExt cx="4052179" cy="307777"/>
          </a:xfrm>
          <a:effectLst/>
        </p:grpSpPr>
        <p:sp>
          <p:nvSpPr>
            <p:cNvPr id="31" name="Text Box 27">
              <a:extLst>
                <a:ext uri="{FF2B5EF4-FFF2-40B4-BE49-F238E27FC236}">
                  <a16:creationId xmlns:a16="http://schemas.microsoft.com/office/drawing/2014/main" id="{AE983E03-1838-4E58-9AA4-223916450C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94638" y="1124744"/>
              <a:ext cx="71624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</a:p>
          </p:txBody>
        </p:sp>
        <p:sp>
          <p:nvSpPr>
            <p:cNvPr id="32" name="Text Box 28">
              <a:extLst>
                <a:ext uri="{FF2B5EF4-FFF2-40B4-BE49-F238E27FC236}">
                  <a16:creationId xmlns:a16="http://schemas.microsoft.com/office/drawing/2014/main" id="{282E6F8F-260A-418C-8C88-A5AC8EDAA2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3390" y="1124744"/>
              <a:ext cx="71624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</a:p>
          </p:txBody>
        </p:sp>
        <p:sp>
          <p:nvSpPr>
            <p:cNvPr id="33" name="Text Box 29">
              <a:extLst>
                <a:ext uri="{FF2B5EF4-FFF2-40B4-BE49-F238E27FC236}">
                  <a16:creationId xmlns:a16="http://schemas.microsoft.com/office/drawing/2014/main" id="{8845C0CA-1364-4FA6-BADA-2B3DB6344B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32142" y="1124744"/>
              <a:ext cx="71624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</a:p>
          </p:txBody>
        </p:sp>
        <p:sp>
          <p:nvSpPr>
            <p:cNvPr id="34" name="Text Box 30">
              <a:extLst>
                <a:ext uri="{FF2B5EF4-FFF2-40B4-BE49-F238E27FC236}">
                  <a16:creationId xmlns:a16="http://schemas.microsoft.com/office/drawing/2014/main" id="{872ACEBB-9B30-4EC9-98D8-1F722E8625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50894" y="1124744"/>
              <a:ext cx="71624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</a:p>
          </p:txBody>
        </p:sp>
        <p:sp>
          <p:nvSpPr>
            <p:cNvPr id="35" name="Text Box 31">
              <a:extLst>
                <a:ext uri="{FF2B5EF4-FFF2-40B4-BE49-F238E27FC236}">
                  <a16:creationId xmlns:a16="http://schemas.microsoft.com/office/drawing/2014/main" id="{8D2CC6F2-6FE2-49EF-A135-CE552B5AE1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9648" y="1124744"/>
              <a:ext cx="77716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</a:p>
          </p:txBody>
        </p:sp>
      </p:grpSp>
      <p:grpSp>
        <p:nvGrpSpPr>
          <p:cNvPr id="36" name="组合 35">
            <a:extLst>
              <a:ext uri="{FF2B5EF4-FFF2-40B4-BE49-F238E27FC236}">
                <a16:creationId xmlns:a16="http://schemas.microsoft.com/office/drawing/2014/main" id="{DDAB3783-A178-4753-8B80-5164EFFA0162}"/>
              </a:ext>
            </a:extLst>
          </p:cNvPr>
          <p:cNvGrpSpPr/>
          <p:nvPr/>
        </p:nvGrpSpPr>
        <p:grpSpPr>
          <a:xfrm>
            <a:off x="7361233" y="1005755"/>
            <a:ext cx="138297" cy="817773"/>
            <a:chOff x="8890163" y="972290"/>
            <a:chExt cx="138297" cy="817773"/>
          </a:xfrm>
          <a:effectLst/>
        </p:grpSpPr>
        <p:sp>
          <p:nvSpPr>
            <p:cNvPr id="37" name="Line 38">
              <a:extLst>
                <a:ext uri="{FF2B5EF4-FFF2-40B4-BE49-F238E27FC236}">
                  <a16:creationId xmlns:a16="http://schemas.microsoft.com/office/drawing/2014/main" id="{D1CB536E-5B01-4547-81BA-2EE0D0447F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95847" y="972290"/>
              <a:ext cx="132613" cy="0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 dirty="0">
                <a:solidFill>
                  <a:srgbClr val="FF3300"/>
                </a:solidFill>
                <a:latin typeface="等线"/>
                <a:ea typeface="微软雅黑" panose="020B0503020204020204" pitchFamily="34" charset="-122"/>
              </a:endParaRPr>
            </a:p>
          </p:txBody>
        </p:sp>
        <p:sp>
          <p:nvSpPr>
            <p:cNvPr id="38" name="Line 39">
              <a:extLst>
                <a:ext uri="{FF2B5EF4-FFF2-40B4-BE49-F238E27FC236}">
                  <a16:creationId xmlns:a16="http://schemas.microsoft.com/office/drawing/2014/main" id="{94BB0506-C11F-4955-AC6A-E442E11C6D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90163" y="978104"/>
              <a:ext cx="0" cy="811959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 dirty="0">
                <a:solidFill>
                  <a:srgbClr val="FF3300"/>
                </a:solidFill>
                <a:latin typeface="等线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9" name="组合 38">
            <a:extLst>
              <a:ext uri="{FF2B5EF4-FFF2-40B4-BE49-F238E27FC236}">
                <a16:creationId xmlns:a16="http://schemas.microsoft.com/office/drawing/2014/main" id="{E77C46A9-1FA8-4B98-9EA2-61F5677052F4}"/>
              </a:ext>
            </a:extLst>
          </p:cNvPr>
          <p:cNvGrpSpPr/>
          <p:nvPr/>
        </p:nvGrpSpPr>
        <p:grpSpPr>
          <a:xfrm>
            <a:off x="7018182" y="2174279"/>
            <a:ext cx="574675" cy="4192947"/>
            <a:chOff x="8547112" y="2140814"/>
            <a:chExt cx="574675" cy="4192947"/>
          </a:xfrm>
          <a:effectLst/>
        </p:grpSpPr>
        <p:sp>
          <p:nvSpPr>
            <p:cNvPr id="40" name="Text Box 41">
              <a:extLst>
                <a:ext uri="{FF2B5EF4-FFF2-40B4-BE49-F238E27FC236}">
                  <a16:creationId xmlns:a16="http://schemas.microsoft.com/office/drawing/2014/main" id="{8E3564FC-0590-4746-9005-161FB67407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47112" y="5997211"/>
              <a:ext cx="574675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p</a:t>
              </a:r>
              <a:r>
                <a:rPr lang="en-US" altLang="zh-CN" sz="1600" b="1" baseline="-25000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Line 39">
              <a:extLst>
                <a:ext uri="{FF2B5EF4-FFF2-40B4-BE49-F238E27FC236}">
                  <a16:creationId xmlns:a16="http://schemas.microsoft.com/office/drawing/2014/main" id="{BE40D58A-4797-4B20-87A6-37D95F1643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9216" y="2140814"/>
              <a:ext cx="0" cy="3856322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 dirty="0">
                <a:solidFill>
                  <a:srgbClr val="FF3300"/>
                </a:solidFill>
                <a:latin typeface="等线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2" name="组合 41">
            <a:extLst>
              <a:ext uri="{FF2B5EF4-FFF2-40B4-BE49-F238E27FC236}">
                <a16:creationId xmlns:a16="http://schemas.microsoft.com/office/drawing/2014/main" id="{412BB93D-9111-4BC3-B213-7899E0CBE597}"/>
              </a:ext>
            </a:extLst>
          </p:cNvPr>
          <p:cNvGrpSpPr/>
          <p:nvPr/>
        </p:nvGrpSpPr>
        <p:grpSpPr>
          <a:xfrm>
            <a:off x="6530792" y="1009632"/>
            <a:ext cx="133560" cy="813897"/>
            <a:chOff x="8059722" y="976167"/>
            <a:chExt cx="133560" cy="813897"/>
          </a:xfrm>
          <a:effectLst/>
        </p:grpSpPr>
        <p:sp>
          <p:nvSpPr>
            <p:cNvPr id="43" name="Line 38">
              <a:extLst>
                <a:ext uri="{FF2B5EF4-FFF2-40B4-BE49-F238E27FC236}">
                  <a16:creationId xmlns:a16="http://schemas.microsoft.com/office/drawing/2014/main" id="{57690B49-E66E-45F6-9FD8-F1DB762728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59722" y="976167"/>
              <a:ext cx="133560" cy="0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 dirty="0">
                <a:solidFill>
                  <a:srgbClr val="FF3300"/>
                </a:solidFill>
                <a:latin typeface="等线"/>
                <a:ea typeface="微软雅黑" panose="020B0503020204020204" pitchFamily="34" charset="-122"/>
              </a:endParaRPr>
            </a:p>
          </p:txBody>
        </p:sp>
        <p:sp>
          <p:nvSpPr>
            <p:cNvPr id="44" name="Line 39">
              <a:extLst>
                <a:ext uri="{FF2B5EF4-FFF2-40B4-BE49-F238E27FC236}">
                  <a16:creationId xmlns:a16="http://schemas.microsoft.com/office/drawing/2014/main" id="{B8891F4B-CDA8-491A-8003-FC996A3702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60669" y="978105"/>
              <a:ext cx="0" cy="811959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 dirty="0">
                <a:solidFill>
                  <a:srgbClr val="FF3300"/>
                </a:solidFill>
                <a:latin typeface="等线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5" name="组合 44">
            <a:extLst>
              <a:ext uri="{FF2B5EF4-FFF2-40B4-BE49-F238E27FC236}">
                <a16:creationId xmlns:a16="http://schemas.microsoft.com/office/drawing/2014/main" id="{71EEFD36-1A92-472F-8D15-60DE5313BC87}"/>
              </a:ext>
            </a:extLst>
          </p:cNvPr>
          <p:cNvGrpSpPr/>
          <p:nvPr/>
        </p:nvGrpSpPr>
        <p:grpSpPr>
          <a:xfrm>
            <a:off x="6186530" y="3013369"/>
            <a:ext cx="576263" cy="3353857"/>
            <a:chOff x="7715460" y="2979904"/>
            <a:chExt cx="576263" cy="3353857"/>
          </a:xfrm>
          <a:effectLst/>
        </p:grpSpPr>
        <p:sp>
          <p:nvSpPr>
            <p:cNvPr id="46" name="Text Box 40">
              <a:extLst>
                <a:ext uri="{FF2B5EF4-FFF2-40B4-BE49-F238E27FC236}">
                  <a16:creationId xmlns:a16="http://schemas.microsoft.com/office/drawing/2014/main" id="{36C160D8-7F1B-4020-826F-78061CF2AB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5460" y="5997211"/>
              <a:ext cx="576263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p</a:t>
              </a:r>
              <a:r>
                <a:rPr lang="en-US" altLang="zh-CN" sz="1600" b="1" baseline="-25000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Line 39">
              <a:extLst>
                <a:ext uri="{FF2B5EF4-FFF2-40B4-BE49-F238E27FC236}">
                  <a16:creationId xmlns:a16="http://schemas.microsoft.com/office/drawing/2014/main" id="{C3A9EAAC-F5E4-4F4C-ABAF-F0D7794ED2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59722" y="2979904"/>
              <a:ext cx="0" cy="3017232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 dirty="0">
                <a:solidFill>
                  <a:srgbClr val="FF3300"/>
                </a:solidFill>
                <a:latin typeface="等线"/>
                <a:ea typeface="微软雅黑" panose="020B0503020204020204" pitchFamily="34" charset="-122"/>
              </a:endParaRPr>
            </a:p>
          </p:txBody>
        </p:sp>
      </p:grpSp>
      <p:sp>
        <p:nvSpPr>
          <p:cNvPr id="48" name="Line 39">
            <a:extLst>
              <a:ext uri="{FF2B5EF4-FFF2-40B4-BE49-F238E27FC236}">
                <a16:creationId xmlns:a16="http://schemas.microsoft.com/office/drawing/2014/main" id="{24C2DBDC-B93A-4E52-86EC-92634E55DE3D}"/>
              </a:ext>
            </a:extLst>
          </p:cNvPr>
          <p:cNvSpPr>
            <a:spLocks noChangeShapeType="1"/>
          </p:cNvSpPr>
          <p:nvPr/>
        </p:nvSpPr>
        <p:spPr bwMode="auto">
          <a:xfrm>
            <a:off x="6530792" y="2174280"/>
            <a:ext cx="0" cy="503841"/>
          </a:xfrm>
          <a:prstGeom prst="line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2400" b="1" u="sng" kern="0" dirty="0">
              <a:solidFill>
                <a:srgbClr val="FF3300"/>
              </a:solidFill>
              <a:latin typeface="等线"/>
              <a:ea typeface="微软雅黑" panose="020B0503020204020204" pitchFamily="34" charset="-122"/>
            </a:endParaRPr>
          </a:p>
        </p:txBody>
      </p:sp>
      <p:sp>
        <p:nvSpPr>
          <p:cNvPr id="49" name="Line 40">
            <a:extLst>
              <a:ext uri="{FF2B5EF4-FFF2-40B4-BE49-F238E27FC236}">
                <a16:creationId xmlns:a16="http://schemas.microsoft.com/office/drawing/2014/main" id="{F7C19736-0869-4C07-9513-C4E901C03E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49611" y="2100026"/>
            <a:ext cx="618729" cy="618729"/>
          </a:xfrm>
          <a:prstGeom prst="line">
            <a:avLst/>
          </a:prstGeom>
          <a:noFill/>
          <a:ln w="12700">
            <a:solidFill>
              <a:srgbClr val="70AD47">
                <a:lumMod val="75000"/>
              </a:srgbClr>
            </a:solidFill>
            <a:round/>
            <a:headEnd/>
            <a:tailEnd type="triangle" w="med" len="med"/>
          </a:ln>
          <a:effectLst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1" i="0" u="sng" strike="noStrike" kern="0" cap="none" spc="0" normalizeH="0" baseline="0" noProof="0" dirty="0">
              <a:ln>
                <a:noFill/>
              </a:ln>
              <a:solidFill>
                <a:srgbClr val="FF3300"/>
              </a:solidFill>
              <a:effectLst/>
              <a:uLnTx/>
              <a:uFillTx/>
              <a:latin typeface="等线"/>
              <a:ea typeface="微软雅黑" panose="020B0503020204020204" pitchFamily="34" charset="-122"/>
            </a:endParaRPr>
          </a:p>
        </p:txBody>
      </p:sp>
      <p:sp>
        <p:nvSpPr>
          <p:cNvPr id="50" name="Line 40">
            <a:extLst>
              <a:ext uri="{FF2B5EF4-FFF2-40B4-BE49-F238E27FC236}">
                <a16:creationId xmlns:a16="http://schemas.microsoft.com/office/drawing/2014/main" id="{C1A5F81E-4E47-4656-8357-FC213A298E3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21750" y="2101438"/>
            <a:ext cx="614287" cy="614287"/>
          </a:xfrm>
          <a:prstGeom prst="line">
            <a:avLst/>
          </a:prstGeom>
          <a:noFill/>
          <a:ln w="12700">
            <a:solidFill>
              <a:srgbClr val="70AD47">
                <a:lumMod val="75000"/>
              </a:srgbClr>
            </a:solidFill>
            <a:round/>
            <a:headEnd/>
            <a:tailEnd type="triangle" w="med" len="med"/>
          </a:ln>
          <a:effectLst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1" i="0" u="sng" strike="noStrike" kern="0" cap="none" spc="0" normalizeH="0" baseline="0" noProof="0" dirty="0">
              <a:ln>
                <a:noFill/>
              </a:ln>
              <a:solidFill>
                <a:srgbClr val="FF3300"/>
              </a:solidFill>
              <a:effectLst/>
              <a:uLnTx/>
              <a:uFillTx/>
              <a:latin typeface="等线"/>
              <a:ea typeface="微软雅黑" panose="020B0503020204020204" pitchFamily="34" charset="-122"/>
            </a:endParaRPr>
          </a:p>
        </p:txBody>
      </p:sp>
      <p:grpSp>
        <p:nvGrpSpPr>
          <p:cNvPr id="51" name="组合 50">
            <a:extLst>
              <a:ext uri="{FF2B5EF4-FFF2-40B4-BE49-F238E27FC236}">
                <a16:creationId xmlns:a16="http://schemas.microsoft.com/office/drawing/2014/main" id="{F20B7618-623D-4632-8F68-E3B26FE8D328}"/>
              </a:ext>
            </a:extLst>
          </p:cNvPr>
          <p:cNvGrpSpPr/>
          <p:nvPr/>
        </p:nvGrpSpPr>
        <p:grpSpPr>
          <a:xfrm>
            <a:off x="6363268" y="2597359"/>
            <a:ext cx="338138" cy="430887"/>
            <a:chOff x="8686490" y="2190704"/>
            <a:chExt cx="338138" cy="430887"/>
          </a:xfrm>
          <a:effectLst/>
        </p:grpSpPr>
        <p:sp>
          <p:nvSpPr>
            <p:cNvPr id="52" name="Oval 36">
              <a:extLst>
                <a:ext uri="{FF2B5EF4-FFF2-40B4-BE49-F238E27FC236}">
                  <a16:creationId xmlns:a16="http://schemas.microsoft.com/office/drawing/2014/main" id="{5E17C155-32CC-41FA-A851-42AB3258B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6490" y="2271912"/>
              <a:ext cx="338138" cy="334962"/>
            </a:xfrm>
            <a:prstGeom prst="ellipse">
              <a:avLst/>
            </a:prstGeom>
            <a:solidFill>
              <a:srgbClr val="99FFCC"/>
            </a:solidFill>
            <a:ln w="127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 anchorCtr="1"/>
            <a:lstStyle>
              <a:lvl1pPr marL="342900" indent="-3429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buFont typeface="Wingdings" panose="05000000000000000000" pitchFamily="2" charset="2"/>
                <a:buNone/>
                <a:defRPr/>
              </a:pPr>
              <a:endParaRPr lang="en-US" altLang="zh-CN" u="none" kern="0" dirty="0">
                <a:ea typeface="微软雅黑" panose="020B0503020204020204" pitchFamily="34" charset="-122"/>
              </a:endParaRPr>
            </a:p>
          </p:txBody>
        </p:sp>
        <p:sp>
          <p:nvSpPr>
            <p:cNvPr id="53" name="文本框 52">
              <a:extLst>
                <a:ext uri="{FF2B5EF4-FFF2-40B4-BE49-F238E27FC236}">
                  <a16:creationId xmlns:a16="http://schemas.microsoft.com/office/drawing/2014/main" id="{7EDDF481-477A-488A-81DF-624FBDA45511}"/>
                </a:ext>
              </a:extLst>
            </p:cNvPr>
            <p:cNvSpPr txBox="1"/>
            <p:nvPr/>
          </p:nvSpPr>
          <p:spPr>
            <a:xfrm>
              <a:off x="8728627" y="2190704"/>
              <a:ext cx="266700" cy="430887"/>
            </a:xfrm>
            <a:prstGeom prst="rect">
              <a:avLst/>
            </a:prstGeom>
            <a:noFill/>
            <a:ln w="19050"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2800" b="1" dirty="0">
                  <a:solidFill>
                    <a:srgbClr val="FF00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+</a:t>
              </a:r>
              <a:endParaRPr lang="zh-CN" altLang="en-US" sz="2800" b="1" dirty="0">
                <a:solidFill>
                  <a:srgbClr val="FF0000"/>
                </a:solidFill>
                <a:latin typeface="Segoe UI Black" panose="020B0A02040204020203" pitchFamily="34" charset="0"/>
                <a:ea typeface="等线" panose="02010600030101010101" pitchFamily="2" charset="-122"/>
                <a:cs typeface="Segoe UI Black" panose="020B0A02040204020203" pitchFamily="34" charset="0"/>
              </a:endParaRPr>
            </a:p>
          </p:txBody>
        </p:sp>
      </p:grpSp>
      <p:grpSp>
        <p:nvGrpSpPr>
          <p:cNvPr id="54" name="组合 53">
            <a:extLst>
              <a:ext uri="{FF2B5EF4-FFF2-40B4-BE49-F238E27FC236}">
                <a16:creationId xmlns:a16="http://schemas.microsoft.com/office/drawing/2014/main" id="{1181036C-1E87-404D-9290-3841B2D7CBE9}"/>
              </a:ext>
            </a:extLst>
          </p:cNvPr>
          <p:cNvGrpSpPr/>
          <p:nvPr/>
        </p:nvGrpSpPr>
        <p:grpSpPr>
          <a:xfrm>
            <a:off x="7191129" y="1743231"/>
            <a:ext cx="338138" cy="430887"/>
            <a:chOff x="8686490" y="2190704"/>
            <a:chExt cx="338138" cy="430887"/>
          </a:xfrm>
          <a:effectLst/>
        </p:grpSpPr>
        <p:sp>
          <p:nvSpPr>
            <p:cNvPr id="55" name="Oval 36">
              <a:extLst>
                <a:ext uri="{FF2B5EF4-FFF2-40B4-BE49-F238E27FC236}">
                  <a16:creationId xmlns:a16="http://schemas.microsoft.com/office/drawing/2014/main" id="{9CCB06DE-24C8-490E-8AC8-BFA0E6F20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6490" y="2271912"/>
              <a:ext cx="338138" cy="334962"/>
            </a:xfrm>
            <a:prstGeom prst="ellipse">
              <a:avLst/>
            </a:prstGeom>
            <a:solidFill>
              <a:srgbClr val="99FFCC"/>
            </a:solidFill>
            <a:ln w="127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 anchorCtr="1"/>
            <a:lstStyle>
              <a:lvl1pPr marL="342900" indent="-3429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buFont typeface="Wingdings" panose="05000000000000000000" pitchFamily="2" charset="2"/>
                <a:buNone/>
                <a:defRPr/>
              </a:pPr>
              <a:endParaRPr lang="en-US" altLang="zh-CN" u="none" kern="0" dirty="0">
                <a:ea typeface="微软雅黑" panose="020B0503020204020204" pitchFamily="34" charset="-122"/>
              </a:endParaRPr>
            </a:p>
          </p:txBody>
        </p:sp>
        <p:sp>
          <p:nvSpPr>
            <p:cNvPr id="56" name="文本框 55">
              <a:extLst>
                <a:ext uri="{FF2B5EF4-FFF2-40B4-BE49-F238E27FC236}">
                  <a16:creationId xmlns:a16="http://schemas.microsoft.com/office/drawing/2014/main" id="{5BB1A68D-C4DC-4F1E-81AD-86E6646DD773}"/>
                </a:ext>
              </a:extLst>
            </p:cNvPr>
            <p:cNvSpPr txBox="1"/>
            <p:nvPr/>
          </p:nvSpPr>
          <p:spPr>
            <a:xfrm>
              <a:off x="8728627" y="2190704"/>
              <a:ext cx="266700" cy="430887"/>
            </a:xfrm>
            <a:prstGeom prst="rect">
              <a:avLst/>
            </a:prstGeom>
            <a:noFill/>
            <a:ln w="19050"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2800" b="1" dirty="0">
                  <a:solidFill>
                    <a:srgbClr val="FF00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+</a:t>
              </a:r>
              <a:endParaRPr lang="zh-CN" altLang="en-US" sz="2800" b="1" dirty="0">
                <a:solidFill>
                  <a:srgbClr val="FF0000"/>
                </a:solidFill>
                <a:latin typeface="Segoe UI Black" panose="020B0A02040204020203" pitchFamily="34" charset="0"/>
                <a:ea typeface="等线" panose="02010600030101010101" pitchFamily="2" charset="-122"/>
                <a:cs typeface="Segoe UI Black" panose="020B0A02040204020203" pitchFamily="34" charset="0"/>
              </a:endParaRPr>
            </a:p>
          </p:txBody>
        </p:sp>
      </p:grpSp>
      <p:grpSp>
        <p:nvGrpSpPr>
          <p:cNvPr id="57" name="组合 56">
            <a:extLst>
              <a:ext uri="{FF2B5EF4-FFF2-40B4-BE49-F238E27FC236}">
                <a16:creationId xmlns:a16="http://schemas.microsoft.com/office/drawing/2014/main" id="{810023BF-0461-4268-BFC9-BC29687DAC2B}"/>
              </a:ext>
            </a:extLst>
          </p:cNvPr>
          <p:cNvGrpSpPr/>
          <p:nvPr/>
        </p:nvGrpSpPr>
        <p:grpSpPr>
          <a:xfrm>
            <a:off x="6363268" y="1743231"/>
            <a:ext cx="338138" cy="430887"/>
            <a:chOff x="8686490" y="2190704"/>
            <a:chExt cx="338138" cy="430887"/>
          </a:xfrm>
          <a:effectLst/>
        </p:grpSpPr>
        <p:sp>
          <p:nvSpPr>
            <p:cNvPr id="58" name="Oval 36">
              <a:extLst>
                <a:ext uri="{FF2B5EF4-FFF2-40B4-BE49-F238E27FC236}">
                  <a16:creationId xmlns:a16="http://schemas.microsoft.com/office/drawing/2014/main" id="{CA7890D4-CF8D-4350-B23F-B76569C27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6490" y="2271912"/>
              <a:ext cx="338138" cy="334962"/>
            </a:xfrm>
            <a:prstGeom prst="ellipse">
              <a:avLst/>
            </a:prstGeom>
            <a:solidFill>
              <a:srgbClr val="99FFCC"/>
            </a:solidFill>
            <a:ln w="127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 anchorCtr="1"/>
            <a:lstStyle>
              <a:lvl1pPr marL="342900" indent="-3429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buFont typeface="Wingdings" panose="05000000000000000000" pitchFamily="2" charset="2"/>
                <a:buNone/>
                <a:defRPr/>
              </a:pPr>
              <a:endParaRPr lang="en-US" altLang="zh-CN" u="none" kern="0" dirty="0">
                <a:ea typeface="微软雅黑" panose="020B0503020204020204" pitchFamily="34" charset="-122"/>
              </a:endParaRPr>
            </a:p>
          </p:txBody>
        </p:sp>
        <p:sp>
          <p:nvSpPr>
            <p:cNvPr id="59" name="文本框 58">
              <a:extLst>
                <a:ext uri="{FF2B5EF4-FFF2-40B4-BE49-F238E27FC236}">
                  <a16:creationId xmlns:a16="http://schemas.microsoft.com/office/drawing/2014/main" id="{5FAA3E13-90E7-411F-8816-981D5F321F02}"/>
                </a:ext>
              </a:extLst>
            </p:cNvPr>
            <p:cNvSpPr txBox="1"/>
            <p:nvPr/>
          </p:nvSpPr>
          <p:spPr>
            <a:xfrm>
              <a:off x="8728627" y="2190704"/>
              <a:ext cx="266700" cy="430887"/>
            </a:xfrm>
            <a:prstGeom prst="rect">
              <a:avLst/>
            </a:prstGeom>
            <a:noFill/>
            <a:ln w="19050"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2800" b="1" dirty="0">
                  <a:solidFill>
                    <a:srgbClr val="FF000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+</a:t>
              </a:r>
              <a:endParaRPr lang="zh-CN" altLang="en-US" sz="2800" b="1" dirty="0">
                <a:solidFill>
                  <a:srgbClr val="FF0000"/>
                </a:solidFill>
                <a:latin typeface="Segoe UI Black" panose="020B0A02040204020203" pitchFamily="34" charset="0"/>
                <a:ea typeface="等线" panose="02010600030101010101" pitchFamily="2" charset="-122"/>
                <a:cs typeface="Segoe UI Black" panose="020B0A02040204020203" pitchFamily="34" charset="0"/>
              </a:endParaRPr>
            </a:p>
          </p:txBody>
        </p:sp>
      </p:grpSp>
      <p:grpSp>
        <p:nvGrpSpPr>
          <p:cNvPr id="60" name="组合 59">
            <a:extLst>
              <a:ext uri="{FF2B5EF4-FFF2-40B4-BE49-F238E27FC236}">
                <a16:creationId xmlns:a16="http://schemas.microsoft.com/office/drawing/2014/main" id="{D3449C7F-111E-4747-9A4B-D220B230D3AC}"/>
              </a:ext>
            </a:extLst>
          </p:cNvPr>
          <p:cNvGrpSpPr/>
          <p:nvPr/>
        </p:nvGrpSpPr>
        <p:grpSpPr>
          <a:xfrm>
            <a:off x="7951482" y="1022703"/>
            <a:ext cx="504825" cy="5344523"/>
            <a:chOff x="9480412" y="989238"/>
            <a:chExt cx="504825" cy="5344523"/>
          </a:xfrm>
          <a:effectLst/>
        </p:grpSpPr>
        <p:sp>
          <p:nvSpPr>
            <p:cNvPr id="61" name="Text Box 42">
              <a:extLst>
                <a:ext uri="{FF2B5EF4-FFF2-40B4-BE49-F238E27FC236}">
                  <a16:creationId xmlns:a16="http://schemas.microsoft.com/office/drawing/2014/main" id="{5E8740B2-53D0-4990-9B3A-6BAE6858C8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80412" y="5997211"/>
              <a:ext cx="504825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p</a:t>
              </a:r>
              <a:r>
                <a:rPr lang="en-US" altLang="zh-CN" sz="1600" b="1" baseline="-25000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2" name="Group 36">
              <a:extLst>
                <a:ext uri="{FF2B5EF4-FFF2-40B4-BE49-F238E27FC236}">
                  <a16:creationId xmlns:a16="http://schemas.microsoft.com/office/drawing/2014/main" id="{65CC8762-A819-4B53-81FA-FA688F729B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25671" y="989238"/>
              <a:ext cx="127877" cy="5007405"/>
              <a:chOff x="14" y="152"/>
              <a:chExt cx="135" cy="2584"/>
            </a:xfrm>
            <a:effectLst/>
          </p:grpSpPr>
          <p:sp>
            <p:nvSpPr>
              <p:cNvPr id="63" name="Line 38">
                <a:extLst>
                  <a:ext uri="{FF2B5EF4-FFF2-40B4-BE49-F238E27FC236}">
                    <a16:creationId xmlns:a16="http://schemas.microsoft.com/office/drawing/2014/main" id="{F6146AB1-3A10-44D4-AAD2-1E4C10CE44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" y="152"/>
                <a:ext cx="135" cy="0"/>
              </a:xfrm>
              <a:prstGeom prst="line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400" b="1" u="sng" kern="0" dirty="0">
                  <a:solidFill>
                    <a:srgbClr val="FF3300"/>
                  </a:solidFill>
                  <a:latin typeface="等线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Line 39">
                <a:extLst>
                  <a:ext uri="{FF2B5EF4-FFF2-40B4-BE49-F238E27FC236}">
                    <a16:creationId xmlns:a16="http://schemas.microsoft.com/office/drawing/2014/main" id="{03C142B3-42BA-4E84-9832-A977B1FC9E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" y="152"/>
                <a:ext cx="0" cy="2584"/>
              </a:xfrm>
              <a:prstGeom prst="line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400" b="1" u="sng" kern="0" dirty="0">
                  <a:solidFill>
                    <a:srgbClr val="FF3300"/>
                  </a:solidFill>
                  <a:latin typeface="等线"/>
                  <a:ea typeface="微软雅黑" panose="020B0503020204020204" pitchFamily="34" charset="-122"/>
                </a:endParaRPr>
              </a:p>
            </p:txBody>
          </p:sp>
        </p:grpSp>
      </p:grpSp>
      <p:cxnSp>
        <p:nvCxnSpPr>
          <p:cNvPr id="65" name="直接箭头连接符 64">
            <a:extLst>
              <a:ext uri="{FF2B5EF4-FFF2-40B4-BE49-F238E27FC236}">
                <a16:creationId xmlns:a16="http://schemas.microsoft.com/office/drawing/2014/main" id="{276F92B2-DC63-4231-96A4-76554A55FE4F}"/>
              </a:ext>
            </a:extLst>
          </p:cNvPr>
          <p:cNvCxnSpPr/>
          <p:nvPr/>
        </p:nvCxnSpPr>
        <p:spPr>
          <a:xfrm flipH="1">
            <a:off x="6697573" y="1977030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66" name="直接箭头连接符 65">
            <a:extLst>
              <a:ext uri="{FF2B5EF4-FFF2-40B4-BE49-F238E27FC236}">
                <a16:creationId xmlns:a16="http://schemas.microsoft.com/office/drawing/2014/main" id="{BE89FB51-A19F-4868-B143-35F4F7B4DB3D}"/>
              </a:ext>
            </a:extLst>
          </p:cNvPr>
          <p:cNvCxnSpPr/>
          <p:nvPr/>
        </p:nvCxnSpPr>
        <p:spPr>
          <a:xfrm flipH="1">
            <a:off x="7528894" y="1996080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67" name="直接箭头连接符 66">
            <a:extLst>
              <a:ext uri="{FF2B5EF4-FFF2-40B4-BE49-F238E27FC236}">
                <a16:creationId xmlns:a16="http://schemas.microsoft.com/office/drawing/2014/main" id="{DF70A0D3-451E-47F0-BB66-993476AEFA58}"/>
              </a:ext>
            </a:extLst>
          </p:cNvPr>
          <p:cNvCxnSpPr/>
          <p:nvPr/>
        </p:nvCxnSpPr>
        <p:spPr>
          <a:xfrm flipH="1">
            <a:off x="6697573" y="2853636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grpSp>
        <p:nvGrpSpPr>
          <p:cNvPr id="68" name="组合 67">
            <a:extLst>
              <a:ext uri="{FF2B5EF4-FFF2-40B4-BE49-F238E27FC236}">
                <a16:creationId xmlns:a16="http://schemas.microsoft.com/office/drawing/2014/main" id="{447DCD4D-B724-4267-B5DB-8F7929AB1251}"/>
              </a:ext>
            </a:extLst>
          </p:cNvPr>
          <p:cNvGrpSpPr/>
          <p:nvPr/>
        </p:nvGrpSpPr>
        <p:grpSpPr>
          <a:xfrm>
            <a:off x="477485" y="5512176"/>
            <a:ext cx="929337" cy="855050"/>
            <a:chOff x="2006415" y="5478711"/>
            <a:chExt cx="929337" cy="855050"/>
          </a:xfrm>
          <a:effectLst/>
        </p:grpSpPr>
        <p:sp>
          <p:nvSpPr>
            <p:cNvPr id="69" name="Text Box 32">
              <a:extLst>
                <a:ext uri="{FF2B5EF4-FFF2-40B4-BE49-F238E27FC236}">
                  <a16:creationId xmlns:a16="http://schemas.microsoft.com/office/drawing/2014/main" id="{B9D17670-07D0-47DA-816A-8FABEF14E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06415" y="5997211"/>
              <a:ext cx="649287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p</a:t>
              </a:r>
              <a:r>
                <a:rPr kumimoji="0" lang="en-US" altLang="zh-CN" sz="1600" b="1" i="0" u="none" strike="noStrike" kern="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9</a:t>
              </a:r>
              <a:endPara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Line 40">
              <a:extLst>
                <a:ext uri="{FF2B5EF4-FFF2-40B4-BE49-F238E27FC236}">
                  <a16:creationId xmlns:a16="http://schemas.microsoft.com/office/drawing/2014/main" id="{7E1068E3-A680-45F5-9522-CD6103FB6D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17819" y="5478711"/>
              <a:ext cx="517933" cy="517933"/>
            </a:xfrm>
            <a:prstGeom prst="line">
              <a:avLst/>
            </a:prstGeom>
            <a:noFill/>
            <a:ln w="12700">
              <a:solidFill>
                <a:srgbClr val="70AD47">
                  <a:lumMod val="75000"/>
                </a:srgb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ysClr val="window" lastClr="FFFFFF"/>
              </a:outerShdw>
            </a:effec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等线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1" name="组合 70">
            <a:extLst>
              <a:ext uri="{FF2B5EF4-FFF2-40B4-BE49-F238E27FC236}">
                <a16:creationId xmlns:a16="http://schemas.microsoft.com/office/drawing/2014/main" id="{9626642A-1EA9-438D-AC0C-9E1DBD64C9F4}"/>
              </a:ext>
            </a:extLst>
          </p:cNvPr>
          <p:cNvGrpSpPr/>
          <p:nvPr/>
        </p:nvGrpSpPr>
        <p:grpSpPr>
          <a:xfrm>
            <a:off x="1221872" y="4549004"/>
            <a:ext cx="647700" cy="1818222"/>
            <a:chOff x="2750802" y="4515539"/>
            <a:chExt cx="647700" cy="1818222"/>
          </a:xfrm>
          <a:effectLst/>
        </p:grpSpPr>
        <p:sp>
          <p:nvSpPr>
            <p:cNvPr id="72" name="Text Box 34">
              <a:extLst>
                <a:ext uri="{FF2B5EF4-FFF2-40B4-BE49-F238E27FC236}">
                  <a16:creationId xmlns:a16="http://schemas.microsoft.com/office/drawing/2014/main" id="{1B8F2063-E7B9-4FD7-98A4-7B80600BCE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0802" y="5997211"/>
              <a:ext cx="64770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zh-CN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p</a:t>
              </a:r>
              <a:r>
                <a:rPr lang="en-US" altLang="zh-CN" sz="1600" b="1" baseline="-25000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Line 39">
              <a:extLst>
                <a:ext uri="{FF2B5EF4-FFF2-40B4-BE49-F238E27FC236}">
                  <a16:creationId xmlns:a16="http://schemas.microsoft.com/office/drawing/2014/main" id="{BAA0F72D-6181-4759-82D4-3766F5F409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4914" y="4515539"/>
              <a:ext cx="0" cy="694601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 kern="0" dirty="0">
                <a:solidFill>
                  <a:srgbClr val="FF3300"/>
                </a:solidFill>
                <a:latin typeface="等线"/>
                <a:ea typeface="微软雅黑" panose="020B0503020204020204" pitchFamily="34" charset="-122"/>
              </a:endParaRPr>
            </a:p>
          </p:txBody>
        </p:sp>
        <p:sp>
          <p:nvSpPr>
            <p:cNvPr id="74" name="Line 39">
              <a:extLst>
                <a:ext uri="{FF2B5EF4-FFF2-40B4-BE49-F238E27FC236}">
                  <a16:creationId xmlns:a16="http://schemas.microsoft.com/office/drawing/2014/main" id="{A564F64D-71E0-4526-A23E-5B8B943F1B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6217" y="5523880"/>
              <a:ext cx="0" cy="472764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 kern="0" dirty="0">
                <a:solidFill>
                  <a:srgbClr val="FF3300"/>
                </a:solidFill>
                <a:latin typeface="等线"/>
                <a:ea typeface="微软雅黑" panose="020B0503020204020204" pitchFamily="34" charset="-122"/>
              </a:endParaRPr>
            </a:p>
          </p:txBody>
        </p:sp>
        <p:grpSp>
          <p:nvGrpSpPr>
            <p:cNvPr id="75" name="组合 74">
              <a:extLst>
                <a:ext uri="{FF2B5EF4-FFF2-40B4-BE49-F238E27FC236}">
                  <a16:creationId xmlns:a16="http://schemas.microsoft.com/office/drawing/2014/main" id="{65036F17-15BA-48F3-9719-FD0E0A229FCA}"/>
                </a:ext>
              </a:extLst>
            </p:cNvPr>
            <p:cNvGrpSpPr/>
            <p:nvPr/>
          </p:nvGrpSpPr>
          <p:grpSpPr>
            <a:xfrm>
              <a:off x="2917148" y="5129048"/>
              <a:ext cx="338138" cy="430887"/>
              <a:chOff x="8686490" y="2190704"/>
              <a:chExt cx="338138" cy="430887"/>
            </a:xfrm>
          </p:grpSpPr>
          <p:sp>
            <p:nvSpPr>
              <p:cNvPr id="77" name="Oval 36">
                <a:extLst>
                  <a:ext uri="{FF2B5EF4-FFF2-40B4-BE49-F238E27FC236}">
                    <a16:creationId xmlns:a16="http://schemas.microsoft.com/office/drawing/2014/main" id="{D7EC57CC-D6A2-4881-BCA1-AA2A54527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algn="ctr" eaLnBrk="1" fontAlgn="auto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defRPr/>
                </a:pPr>
                <a:endParaRPr lang="en-US" altLang="zh-CN" u="none" kern="0" dirty="0">
                  <a:ea typeface="微软雅黑" panose="020B0503020204020204" pitchFamily="34" charset="-122"/>
                </a:endParaRPr>
              </a:p>
            </p:txBody>
          </p:sp>
          <p:sp>
            <p:nvSpPr>
              <p:cNvPr id="78" name="文本框 77">
                <a:extLst>
                  <a:ext uri="{FF2B5EF4-FFF2-40B4-BE49-F238E27FC236}">
                    <a16:creationId xmlns:a16="http://schemas.microsoft.com/office/drawing/2014/main" id="{D5482415-98F4-4D23-9268-1EA32EAB5AC1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ea typeface="等线" panose="02010600030101010101" pitchFamily="2" charset="-122"/>
                  <a:cs typeface="Segoe UI Black" panose="020B0A02040204020203" pitchFamily="34" charset="0"/>
                </a:endParaRPr>
              </a:p>
            </p:txBody>
          </p:sp>
        </p:grpSp>
        <p:cxnSp>
          <p:nvCxnSpPr>
            <p:cNvPr id="76" name="直接箭头连接符 75">
              <a:extLst>
                <a:ext uri="{FF2B5EF4-FFF2-40B4-BE49-F238E27FC236}">
                  <a16:creationId xmlns:a16="http://schemas.microsoft.com/office/drawing/2014/main" id="{A0F82121-AA9F-424A-B25E-78BFA54063CC}"/>
                </a:ext>
              </a:extLst>
            </p:cNvPr>
            <p:cNvCxnSpPr/>
            <p:nvPr/>
          </p:nvCxnSpPr>
          <p:spPr>
            <a:xfrm flipH="1">
              <a:off x="3094914" y="4515539"/>
              <a:ext cx="292955" cy="0"/>
            </a:xfrm>
            <a:prstGeom prst="straightConnector1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none" w="med" len="med"/>
            </a:ln>
            <a:effectLst/>
          </p:spPr>
        </p:cxnSp>
      </p:grpSp>
      <p:cxnSp>
        <p:nvCxnSpPr>
          <p:cNvPr id="79" name="直接箭头连接符 78">
            <a:extLst>
              <a:ext uri="{FF2B5EF4-FFF2-40B4-BE49-F238E27FC236}">
                <a16:creationId xmlns:a16="http://schemas.microsoft.com/office/drawing/2014/main" id="{34BABA0F-1CD9-4D9B-90AD-3565F8E666CA}"/>
              </a:ext>
            </a:extLst>
          </p:cNvPr>
          <p:cNvCxnSpPr>
            <a:stCxn id="205" idx="2"/>
          </p:cNvCxnSpPr>
          <p:nvPr/>
        </p:nvCxnSpPr>
        <p:spPr>
          <a:xfrm flipH="1" flipV="1">
            <a:off x="3396654" y="5410107"/>
            <a:ext cx="486033" cy="1973"/>
          </a:xfrm>
          <a:prstGeom prst="straightConnector1">
            <a:avLst/>
          </a:prstGeom>
          <a:noFill/>
          <a:ln w="12700" cap="sq">
            <a:solidFill>
              <a:srgbClr val="70AD47">
                <a:lumMod val="75000"/>
              </a:srgbClr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80" name="直接箭头连接符 79">
            <a:extLst>
              <a:ext uri="{FF2B5EF4-FFF2-40B4-BE49-F238E27FC236}">
                <a16:creationId xmlns:a16="http://schemas.microsoft.com/office/drawing/2014/main" id="{42E86874-BA12-4486-BED9-391120FBCB26}"/>
              </a:ext>
            </a:extLst>
          </p:cNvPr>
          <p:cNvCxnSpPr>
            <a:stCxn id="97" idx="2"/>
          </p:cNvCxnSpPr>
          <p:nvPr/>
        </p:nvCxnSpPr>
        <p:spPr>
          <a:xfrm flipH="1" flipV="1">
            <a:off x="2569731" y="5409691"/>
            <a:ext cx="485095" cy="2389"/>
          </a:xfrm>
          <a:prstGeom prst="straightConnector1">
            <a:avLst/>
          </a:prstGeom>
          <a:noFill/>
          <a:ln w="12700" cap="sq">
            <a:solidFill>
              <a:srgbClr val="70AD47">
                <a:lumMod val="75000"/>
              </a:srgbClr>
            </a:solidFill>
            <a:miter lim="800000"/>
            <a:headEnd/>
            <a:tailEnd type="triangle" w="med" len="med"/>
          </a:ln>
          <a:effectLst/>
        </p:spPr>
      </p:cxnSp>
      <p:grpSp>
        <p:nvGrpSpPr>
          <p:cNvPr id="81" name="组合 80">
            <a:extLst>
              <a:ext uri="{FF2B5EF4-FFF2-40B4-BE49-F238E27FC236}">
                <a16:creationId xmlns:a16="http://schemas.microsoft.com/office/drawing/2014/main" id="{523FA6C1-006E-4330-A210-FB173580D4FC}"/>
              </a:ext>
            </a:extLst>
          </p:cNvPr>
          <p:cNvGrpSpPr/>
          <p:nvPr/>
        </p:nvGrpSpPr>
        <p:grpSpPr>
          <a:xfrm>
            <a:off x="2493768" y="2822117"/>
            <a:ext cx="1155999" cy="3545109"/>
            <a:chOff x="4022698" y="2788652"/>
            <a:chExt cx="1155999" cy="3545109"/>
          </a:xfrm>
          <a:effectLst/>
        </p:grpSpPr>
        <p:sp>
          <p:nvSpPr>
            <p:cNvPr id="82" name="Text Box 36">
              <a:extLst>
                <a:ext uri="{FF2B5EF4-FFF2-40B4-BE49-F238E27FC236}">
                  <a16:creationId xmlns:a16="http://schemas.microsoft.com/office/drawing/2014/main" id="{19B9CE3C-0887-4CC3-8AF5-2CA72E496C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3767" y="5997211"/>
              <a:ext cx="7207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  p</a:t>
              </a:r>
              <a:r>
                <a:rPr kumimoji="0" lang="en-US" altLang="zh-CN" sz="1600" b="1" i="0" u="none" strike="noStrike" kern="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3" name="组合 82">
              <a:extLst>
                <a:ext uri="{FF2B5EF4-FFF2-40B4-BE49-F238E27FC236}">
                  <a16:creationId xmlns:a16="http://schemas.microsoft.com/office/drawing/2014/main" id="{24C7E86B-9FCF-4B25-B093-6640ABDB45EC}"/>
                </a:ext>
              </a:extLst>
            </p:cNvPr>
            <p:cNvGrpSpPr/>
            <p:nvPr/>
          </p:nvGrpSpPr>
          <p:grpSpPr>
            <a:xfrm>
              <a:off x="4022698" y="2788652"/>
              <a:ext cx="1155999" cy="3207992"/>
              <a:chOff x="4022698" y="2788652"/>
              <a:chExt cx="1155999" cy="3207992"/>
            </a:xfrm>
          </p:grpSpPr>
          <p:grpSp>
            <p:nvGrpSpPr>
              <p:cNvPr id="84" name="组合 83">
                <a:extLst>
                  <a:ext uri="{FF2B5EF4-FFF2-40B4-BE49-F238E27FC236}">
                    <a16:creationId xmlns:a16="http://schemas.microsoft.com/office/drawing/2014/main" id="{C1190D97-70E5-4AD8-91FE-97FA6684CC6D}"/>
                  </a:ext>
                </a:extLst>
              </p:cNvPr>
              <p:cNvGrpSpPr/>
              <p:nvPr/>
            </p:nvGrpSpPr>
            <p:grpSpPr>
              <a:xfrm>
                <a:off x="4581692" y="3419136"/>
                <a:ext cx="338138" cy="430887"/>
                <a:chOff x="8686490" y="2190704"/>
                <a:chExt cx="338138" cy="430887"/>
              </a:xfrm>
            </p:grpSpPr>
            <p:sp>
              <p:nvSpPr>
                <p:cNvPr id="101" name="Oval 36">
                  <a:extLst>
                    <a:ext uri="{FF2B5EF4-FFF2-40B4-BE49-F238E27FC236}">
                      <a16:creationId xmlns:a16="http://schemas.microsoft.com/office/drawing/2014/main" id="{C7964DD1-4677-42CE-9258-81D691AEB7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86490" y="2271912"/>
                  <a:ext cx="338138" cy="334962"/>
                </a:xfrm>
                <a:prstGeom prst="ellipse">
                  <a:avLst/>
                </a:prstGeom>
                <a:solidFill>
                  <a:srgbClr val="99FFCC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ffectLst/>
              </p:spPr>
              <p:txBody>
                <a:bodyPr wrap="none" anchor="ctr" anchorCtr="1"/>
                <a:lstStyle>
                  <a:lvl1pPr marL="342900" indent="-3429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1pPr>
                  <a:lvl2pPr marL="742950" indent="-28575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2pPr>
                  <a:lvl3pPr marL="11430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3pPr>
                  <a:lvl4pPr marL="16002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4pPr>
                  <a:lvl5pPr marL="20574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9pPr>
                </a:lstStyle>
                <a:p>
                  <a:pPr marL="342900" marR="0" lvl="0" indent="-342900" algn="ctr" defTabSz="914400" eaLnBrk="1" fontAlgn="auto" latinLnBrk="0" hangingPunct="1">
                    <a:lnSpc>
                      <a:spcPct val="80000"/>
                    </a:lnSpc>
                    <a:spcBef>
                      <a:spcPct val="20000"/>
                    </a:spcBef>
                    <a:spcAft>
                      <a:spcPts val="0"/>
                    </a:spcAft>
                    <a:buClr>
                      <a:srgbClr val="336699"/>
                    </a:buClr>
                    <a:buSzPct val="65000"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zh-CN" sz="2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02" name="文本框 101">
                  <a:extLst>
                    <a:ext uri="{FF2B5EF4-FFF2-40B4-BE49-F238E27FC236}">
                      <a16:creationId xmlns:a16="http://schemas.microsoft.com/office/drawing/2014/main" id="{0DB7DD38-D841-4380-9D6C-86B0483A187A}"/>
                    </a:ext>
                  </a:extLst>
                </p:cNvPr>
                <p:cNvSpPr txBox="1"/>
                <p:nvPr/>
              </p:nvSpPr>
              <p:spPr>
                <a:xfrm>
                  <a:off x="8728627" y="2190704"/>
                  <a:ext cx="266700" cy="430887"/>
                </a:xfrm>
                <a:prstGeom prst="rect">
                  <a:avLst/>
                </a:prstGeom>
                <a:noFill/>
                <a:ln w="19050">
                  <a:noFill/>
                </a:ln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2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Segoe UI Black" panose="020B0A02040204020203" pitchFamily="34" charset="0"/>
                      <a:ea typeface="Segoe UI Black" panose="020B0A02040204020203" pitchFamily="34" charset="0"/>
                      <a:cs typeface="Segoe UI Black" panose="020B0A02040204020203" pitchFamily="34" charset="0"/>
                    </a:rPr>
                    <a:t>+</a:t>
                  </a:r>
                  <a:endParaRPr kumimoji="0" lang="zh-CN" altLang="en-US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等线" panose="02010600030101010101" pitchFamily="2" charset="-122"/>
                    <a:cs typeface="Segoe UI Black" panose="020B0A02040204020203" pitchFamily="34" charset="0"/>
                  </a:endParaRPr>
                </a:p>
              </p:txBody>
            </p:sp>
          </p:grpSp>
          <p:grpSp>
            <p:nvGrpSpPr>
              <p:cNvPr id="85" name="Group 36">
                <a:extLst>
                  <a:ext uri="{FF2B5EF4-FFF2-40B4-BE49-F238E27FC236}">
                    <a16:creationId xmlns:a16="http://schemas.microsoft.com/office/drawing/2014/main" id="{1FF18688-4FE4-46E6-B2D7-17FDBC833F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50761" y="2788652"/>
                <a:ext cx="12836" cy="1561906"/>
                <a:chOff x="93931" y="950"/>
                <a:chExt cx="12836" cy="806"/>
              </a:xfrm>
              <a:effectLst/>
            </p:grpSpPr>
            <p:sp>
              <p:nvSpPr>
                <p:cNvPr id="99" name="Line 39">
                  <a:extLst>
                    <a:ext uri="{FF2B5EF4-FFF2-40B4-BE49-F238E27FC236}">
                      <a16:creationId xmlns:a16="http://schemas.microsoft.com/office/drawing/2014/main" id="{10470EF1-04B5-405A-BA48-470C392B56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6767" y="950"/>
                  <a:ext cx="0" cy="365"/>
                </a:xfrm>
                <a:prstGeom prst="line">
                  <a:avLst/>
                </a:prstGeom>
                <a:noFill/>
                <a:ln w="12700" cap="sq">
                  <a:solidFill>
                    <a:srgbClr val="CC0000"/>
                  </a:solidFill>
                  <a:miter lim="800000"/>
                  <a:headEnd/>
                  <a:tailEnd type="triangl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400" b="1" i="0" u="sng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等线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00" name="Line 39">
                  <a:extLst>
                    <a:ext uri="{FF2B5EF4-FFF2-40B4-BE49-F238E27FC236}">
                      <a16:creationId xmlns:a16="http://schemas.microsoft.com/office/drawing/2014/main" id="{DF0DBE67-A74F-4132-93EA-4CFA4C8E3F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3931" y="1488"/>
                  <a:ext cx="0" cy="268"/>
                </a:xfrm>
                <a:prstGeom prst="line">
                  <a:avLst/>
                </a:prstGeom>
                <a:noFill/>
                <a:ln w="12700" cap="sq">
                  <a:solidFill>
                    <a:srgbClr val="CC0000"/>
                  </a:solidFill>
                  <a:miter lim="800000"/>
                  <a:headEnd/>
                  <a:tailEnd type="triangl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400" b="1" i="0" u="sng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等线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86" name="Line 39">
                <a:extLst>
                  <a:ext uri="{FF2B5EF4-FFF2-40B4-BE49-F238E27FC236}">
                    <a16:creationId xmlns:a16="http://schemas.microsoft.com/office/drawing/2014/main" id="{BF0CF669-39AA-4FA9-8917-BACE20E4EE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1939" y="5566556"/>
                <a:ext cx="0" cy="430088"/>
              </a:xfrm>
              <a:prstGeom prst="line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1" i="0" u="sng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等线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87" name="组合 86">
                <a:extLst>
                  <a:ext uri="{FF2B5EF4-FFF2-40B4-BE49-F238E27FC236}">
                    <a16:creationId xmlns:a16="http://schemas.microsoft.com/office/drawing/2014/main" id="{5440B488-D2AD-4701-80D7-352AA7620A8C}"/>
                  </a:ext>
                </a:extLst>
              </p:cNvPr>
              <p:cNvGrpSpPr/>
              <p:nvPr/>
            </p:nvGrpSpPr>
            <p:grpSpPr>
              <a:xfrm>
                <a:off x="4572870" y="5129048"/>
                <a:ext cx="338138" cy="430887"/>
                <a:chOff x="8686490" y="2190704"/>
                <a:chExt cx="338138" cy="430887"/>
              </a:xfrm>
            </p:grpSpPr>
            <p:sp>
              <p:nvSpPr>
                <p:cNvPr id="97" name="Oval 36">
                  <a:extLst>
                    <a:ext uri="{FF2B5EF4-FFF2-40B4-BE49-F238E27FC236}">
                      <a16:creationId xmlns:a16="http://schemas.microsoft.com/office/drawing/2014/main" id="{97DF1B05-CA37-4474-8666-9609CF842B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86490" y="2271912"/>
                  <a:ext cx="338138" cy="334962"/>
                </a:xfrm>
                <a:prstGeom prst="ellipse">
                  <a:avLst/>
                </a:prstGeom>
                <a:solidFill>
                  <a:srgbClr val="99FFCC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ffectLst/>
              </p:spPr>
              <p:txBody>
                <a:bodyPr wrap="none" anchor="ctr" anchorCtr="1"/>
                <a:lstStyle>
                  <a:lvl1pPr marL="342900" indent="-3429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1pPr>
                  <a:lvl2pPr marL="742950" indent="-28575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2pPr>
                  <a:lvl3pPr marL="11430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3pPr>
                  <a:lvl4pPr marL="16002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4pPr>
                  <a:lvl5pPr marL="20574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9pPr>
                </a:lstStyle>
                <a:p>
                  <a:pPr marL="342900" marR="0" lvl="0" indent="-342900" algn="ctr" defTabSz="914400" eaLnBrk="1" fontAlgn="auto" latinLnBrk="0" hangingPunct="1">
                    <a:lnSpc>
                      <a:spcPct val="80000"/>
                    </a:lnSpc>
                    <a:spcBef>
                      <a:spcPct val="20000"/>
                    </a:spcBef>
                    <a:spcAft>
                      <a:spcPts val="0"/>
                    </a:spcAft>
                    <a:buClr>
                      <a:srgbClr val="336699"/>
                    </a:buClr>
                    <a:buSzPct val="65000"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zh-CN" sz="2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8" name="文本框 97">
                  <a:extLst>
                    <a:ext uri="{FF2B5EF4-FFF2-40B4-BE49-F238E27FC236}">
                      <a16:creationId xmlns:a16="http://schemas.microsoft.com/office/drawing/2014/main" id="{F3E93620-D408-4F24-AB68-42C1B2D79D90}"/>
                    </a:ext>
                  </a:extLst>
                </p:cNvPr>
                <p:cNvSpPr txBox="1"/>
                <p:nvPr/>
              </p:nvSpPr>
              <p:spPr>
                <a:xfrm>
                  <a:off x="8728627" y="2190704"/>
                  <a:ext cx="266700" cy="430887"/>
                </a:xfrm>
                <a:prstGeom prst="rect">
                  <a:avLst/>
                </a:prstGeom>
                <a:noFill/>
                <a:ln w="19050">
                  <a:noFill/>
                </a:ln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2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Segoe UI Black" panose="020B0A02040204020203" pitchFamily="34" charset="0"/>
                      <a:ea typeface="Segoe UI Black" panose="020B0A02040204020203" pitchFamily="34" charset="0"/>
                      <a:cs typeface="Segoe UI Black" panose="020B0A02040204020203" pitchFamily="34" charset="0"/>
                    </a:rPr>
                    <a:t>+</a:t>
                  </a:r>
                  <a:endParaRPr kumimoji="0" lang="zh-CN" altLang="en-US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等线" panose="02010600030101010101" pitchFamily="2" charset="-122"/>
                    <a:cs typeface="Segoe UI Black" panose="020B0A02040204020203" pitchFamily="34" charset="0"/>
                  </a:endParaRPr>
                </a:p>
              </p:txBody>
            </p:sp>
          </p:grpSp>
          <p:sp>
            <p:nvSpPr>
              <p:cNvPr id="88" name="Line 39">
                <a:extLst>
                  <a:ext uri="{FF2B5EF4-FFF2-40B4-BE49-F238E27FC236}">
                    <a16:creationId xmlns:a16="http://schemas.microsoft.com/office/drawing/2014/main" id="{42C17B56-E713-475F-A341-83064CC207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50761" y="4690796"/>
                <a:ext cx="0" cy="519344"/>
              </a:xfrm>
              <a:prstGeom prst="line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1" i="0" u="sng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等线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89" name="直接箭头连接符 88">
                <a:extLst>
                  <a:ext uri="{FF2B5EF4-FFF2-40B4-BE49-F238E27FC236}">
                    <a16:creationId xmlns:a16="http://schemas.microsoft.com/office/drawing/2014/main" id="{781A7593-6641-48F7-AE6F-281B947958F8}"/>
                  </a:ext>
                </a:extLst>
              </p:cNvPr>
              <p:cNvCxnSpPr>
                <a:endCxn id="99" idx="0"/>
              </p:cNvCxnSpPr>
              <p:nvPr/>
            </p:nvCxnSpPr>
            <p:spPr>
              <a:xfrm flipH="1">
                <a:off x="4763597" y="2788652"/>
                <a:ext cx="287463" cy="0"/>
              </a:xfrm>
              <a:prstGeom prst="straightConnector1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none" w="med" len="med"/>
              </a:ln>
              <a:effectLst/>
            </p:spPr>
          </p:cxnSp>
          <p:cxnSp>
            <p:nvCxnSpPr>
              <p:cNvPr id="90" name="直接箭头连接符 89">
                <a:extLst>
                  <a:ext uri="{FF2B5EF4-FFF2-40B4-BE49-F238E27FC236}">
                    <a16:creationId xmlns:a16="http://schemas.microsoft.com/office/drawing/2014/main" id="{C8FF028D-B8E8-4A01-8C74-4D9DDA9165A2}"/>
                  </a:ext>
                </a:extLst>
              </p:cNvPr>
              <p:cNvCxnSpPr/>
              <p:nvPr/>
            </p:nvCxnSpPr>
            <p:spPr>
              <a:xfrm flipH="1">
                <a:off x="4925703" y="3648008"/>
                <a:ext cx="252994" cy="0"/>
              </a:xfrm>
              <a:prstGeom prst="straightConnector1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</p:cxnSp>
          <p:sp>
            <p:nvSpPr>
              <p:cNvPr id="91" name="Line 40">
                <a:extLst>
                  <a:ext uri="{FF2B5EF4-FFF2-40B4-BE49-F238E27FC236}">
                    <a16:creationId xmlns:a16="http://schemas.microsoft.com/office/drawing/2014/main" id="{B2A9A3D2-165A-46C1-A651-6CEE19054E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022874" y="4621821"/>
                <a:ext cx="624177" cy="624177"/>
              </a:xfrm>
              <a:prstGeom prst="line">
                <a:avLst/>
              </a:prstGeom>
              <a:noFill/>
              <a:ln w="12700">
                <a:solidFill>
                  <a:srgbClr val="70AD47">
                    <a:lumMod val="75000"/>
                  </a:srgbClr>
                </a:solidFill>
                <a:round/>
                <a:headEnd/>
                <a:tailEnd type="triangl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1" i="0" u="sng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等线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92" name="直接箭头连接符 91">
                <a:extLst>
                  <a:ext uri="{FF2B5EF4-FFF2-40B4-BE49-F238E27FC236}">
                    <a16:creationId xmlns:a16="http://schemas.microsoft.com/office/drawing/2014/main" id="{BEA4B55B-8A43-4234-BB41-727AD1778CE3}"/>
                  </a:ext>
                </a:extLst>
              </p:cNvPr>
              <p:cNvCxnSpPr/>
              <p:nvPr/>
            </p:nvCxnSpPr>
            <p:spPr>
              <a:xfrm flipH="1">
                <a:off x="4923395" y="4516371"/>
                <a:ext cx="252994" cy="0"/>
              </a:xfrm>
              <a:prstGeom prst="straightConnector1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</p:cxnSp>
          <p:sp>
            <p:nvSpPr>
              <p:cNvPr id="93" name="Line 40">
                <a:extLst>
                  <a:ext uri="{FF2B5EF4-FFF2-40B4-BE49-F238E27FC236}">
                    <a16:creationId xmlns:a16="http://schemas.microsoft.com/office/drawing/2014/main" id="{88C4B610-CF6E-4C55-ADDA-B5F641EF41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022698" y="3776521"/>
                <a:ext cx="597251" cy="597251"/>
              </a:xfrm>
              <a:prstGeom prst="line">
                <a:avLst/>
              </a:prstGeom>
              <a:noFill/>
              <a:ln w="12700">
                <a:solidFill>
                  <a:srgbClr val="70AD47">
                    <a:lumMod val="75000"/>
                  </a:srgbClr>
                </a:solidFill>
                <a:round/>
                <a:headEnd/>
                <a:tailEnd type="triangle" w="med" len="med"/>
              </a:ln>
              <a:effectLst>
                <a:outerShdw blurRad="50800" dist="50800" dir="5400000" algn="ctr" rotWithShape="0">
                  <a:sysClr val="window" lastClr="FFFFFF"/>
                </a:out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1" i="0" u="sng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等线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4" name="组合 93">
                <a:extLst>
                  <a:ext uri="{FF2B5EF4-FFF2-40B4-BE49-F238E27FC236}">
                    <a16:creationId xmlns:a16="http://schemas.microsoft.com/office/drawing/2014/main" id="{19C5DBDA-CB84-42E3-83AA-EE481C84AE36}"/>
                  </a:ext>
                </a:extLst>
              </p:cNvPr>
              <p:cNvGrpSpPr/>
              <p:nvPr/>
            </p:nvGrpSpPr>
            <p:grpSpPr>
              <a:xfrm>
                <a:off x="4581692" y="4274216"/>
                <a:ext cx="338138" cy="430887"/>
                <a:chOff x="8686490" y="2190704"/>
                <a:chExt cx="338138" cy="430887"/>
              </a:xfrm>
            </p:grpSpPr>
            <p:sp>
              <p:nvSpPr>
                <p:cNvPr id="95" name="Oval 36">
                  <a:extLst>
                    <a:ext uri="{FF2B5EF4-FFF2-40B4-BE49-F238E27FC236}">
                      <a16:creationId xmlns:a16="http://schemas.microsoft.com/office/drawing/2014/main" id="{98E9F528-FCC1-481A-9CF1-0D567F07EC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86490" y="2271912"/>
                  <a:ext cx="338138" cy="334962"/>
                </a:xfrm>
                <a:prstGeom prst="ellipse">
                  <a:avLst/>
                </a:prstGeom>
                <a:solidFill>
                  <a:srgbClr val="99FFCC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ffectLst/>
              </p:spPr>
              <p:txBody>
                <a:bodyPr wrap="none" anchor="ctr" anchorCtr="1"/>
                <a:lstStyle>
                  <a:lvl1pPr marL="342900" indent="-3429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1pPr>
                  <a:lvl2pPr marL="742950" indent="-28575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2pPr>
                  <a:lvl3pPr marL="11430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3pPr>
                  <a:lvl4pPr marL="16002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4pPr>
                  <a:lvl5pPr marL="20574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9pPr>
                </a:lstStyle>
                <a:p>
                  <a:pPr marL="342900" marR="0" lvl="0" indent="-342900" algn="ctr" defTabSz="914400" eaLnBrk="1" fontAlgn="auto" latinLnBrk="0" hangingPunct="1">
                    <a:lnSpc>
                      <a:spcPct val="80000"/>
                    </a:lnSpc>
                    <a:spcBef>
                      <a:spcPct val="20000"/>
                    </a:spcBef>
                    <a:spcAft>
                      <a:spcPts val="0"/>
                    </a:spcAft>
                    <a:buClr>
                      <a:srgbClr val="336699"/>
                    </a:buClr>
                    <a:buSzPct val="65000"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zh-CN" sz="2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6" name="文本框 95">
                  <a:extLst>
                    <a:ext uri="{FF2B5EF4-FFF2-40B4-BE49-F238E27FC236}">
                      <a16:creationId xmlns:a16="http://schemas.microsoft.com/office/drawing/2014/main" id="{459CB973-9FDF-4DE5-9518-9F04D4A53CB8}"/>
                    </a:ext>
                  </a:extLst>
                </p:cNvPr>
                <p:cNvSpPr txBox="1"/>
                <p:nvPr/>
              </p:nvSpPr>
              <p:spPr>
                <a:xfrm>
                  <a:off x="8728627" y="2190704"/>
                  <a:ext cx="266700" cy="430887"/>
                </a:xfrm>
                <a:prstGeom prst="rect">
                  <a:avLst/>
                </a:prstGeom>
                <a:noFill/>
                <a:ln w="19050">
                  <a:noFill/>
                </a:ln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2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Segoe UI Black" panose="020B0A02040204020203" pitchFamily="34" charset="0"/>
                      <a:ea typeface="Segoe UI Black" panose="020B0A02040204020203" pitchFamily="34" charset="0"/>
                      <a:cs typeface="Segoe UI Black" panose="020B0A02040204020203" pitchFamily="34" charset="0"/>
                    </a:rPr>
                    <a:t>+</a:t>
                  </a:r>
                  <a:endParaRPr kumimoji="0" lang="zh-CN" altLang="en-US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等线" panose="02010600030101010101" pitchFamily="2" charset="-122"/>
                    <a:cs typeface="Segoe UI Black" panose="020B0A02040204020203" pitchFamily="34" charset="0"/>
                  </a:endParaRPr>
                </a:p>
              </p:txBody>
            </p:sp>
          </p:grpSp>
        </p:grpSp>
      </p:grpSp>
      <p:grpSp>
        <p:nvGrpSpPr>
          <p:cNvPr id="103" name="组合 102">
            <a:extLst>
              <a:ext uri="{FF2B5EF4-FFF2-40B4-BE49-F238E27FC236}">
                <a16:creationId xmlns:a16="http://schemas.microsoft.com/office/drawing/2014/main" id="{1C904543-08C4-4932-AF8D-6CFD1DC7BA00}"/>
              </a:ext>
            </a:extLst>
          </p:cNvPr>
          <p:cNvGrpSpPr/>
          <p:nvPr/>
        </p:nvGrpSpPr>
        <p:grpSpPr>
          <a:xfrm>
            <a:off x="1674536" y="3681057"/>
            <a:ext cx="1146000" cy="2686169"/>
            <a:chOff x="3203466" y="3647592"/>
            <a:chExt cx="1146000" cy="2686169"/>
          </a:xfrm>
          <a:effectLst/>
        </p:grpSpPr>
        <p:sp>
          <p:nvSpPr>
            <p:cNvPr id="104" name="Line 39">
              <a:extLst>
                <a:ext uri="{FF2B5EF4-FFF2-40B4-BE49-F238E27FC236}">
                  <a16:creationId xmlns:a16="http://schemas.microsoft.com/office/drawing/2014/main" id="{2342CE34-4F1A-4BA8-9340-52D22ACBBC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1243" y="3647592"/>
              <a:ext cx="0" cy="702082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等线"/>
                <a:ea typeface="微软雅黑" panose="020B0503020204020204" pitchFamily="34" charset="-122"/>
              </a:endParaRPr>
            </a:p>
          </p:txBody>
        </p:sp>
        <p:sp>
          <p:nvSpPr>
            <p:cNvPr id="105" name="Text Box 35">
              <a:extLst>
                <a:ext uri="{FF2B5EF4-FFF2-40B4-BE49-F238E27FC236}">
                  <a16:creationId xmlns:a16="http://schemas.microsoft.com/office/drawing/2014/main" id="{FF6903B3-5FB8-48C8-9DB0-948BEFCD22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95095" y="5997211"/>
              <a:ext cx="79216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   p</a:t>
              </a:r>
              <a:r>
                <a:rPr kumimoji="0" lang="en-US" altLang="zh-CN" sz="1600" b="1" i="0" u="none" strike="noStrike" kern="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7</a:t>
              </a:r>
              <a:endPara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Line 39">
              <a:extLst>
                <a:ext uri="{FF2B5EF4-FFF2-40B4-BE49-F238E27FC236}">
                  <a16:creationId xmlns:a16="http://schemas.microsoft.com/office/drawing/2014/main" id="{A3363944-5936-46A6-8534-096E8B3913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5146" y="4699288"/>
              <a:ext cx="0" cy="503714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等线"/>
                <a:ea typeface="微软雅黑" panose="020B0503020204020204" pitchFamily="34" charset="-122"/>
              </a:endParaRPr>
            </a:p>
          </p:txBody>
        </p:sp>
        <p:sp>
          <p:nvSpPr>
            <p:cNvPr id="107" name="Line 39">
              <a:extLst>
                <a:ext uri="{FF2B5EF4-FFF2-40B4-BE49-F238E27FC236}">
                  <a16:creationId xmlns:a16="http://schemas.microsoft.com/office/drawing/2014/main" id="{CF239705-8D6D-410E-B229-932CFF58BA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4078" y="5545218"/>
              <a:ext cx="0" cy="451426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等线"/>
                <a:ea typeface="微软雅黑" panose="020B0503020204020204" pitchFamily="34" charset="-122"/>
              </a:endParaRPr>
            </a:p>
          </p:txBody>
        </p:sp>
        <p:grpSp>
          <p:nvGrpSpPr>
            <p:cNvPr id="108" name="组合 107">
              <a:extLst>
                <a:ext uri="{FF2B5EF4-FFF2-40B4-BE49-F238E27FC236}">
                  <a16:creationId xmlns:a16="http://schemas.microsoft.com/office/drawing/2014/main" id="{129473CA-E180-42BE-A234-2CE525E8A729}"/>
                </a:ext>
              </a:extLst>
            </p:cNvPr>
            <p:cNvGrpSpPr/>
            <p:nvPr/>
          </p:nvGrpSpPr>
          <p:grpSpPr>
            <a:xfrm>
              <a:off x="3745009" y="5129048"/>
              <a:ext cx="338138" cy="430887"/>
              <a:chOff x="8686490" y="2190704"/>
              <a:chExt cx="338138" cy="430887"/>
            </a:xfrm>
          </p:grpSpPr>
          <p:sp>
            <p:nvSpPr>
              <p:cNvPr id="116" name="Oval 36">
                <a:extLst>
                  <a:ext uri="{FF2B5EF4-FFF2-40B4-BE49-F238E27FC236}">
                    <a16:creationId xmlns:a16="http://schemas.microsoft.com/office/drawing/2014/main" id="{6B170FCA-B2F9-4A59-983E-49E0435A5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7" name="文本框 116">
                <a:extLst>
                  <a:ext uri="{FF2B5EF4-FFF2-40B4-BE49-F238E27FC236}">
                    <a16:creationId xmlns:a16="http://schemas.microsoft.com/office/drawing/2014/main" id="{2A026DA7-46B2-4660-927F-63090986133E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kumimoji="0" lang="zh-CN" alt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等线" panose="02010600030101010101" pitchFamily="2" charset="-122"/>
                  <a:cs typeface="Segoe UI Black" panose="020B0A02040204020203" pitchFamily="34" charset="0"/>
                </a:endParaRPr>
              </a:p>
            </p:txBody>
          </p:sp>
        </p:grpSp>
        <p:cxnSp>
          <p:nvCxnSpPr>
            <p:cNvPr id="109" name="直接箭头连接符 108">
              <a:extLst>
                <a:ext uri="{FF2B5EF4-FFF2-40B4-BE49-F238E27FC236}">
                  <a16:creationId xmlns:a16="http://schemas.microsoft.com/office/drawing/2014/main" id="{3E83CB1D-94A4-4D82-A83A-34BD019CC80E}"/>
                </a:ext>
              </a:extLst>
            </p:cNvPr>
            <p:cNvCxnSpPr/>
            <p:nvPr/>
          </p:nvCxnSpPr>
          <p:spPr>
            <a:xfrm flipH="1">
              <a:off x="3931243" y="3647592"/>
              <a:ext cx="291356" cy="0"/>
            </a:xfrm>
            <a:prstGeom prst="straightConnector1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none" w="med" len="med"/>
            </a:ln>
            <a:effectLst/>
          </p:spPr>
        </p:cxnSp>
        <p:sp>
          <p:nvSpPr>
            <p:cNvPr id="110" name="Line 40">
              <a:extLst>
                <a:ext uri="{FF2B5EF4-FFF2-40B4-BE49-F238E27FC236}">
                  <a16:creationId xmlns:a16="http://schemas.microsoft.com/office/drawing/2014/main" id="{C07A2327-6821-4194-AC01-3A5EAD6C75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3466" y="4621822"/>
              <a:ext cx="611102" cy="611102"/>
            </a:xfrm>
            <a:prstGeom prst="line">
              <a:avLst/>
            </a:prstGeom>
            <a:noFill/>
            <a:ln w="12700">
              <a:solidFill>
                <a:srgbClr val="70AD47">
                  <a:lumMod val="75000"/>
                </a:srgbClr>
              </a:solidFill>
              <a:round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等线"/>
                <a:ea typeface="微软雅黑" panose="020B0503020204020204" pitchFamily="34" charset="-122"/>
              </a:endParaRPr>
            </a:p>
          </p:txBody>
        </p:sp>
        <p:cxnSp>
          <p:nvCxnSpPr>
            <p:cNvPr id="111" name="直接箭头连接符 110">
              <a:extLst>
                <a:ext uri="{FF2B5EF4-FFF2-40B4-BE49-F238E27FC236}">
                  <a16:creationId xmlns:a16="http://schemas.microsoft.com/office/drawing/2014/main" id="{097EEA5B-0118-45A5-A437-1BBD632A1822}"/>
                </a:ext>
              </a:extLst>
            </p:cNvPr>
            <p:cNvCxnSpPr/>
            <p:nvPr/>
          </p:nvCxnSpPr>
          <p:spPr>
            <a:xfrm flipH="1">
              <a:off x="4096472" y="4515955"/>
              <a:ext cx="252994" cy="0"/>
            </a:xfrm>
            <a:prstGeom prst="straightConnector1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</p:cxnSp>
        <p:cxnSp>
          <p:nvCxnSpPr>
            <p:cNvPr id="112" name="直接箭头连接符 111">
              <a:extLst>
                <a:ext uri="{FF2B5EF4-FFF2-40B4-BE49-F238E27FC236}">
                  <a16:creationId xmlns:a16="http://schemas.microsoft.com/office/drawing/2014/main" id="{B6FDE68B-15FB-4FA3-AAC7-FCE1A20B97ED}"/>
                </a:ext>
              </a:extLst>
            </p:cNvPr>
            <p:cNvCxnSpPr>
              <a:stCxn id="116" idx="2"/>
            </p:cNvCxnSpPr>
            <p:nvPr/>
          </p:nvCxnSpPr>
          <p:spPr>
            <a:xfrm flipH="1" flipV="1">
              <a:off x="3249732" y="5376227"/>
              <a:ext cx="506163" cy="2388"/>
            </a:xfrm>
            <a:prstGeom prst="straightConnector1">
              <a:avLst/>
            </a:prstGeom>
            <a:noFill/>
            <a:ln w="12700" cap="sq">
              <a:solidFill>
                <a:srgbClr val="70AD47">
                  <a:lumMod val="75000"/>
                </a:srgbClr>
              </a:solidFill>
              <a:miter lim="800000"/>
              <a:headEnd/>
              <a:tailEnd type="triangle" w="med" len="med"/>
            </a:ln>
            <a:effectLst/>
          </p:spPr>
        </p:cxnSp>
        <p:grpSp>
          <p:nvGrpSpPr>
            <p:cNvPr id="113" name="组合 112">
              <a:extLst>
                <a:ext uri="{FF2B5EF4-FFF2-40B4-BE49-F238E27FC236}">
                  <a16:creationId xmlns:a16="http://schemas.microsoft.com/office/drawing/2014/main" id="{81032DD3-6D7D-45EF-B528-0756720A4011}"/>
                </a:ext>
              </a:extLst>
            </p:cNvPr>
            <p:cNvGrpSpPr/>
            <p:nvPr/>
          </p:nvGrpSpPr>
          <p:grpSpPr>
            <a:xfrm>
              <a:off x="3753831" y="4274216"/>
              <a:ext cx="338138" cy="430887"/>
              <a:chOff x="8686490" y="2190704"/>
              <a:chExt cx="338138" cy="430887"/>
            </a:xfrm>
          </p:grpSpPr>
          <p:sp>
            <p:nvSpPr>
              <p:cNvPr id="114" name="Oval 36">
                <a:extLst>
                  <a:ext uri="{FF2B5EF4-FFF2-40B4-BE49-F238E27FC236}">
                    <a16:creationId xmlns:a16="http://schemas.microsoft.com/office/drawing/2014/main" id="{0980D54B-1E08-4F15-81BF-5D9599AEF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5" name="文本框 114">
                <a:extLst>
                  <a:ext uri="{FF2B5EF4-FFF2-40B4-BE49-F238E27FC236}">
                    <a16:creationId xmlns:a16="http://schemas.microsoft.com/office/drawing/2014/main" id="{5C9FD649-E777-4846-A028-3EBC19187306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kumimoji="0" lang="zh-CN" alt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等线" panose="02010600030101010101" pitchFamily="2" charset="-122"/>
                  <a:cs typeface="Segoe UI Black" panose="020B0A02040204020203" pitchFamily="34" charset="0"/>
                </a:endParaRPr>
              </a:p>
            </p:txBody>
          </p:sp>
        </p:grpSp>
      </p:grpSp>
      <p:sp>
        <p:nvSpPr>
          <p:cNvPr id="118" name="Line 40">
            <a:extLst>
              <a:ext uri="{FF2B5EF4-FFF2-40B4-BE49-F238E27FC236}">
                <a16:creationId xmlns:a16="http://schemas.microsoft.com/office/drawing/2014/main" id="{43DD3A2C-1CA3-4258-AB46-AAA0E518C05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81502" y="1602654"/>
            <a:ext cx="251763" cy="266437"/>
          </a:xfrm>
          <a:prstGeom prst="line">
            <a:avLst/>
          </a:prstGeom>
          <a:noFill/>
          <a:ln w="12700">
            <a:solidFill>
              <a:srgbClr val="70AD47">
                <a:lumMod val="75000"/>
              </a:srgbClr>
            </a:solidFill>
            <a:round/>
            <a:headEnd/>
            <a:tailEnd type="triangle" w="med" len="med"/>
          </a:ln>
          <a:effectLst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1" i="0" u="sng" strike="noStrike" kern="0" cap="none" spc="0" normalizeH="0" baseline="0" noProof="0" dirty="0">
              <a:ln>
                <a:noFill/>
              </a:ln>
              <a:solidFill>
                <a:srgbClr val="FF3300"/>
              </a:solidFill>
              <a:effectLst/>
              <a:uLnTx/>
              <a:uFillTx/>
              <a:latin typeface="等线"/>
              <a:ea typeface="微软雅黑" panose="020B0503020204020204" pitchFamily="34" charset="-122"/>
            </a:endParaRPr>
          </a:p>
        </p:txBody>
      </p:sp>
      <p:grpSp>
        <p:nvGrpSpPr>
          <p:cNvPr id="119" name="组合 118">
            <a:extLst>
              <a:ext uri="{FF2B5EF4-FFF2-40B4-BE49-F238E27FC236}">
                <a16:creationId xmlns:a16="http://schemas.microsoft.com/office/drawing/2014/main" id="{BEDF7CEE-B6DE-44F0-9672-295963EF3D89}"/>
              </a:ext>
            </a:extLst>
          </p:cNvPr>
          <p:cNvGrpSpPr/>
          <p:nvPr/>
        </p:nvGrpSpPr>
        <p:grpSpPr>
          <a:xfrm>
            <a:off x="4969673" y="1015158"/>
            <a:ext cx="1334284" cy="5352068"/>
            <a:chOff x="6498603" y="981693"/>
            <a:chExt cx="1334284" cy="5352068"/>
          </a:xfrm>
          <a:effectLst/>
        </p:grpSpPr>
        <p:grpSp>
          <p:nvGrpSpPr>
            <p:cNvPr id="120" name="组合 119">
              <a:extLst>
                <a:ext uri="{FF2B5EF4-FFF2-40B4-BE49-F238E27FC236}">
                  <a16:creationId xmlns:a16="http://schemas.microsoft.com/office/drawing/2014/main" id="{6D34ECDC-E14C-48C4-BD1B-D90CAA367480}"/>
                </a:ext>
              </a:extLst>
            </p:cNvPr>
            <p:cNvGrpSpPr/>
            <p:nvPr/>
          </p:nvGrpSpPr>
          <p:grpSpPr>
            <a:xfrm>
              <a:off x="7064337" y="3419384"/>
              <a:ext cx="338138" cy="430887"/>
              <a:chOff x="8686490" y="2190704"/>
              <a:chExt cx="338138" cy="430887"/>
            </a:xfrm>
          </p:grpSpPr>
          <p:sp>
            <p:nvSpPr>
              <p:cNvPr id="144" name="Oval 36">
                <a:extLst>
                  <a:ext uri="{FF2B5EF4-FFF2-40B4-BE49-F238E27FC236}">
                    <a16:creationId xmlns:a16="http://schemas.microsoft.com/office/drawing/2014/main" id="{3B8DB34B-D07A-48D1-A1D5-F58B3A446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5" name="文本框 144">
                <a:extLst>
                  <a:ext uri="{FF2B5EF4-FFF2-40B4-BE49-F238E27FC236}">
                    <a16:creationId xmlns:a16="http://schemas.microsoft.com/office/drawing/2014/main" id="{CBEEA36A-F140-47BB-ADCA-D8AA4BC47494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kumimoji="0" lang="zh-CN" alt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等线" panose="02010600030101010101" pitchFamily="2" charset="-122"/>
                  <a:cs typeface="Segoe UI Black" panose="020B0A02040204020203" pitchFamily="34" charset="0"/>
                </a:endParaRPr>
              </a:p>
            </p:txBody>
          </p:sp>
        </p:grpSp>
        <p:grpSp>
          <p:nvGrpSpPr>
            <p:cNvPr id="121" name="组合 120">
              <a:extLst>
                <a:ext uri="{FF2B5EF4-FFF2-40B4-BE49-F238E27FC236}">
                  <a16:creationId xmlns:a16="http://schemas.microsoft.com/office/drawing/2014/main" id="{C24CBF61-3D3F-41C9-BC2E-5E30252A237C}"/>
                </a:ext>
              </a:extLst>
            </p:cNvPr>
            <p:cNvGrpSpPr/>
            <p:nvPr/>
          </p:nvGrpSpPr>
          <p:grpSpPr>
            <a:xfrm>
              <a:off x="6498603" y="981693"/>
              <a:ext cx="1334284" cy="5352068"/>
              <a:chOff x="6498603" y="981693"/>
              <a:chExt cx="1334284" cy="5352068"/>
            </a:xfrm>
          </p:grpSpPr>
          <p:sp>
            <p:nvSpPr>
              <p:cNvPr id="122" name="Line 40">
                <a:extLst>
                  <a:ext uri="{FF2B5EF4-FFF2-40B4-BE49-F238E27FC236}">
                    <a16:creationId xmlns:a16="http://schemas.microsoft.com/office/drawing/2014/main" id="{5D456E79-734B-407B-8427-0B1322A3BF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498603" y="2934122"/>
                <a:ext cx="600788" cy="600788"/>
              </a:xfrm>
              <a:prstGeom prst="line">
                <a:avLst/>
              </a:prstGeom>
              <a:noFill/>
              <a:ln w="12700">
                <a:solidFill>
                  <a:srgbClr val="70AD47">
                    <a:lumMod val="75000"/>
                  </a:srgbClr>
                </a:solidFill>
                <a:round/>
                <a:headEnd/>
                <a:tailEnd type="triangle" w="med" len="med"/>
              </a:ln>
              <a:effectLst>
                <a:outerShdw blurRad="50800" dist="50800" dir="5400000" algn="ctr" rotWithShape="0">
                  <a:sysClr val="window" lastClr="FFFFFF"/>
                </a:out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1" i="0" u="sng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等线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Text Box 39">
                <a:extLst>
                  <a:ext uri="{FF2B5EF4-FFF2-40B4-BE49-F238E27FC236}">
                    <a16:creationId xmlns:a16="http://schemas.microsoft.com/office/drawing/2014/main" id="{8BD8123B-4E2A-4B50-ACDA-8D0B27B39F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58901" y="5997211"/>
                <a:ext cx="503237" cy="3365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o"/>
                  <a:defRPr sz="3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n"/>
                  <a:defRPr sz="26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o"/>
                  <a:defRPr sz="23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lnSpc>
                    <a:spcPct val="120000"/>
                  </a:lnSpc>
                  <a:spcBef>
                    <a:spcPct val="25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p</a:t>
                </a:r>
                <a:r>
                  <a:rPr kumimoji="0" lang="en-US" altLang="zh-CN" sz="1600" b="1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kumimoji="0" lang="en-US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24" name="Group 36">
                <a:extLst>
                  <a:ext uri="{FF2B5EF4-FFF2-40B4-BE49-F238E27FC236}">
                    <a16:creationId xmlns:a16="http://schemas.microsoft.com/office/drawing/2014/main" id="{6324760F-F930-4624-9ABA-633F2553CC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235852" y="981693"/>
                <a:ext cx="137349" cy="5015156"/>
                <a:chOff x="13" y="165"/>
                <a:chExt cx="145" cy="2588"/>
              </a:xfrm>
              <a:effectLst/>
            </p:grpSpPr>
            <p:sp>
              <p:nvSpPr>
                <p:cNvPr id="139" name="Line 38">
                  <a:extLst>
                    <a:ext uri="{FF2B5EF4-FFF2-40B4-BE49-F238E27FC236}">
                      <a16:creationId xmlns:a16="http://schemas.microsoft.com/office/drawing/2014/main" id="{94B9D442-712D-4280-AEC1-27977FAC83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" y="165"/>
                  <a:ext cx="137" cy="0"/>
                </a:xfrm>
                <a:prstGeom prst="line">
                  <a:avLst/>
                </a:prstGeom>
                <a:noFill/>
                <a:ln w="12700" cap="sq">
                  <a:solidFill>
                    <a:srgbClr val="CC0000"/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400" b="1" i="0" u="sng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等线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0" name="Line 39">
                  <a:extLst>
                    <a:ext uri="{FF2B5EF4-FFF2-40B4-BE49-F238E27FC236}">
                      <a16:creationId xmlns:a16="http://schemas.microsoft.com/office/drawing/2014/main" id="{A0130B86-6852-47F5-81C9-E01014DB4A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" y="170"/>
                  <a:ext cx="0" cy="573"/>
                </a:xfrm>
                <a:prstGeom prst="line">
                  <a:avLst/>
                </a:prstGeom>
                <a:noFill/>
                <a:ln w="12700" cap="sq">
                  <a:solidFill>
                    <a:srgbClr val="CC0000"/>
                  </a:solidFill>
                  <a:miter lim="800000"/>
                  <a:headEnd/>
                  <a:tailEnd type="triangl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400" b="1" i="0" u="sng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等线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1" name="Line 39">
                  <a:extLst>
                    <a:ext uri="{FF2B5EF4-FFF2-40B4-BE49-F238E27FC236}">
                      <a16:creationId xmlns:a16="http://schemas.microsoft.com/office/drawing/2014/main" id="{F49EA2AB-0FF8-4414-8AB2-82BA6BED04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" y="1194"/>
                  <a:ext cx="0" cy="268"/>
                </a:xfrm>
                <a:prstGeom prst="line">
                  <a:avLst/>
                </a:prstGeom>
                <a:noFill/>
                <a:ln w="12700" cap="sq">
                  <a:solidFill>
                    <a:srgbClr val="CC0000"/>
                  </a:solidFill>
                  <a:miter lim="800000"/>
                  <a:headEnd/>
                  <a:tailEnd type="triangl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400" b="1" i="0" u="sng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等线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2" name="Line 39">
                  <a:extLst>
                    <a:ext uri="{FF2B5EF4-FFF2-40B4-BE49-F238E27FC236}">
                      <a16:creationId xmlns:a16="http://schemas.microsoft.com/office/drawing/2014/main" id="{39796266-2EE1-40A5-A1EC-55A2A4BBDE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" y="1635"/>
                  <a:ext cx="0" cy="1118"/>
                </a:xfrm>
                <a:prstGeom prst="line">
                  <a:avLst/>
                </a:prstGeom>
                <a:noFill/>
                <a:ln w="12700" cap="sq">
                  <a:solidFill>
                    <a:srgbClr val="CC0000"/>
                  </a:solidFill>
                  <a:miter lim="800000"/>
                  <a:headEnd/>
                  <a:tailEnd type="triangl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400" b="1" i="0" u="sng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等线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3" name="Line 39">
                  <a:extLst>
                    <a:ext uri="{FF2B5EF4-FFF2-40B4-BE49-F238E27FC236}">
                      <a16:creationId xmlns:a16="http://schemas.microsoft.com/office/drawing/2014/main" id="{0B7A4964-5760-493F-8164-E89B454045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" y="761"/>
                  <a:ext cx="0" cy="260"/>
                </a:xfrm>
                <a:prstGeom prst="line">
                  <a:avLst/>
                </a:prstGeom>
                <a:noFill/>
                <a:ln w="12700" cap="sq">
                  <a:solidFill>
                    <a:srgbClr val="CC0000"/>
                  </a:solidFill>
                  <a:miter lim="800000"/>
                  <a:headEnd/>
                  <a:tailEnd type="triangl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400" b="1" i="0" u="sng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等线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25" name="Line 40">
                <a:extLst>
                  <a:ext uri="{FF2B5EF4-FFF2-40B4-BE49-F238E27FC236}">
                    <a16:creationId xmlns:a16="http://schemas.microsoft.com/office/drawing/2014/main" id="{89A34F79-C7AA-4B23-8080-2FBDD2372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534263" y="2059197"/>
                <a:ext cx="616528" cy="616528"/>
              </a:xfrm>
              <a:prstGeom prst="line">
                <a:avLst/>
              </a:prstGeom>
              <a:noFill/>
              <a:ln w="12700">
                <a:solidFill>
                  <a:srgbClr val="70AD47">
                    <a:lumMod val="75000"/>
                  </a:srgbClr>
                </a:solidFill>
                <a:round/>
                <a:headEnd/>
                <a:tailEnd type="triangle" w="med" len="med"/>
              </a:ln>
              <a:effectLst>
                <a:outerShdw blurRad="50800" dist="50800" dir="5400000" algn="ctr" rotWithShape="0">
                  <a:sysClr val="window" lastClr="FFFFFF"/>
                </a:out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1" i="0" u="sng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等线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26" name="组合 125">
                <a:extLst>
                  <a:ext uri="{FF2B5EF4-FFF2-40B4-BE49-F238E27FC236}">
                    <a16:creationId xmlns:a16="http://schemas.microsoft.com/office/drawing/2014/main" id="{A9FFA27D-CD87-4B8E-BC51-AB4F3868347F}"/>
                  </a:ext>
                </a:extLst>
              </p:cNvPr>
              <p:cNvGrpSpPr/>
              <p:nvPr/>
            </p:nvGrpSpPr>
            <p:grpSpPr>
              <a:xfrm>
                <a:off x="7064337" y="2563894"/>
                <a:ext cx="338138" cy="430887"/>
                <a:chOff x="8686490" y="2190704"/>
                <a:chExt cx="338138" cy="430887"/>
              </a:xfrm>
            </p:grpSpPr>
            <p:sp>
              <p:nvSpPr>
                <p:cNvPr id="137" name="Oval 36">
                  <a:extLst>
                    <a:ext uri="{FF2B5EF4-FFF2-40B4-BE49-F238E27FC236}">
                      <a16:creationId xmlns:a16="http://schemas.microsoft.com/office/drawing/2014/main" id="{653A9D41-98EA-4AE6-8A3F-2B34B2A617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86490" y="2271912"/>
                  <a:ext cx="338138" cy="334962"/>
                </a:xfrm>
                <a:prstGeom prst="ellipse">
                  <a:avLst/>
                </a:prstGeom>
                <a:solidFill>
                  <a:srgbClr val="99FFCC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ffectLst/>
              </p:spPr>
              <p:txBody>
                <a:bodyPr wrap="none" anchor="ctr" anchorCtr="1"/>
                <a:lstStyle>
                  <a:lvl1pPr marL="342900" indent="-3429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1pPr>
                  <a:lvl2pPr marL="742950" indent="-28575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2pPr>
                  <a:lvl3pPr marL="11430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3pPr>
                  <a:lvl4pPr marL="16002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4pPr>
                  <a:lvl5pPr marL="20574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9pPr>
                </a:lstStyle>
                <a:p>
                  <a:pPr marL="342900" marR="0" lvl="0" indent="-342900" algn="ctr" defTabSz="914400" eaLnBrk="1" fontAlgn="auto" latinLnBrk="0" hangingPunct="1">
                    <a:lnSpc>
                      <a:spcPct val="80000"/>
                    </a:lnSpc>
                    <a:spcBef>
                      <a:spcPct val="20000"/>
                    </a:spcBef>
                    <a:spcAft>
                      <a:spcPts val="0"/>
                    </a:spcAft>
                    <a:buClr>
                      <a:srgbClr val="336699"/>
                    </a:buClr>
                    <a:buSzPct val="65000"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zh-CN" sz="2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8" name="文本框 137">
                  <a:extLst>
                    <a:ext uri="{FF2B5EF4-FFF2-40B4-BE49-F238E27FC236}">
                      <a16:creationId xmlns:a16="http://schemas.microsoft.com/office/drawing/2014/main" id="{29CCA506-919A-461C-8600-EC8E5AE33BC2}"/>
                    </a:ext>
                  </a:extLst>
                </p:cNvPr>
                <p:cNvSpPr txBox="1"/>
                <p:nvPr/>
              </p:nvSpPr>
              <p:spPr>
                <a:xfrm>
                  <a:off x="8728627" y="2190704"/>
                  <a:ext cx="266700" cy="430887"/>
                </a:xfrm>
                <a:prstGeom prst="rect">
                  <a:avLst/>
                </a:prstGeom>
                <a:noFill/>
                <a:ln w="19050">
                  <a:noFill/>
                </a:ln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2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Segoe UI Black" panose="020B0A02040204020203" pitchFamily="34" charset="0"/>
                      <a:ea typeface="Segoe UI Black" panose="020B0A02040204020203" pitchFamily="34" charset="0"/>
                      <a:cs typeface="Segoe UI Black" panose="020B0A02040204020203" pitchFamily="34" charset="0"/>
                    </a:rPr>
                    <a:t>+</a:t>
                  </a:r>
                  <a:endParaRPr kumimoji="0" lang="zh-CN" altLang="en-US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等线" panose="02010600030101010101" pitchFamily="2" charset="-122"/>
                    <a:cs typeface="Segoe UI Black" panose="020B0A02040204020203" pitchFamily="34" charset="0"/>
                  </a:endParaRPr>
                </a:p>
              </p:txBody>
            </p:sp>
          </p:grpSp>
          <p:grpSp>
            <p:nvGrpSpPr>
              <p:cNvPr id="127" name="组合 126">
                <a:extLst>
                  <a:ext uri="{FF2B5EF4-FFF2-40B4-BE49-F238E27FC236}">
                    <a16:creationId xmlns:a16="http://schemas.microsoft.com/office/drawing/2014/main" id="{E115CC15-19D9-4387-B92E-1E8CAA5DDF36}"/>
                  </a:ext>
                </a:extLst>
              </p:cNvPr>
              <p:cNvGrpSpPr/>
              <p:nvPr/>
            </p:nvGrpSpPr>
            <p:grpSpPr>
              <a:xfrm>
                <a:off x="7064337" y="1709766"/>
                <a:ext cx="338138" cy="430887"/>
                <a:chOff x="8686490" y="2190704"/>
                <a:chExt cx="338138" cy="430887"/>
              </a:xfrm>
            </p:grpSpPr>
            <p:sp>
              <p:nvSpPr>
                <p:cNvPr id="135" name="Oval 36">
                  <a:extLst>
                    <a:ext uri="{FF2B5EF4-FFF2-40B4-BE49-F238E27FC236}">
                      <a16:creationId xmlns:a16="http://schemas.microsoft.com/office/drawing/2014/main" id="{7978F895-7086-44D8-B0BA-D20767F323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86490" y="2271912"/>
                  <a:ext cx="338138" cy="334962"/>
                </a:xfrm>
                <a:prstGeom prst="ellipse">
                  <a:avLst/>
                </a:prstGeom>
                <a:solidFill>
                  <a:srgbClr val="99FFCC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ffectLst/>
              </p:spPr>
              <p:txBody>
                <a:bodyPr wrap="none" anchor="ctr" anchorCtr="1"/>
                <a:lstStyle>
                  <a:lvl1pPr marL="342900" indent="-3429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1pPr>
                  <a:lvl2pPr marL="742950" indent="-28575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2pPr>
                  <a:lvl3pPr marL="11430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3pPr>
                  <a:lvl4pPr marL="16002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4pPr>
                  <a:lvl5pPr marL="20574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9pPr>
                </a:lstStyle>
                <a:p>
                  <a:pPr marL="342900" marR="0" lvl="0" indent="-342900" algn="ctr" defTabSz="914400" eaLnBrk="1" fontAlgn="auto" latinLnBrk="0" hangingPunct="1">
                    <a:lnSpc>
                      <a:spcPct val="80000"/>
                    </a:lnSpc>
                    <a:spcBef>
                      <a:spcPct val="20000"/>
                    </a:spcBef>
                    <a:spcAft>
                      <a:spcPts val="0"/>
                    </a:spcAft>
                    <a:buClr>
                      <a:srgbClr val="336699"/>
                    </a:buClr>
                    <a:buSzPct val="65000"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zh-CN" sz="2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6" name="文本框 135">
                  <a:extLst>
                    <a:ext uri="{FF2B5EF4-FFF2-40B4-BE49-F238E27FC236}">
                      <a16:creationId xmlns:a16="http://schemas.microsoft.com/office/drawing/2014/main" id="{28569F8B-8121-45E4-95E1-EA6239FB782B}"/>
                    </a:ext>
                  </a:extLst>
                </p:cNvPr>
                <p:cNvSpPr txBox="1"/>
                <p:nvPr/>
              </p:nvSpPr>
              <p:spPr>
                <a:xfrm>
                  <a:off x="8728627" y="2190704"/>
                  <a:ext cx="266700" cy="430887"/>
                </a:xfrm>
                <a:prstGeom prst="rect">
                  <a:avLst/>
                </a:prstGeom>
                <a:noFill/>
                <a:ln w="19050">
                  <a:noFill/>
                </a:ln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2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Segoe UI Black" panose="020B0A02040204020203" pitchFamily="34" charset="0"/>
                      <a:ea typeface="Segoe UI Black" panose="020B0A02040204020203" pitchFamily="34" charset="0"/>
                      <a:cs typeface="Segoe UI Black" panose="020B0A02040204020203" pitchFamily="34" charset="0"/>
                    </a:rPr>
                    <a:t>+</a:t>
                  </a:r>
                  <a:endParaRPr kumimoji="0" lang="zh-CN" altLang="en-US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等线" panose="02010600030101010101" pitchFamily="2" charset="-122"/>
                    <a:cs typeface="Segoe UI Black" panose="020B0A02040204020203" pitchFamily="34" charset="0"/>
                  </a:endParaRPr>
                </a:p>
              </p:txBody>
            </p:sp>
          </p:grpSp>
          <p:cxnSp>
            <p:nvCxnSpPr>
              <p:cNvPr id="128" name="直接箭头连接符 127">
                <a:extLst>
                  <a:ext uri="{FF2B5EF4-FFF2-40B4-BE49-F238E27FC236}">
                    <a16:creationId xmlns:a16="http://schemas.microsoft.com/office/drawing/2014/main" id="{5D767F8E-415B-4F8D-9662-1D2E56E27C07}"/>
                  </a:ext>
                </a:extLst>
              </p:cNvPr>
              <p:cNvCxnSpPr/>
              <p:nvPr/>
            </p:nvCxnSpPr>
            <p:spPr>
              <a:xfrm flipH="1">
                <a:off x="7402475" y="1943149"/>
                <a:ext cx="252994" cy="0"/>
              </a:xfrm>
              <a:prstGeom prst="straightConnector1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</p:cxnSp>
          <p:cxnSp>
            <p:nvCxnSpPr>
              <p:cNvPr id="129" name="直接箭头连接符 128">
                <a:extLst>
                  <a:ext uri="{FF2B5EF4-FFF2-40B4-BE49-F238E27FC236}">
                    <a16:creationId xmlns:a16="http://schemas.microsoft.com/office/drawing/2014/main" id="{FF20C67E-3BBF-469C-831A-705A8EACC209}"/>
                  </a:ext>
                </a:extLst>
              </p:cNvPr>
              <p:cNvCxnSpPr/>
              <p:nvPr/>
            </p:nvCxnSpPr>
            <p:spPr>
              <a:xfrm flipH="1">
                <a:off x="7395182" y="2801121"/>
                <a:ext cx="252994" cy="0"/>
              </a:xfrm>
              <a:prstGeom prst="straightConnector1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</p:cxnSp>
          <p:cxnSp>
            <p:nvCxnSpPr>
              <p:cNvPr id="130" name="直接箭头连接符 129">
                <a:extLst>
                  <a:ext uri="{FF2B5EF4-FFF2-40B4-BE49-F238E27FC236}">
                    <a16:creationId xmlns:a16="http://schemas.microsoft.com/office/drawing/2014/main" id="{0AA21C66-175C-47AA-A420-579D3978C9F5}"/>
                  </a:ext>
                </a:extLst>
              </p:cNvPr>
              <p:cNvCxnSpPr/>
              <p:nvPr/>
            </p:nvCxnSpPr>
            <p:spPr>
              <a:xfrm flipH="1">
                <a:off x="7407975" y="3667890"/>
                <a:ext cx="252994" cy="0"/>
              </a:xfrm>
              <a:prstGeom prst="straightConnector1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</p:cxnSp>
          <p:sp>
            <p:nvSpPr>
              <p:cNvPr id="131" name="Line 40">
                <a:extLst>
                  <a:ext uri="{FF2B5EF4-FFF2-40B4-BE49-F238E27FC236}">
                    <a16:creationId xmlns:a16="http://schemas.microsoft.com/office/drawing/2014/main" id="{AE0E795B-AFDB-47C6-8761-6507021ACD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509028" y="3781741"/>
                <a:ext cx="592031" cy="592031"/>
              </a:xfrm>
              <a:prstGeom prst="line">
                <a:avLst/>
              </a:prstGeom>
              <a:noFill/>
              <a:ln w="12700">
                <a:solidFill>
                  <a:srgbClr val="70AD47">
                    <a:lumMod val="75000"/>
                  </a:srgbClr>
                </a:solidFill>
                <a:round/>
                <a:headEnd/>
                <a:tailEnd type="triangle" w="med" len="med"/>
              </a:ln>
              <a:effectLst>
                <a:outerShdw blurRad="50800" dist="50800" dir="5400000" algn="ctr" rotWithShape="0">
                  <a:sysClr val="window" lastClr="FFFFFF"/>
                </a:out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1" i="0" u="sng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等线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32" name="组合 131">
                <a:extLst>
                  <a:ext uri="{FF2B5EF4-FFF2-40B4-BE49-F238E27FC236}">
                    <a16:creationId xmlns:a16="http://schemas.microsoft.com/office/drawing/2014/main" id="{BAC45872-A4BE-4117-8FF8-B8C6F32183E8}"/>
                  </a:ext>
                </a:extLst>
              </p:cNvPr>
              <p:cNvGrpSpPr/>
              <p:nvPr/>
            </p:nvGrpSpPr>
            <p:grpSpPr>
              <a:xfrm>
                <a:off x="7366156" y="1336719"/>
                <a:ext cx="466731" cy="488783"/>
                <a:chOff x="7366156" y="1336719"/>
                <a:chExt cx="466731" cy="488783"/>
              </a:xfrm>
            </p:grpSpPr>
            <p:sp>
              <p:nvSpPr>
                <p:cNvPr id="133" name="Line 40">
                  <a:extLst>
                    <a:ext uri="{FF2B5EF4-FFF2-40B4-BE49-F238E27FC236}">
                      <a16:creationId xmlns:a16="http://schemas.microsoft.com/office/drawing/2014/main" id="{575905FE-E836-4CEA-A487-D7887F3DF4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366156" y="1550288"/>
                  <a:ext cx="260056" cy="275214"/>
                </a:xfrm>
                <a:prstGeom prst="line">
                  <a:avLst/>
                </a:prstGeom>
                <a:noFill/>
                <a:ln w="12700">
                  <a:solidFill>
                    <a:srgbClr val="70AD47">
                      <a:lumMod val="75000"/>
                    </a:srgbClr>
                  </a:solidFill>
                  <a:round/>
                  <a:headEnd/>
                  <a:tailEnd type="triangle" w="med" len="med"/>
                </a:ln>
                <a:effectLst>
                  <a:outerShdw blurRad="50800" dist="50800" dir="5400000" algn="ctr" rotWithShape="0">
                    <a:sysClr val="window" lastClr="FFFFFF"/>
                  </a:outerShdw>
                </a:effectLst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400" b="1" i="0" u="sng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等线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4" name="Rectangle 151">
                  <a:extLst>
                    <a:ext uri="{FF2B5EF4-FFF2-40B4-BE49-F238E27FC236}">
                      <a16:creationId xmlns:a16="http://schemas.microsoft.com/office/drawing/2014/main" id="{46EE1747-1ED0-458C-AF97-8D0EC46300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53643" y="1336719"/>
                  <a:ext cx="279244" cy="29514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  <a:effectLst/>
              </p:spPr>
              <p:txBody>
                <a:bodyPr wrap="none">
                  <a:spAutoFit/>
                </a:bodyPr>
                <a:lstStyle>
                  <a:lvl1pPr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1pPr>
                  <a:lvl2pPr marL="742950" indent="-28575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2pPr>
                  <a:lvl3pPr marL="11430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3pPr>
                  <a:lvl4pPr marL="16002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4pPr>
                  <a:lvl5pPr marL="20574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9pPr>
                </a:lstStyle>
                <a:p>
                  <a:pPr marL="0" marR="0" lvl="0" indent="0" algn="ctr" defTabSz="914400" eaLnBrk="1" fontAlgn="auto" latinLnBrk="0" hangingPunct="1">
                    <a:lnSpc>
                      <a:spcPct val="120000"/>
                    </a:lnSpc>
                    <a:spcBef>
                      <a:spcPct val="20000"/>
                    </a:spcBef>
                    <a:spcAft>
                      <a:spcPts val="0"/>
                    </a:spcAft>
                    <a:buClr>
                      <a:srgbClr val="CC0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kumimoji="0" lang="en-US" altLang="zh-CN" sz="12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CC"/>
                      </a:solidFill>
                      <a:effectLst/>
                      <a:uLnTx/>
                      <a:uFillTx/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0</a:t>
                  </a:r>
                </a:p>
              </p:txBody>
            </p:sp>
          </p:grpSp>
        </p:grpSp>
      </p:grpSp>
      <p:grpSp>
        <p:nvGrpSpPr>
          <p:cNvPr id="146" name="组合 145">
            <a:extLst>
              <a:ext uri="{FF2B5EF4-FFF2-40B4-BE49-F238E27FC236}">
                <a16:creationId xmlns:a16="http://schemas.microsoft.com/office/drawing/2014/main" id="{A3F88920-2509-4A56-AC8F-ED2F28E5DDDC}"/>
              </a:ext>
            </a:extLst>
          </p:cNvPr>
          <p:cNvGrpSpPr/>
          <p:nvPr/>
        </p:nvGrpSpPr>
        <p:grpSpPr>
          <a:xfrm>
            <a:off x="6653643" y="1373295"/>
            <a:ext cx="473640" cy="492588"/>
            <a:chOff x="8182573" y="1339830"/>
            <a:chExt cx="473640" cy="492588"/>
          </a:xfrm>
          <a:effectLst/>
        </p:grpSpPr>
        <p:sp>
          <p:nvSpPr>
            <p:cNvPr id="147" name="Line 40">
              <a:extLst>
                <a:ext uri="{FF2B5EF4-FFF2-40B4-BE49-F238E27FC236}">
                  <a16:creationId xmlns:a16="http://schemas.microsoft.com/office/drawing/2014/main" id="{C45C0682-79F6-4FF1-B5B6-2AF80DCE01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82573" y="1546801"/>
              <a:ext cx="269886" cy="285617"/>
            </a:xfrm>
            <a:prstGeom prst="line">
              <a:avLst/>
            </a:prstGeom>
            <a:noFill/>
            <a:ln w="12700">
              <a:solidFill>
                <a:srgbClr val="70AD47">
                  <a:lumMod val="75000"/>
                </a:srgb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ysClr val="window" lastClr="FFFFFF"/>
              </a:outerShdw>
            </a:effec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等线"/>
                <a:ea typeface="微软雅黑" panose="020B0503020204020204" pitchFamily="34" charset="-122"/>
              </a:endParaRPr>
            </a:p>
          </p:txBody>
        </p:sp>
        <p:sp>
          <p:nvSpPr>
            <p:cNvPr id="148" name="Rectangle 151">
              <a:extLst>
                <a:ext uri="{FF2B5EF4-FFF2-40B4-BE49-F238E27FC236}">
                  <a16:creationId xmlns:a16="http://schemas.microsoft.com/office/drawing/2014/main" id="{D40C5389-DD20-4BFA-85AE-E1715ED5A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76969" y="1339830"/>
              <a:ext cx="279244" cy="29514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>
              <a:lvl1pPr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CC0000"/>
                </a:buClr>
                <a:buSzTx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</a:p>
          </p:txBody>
        </p:sp>
      </p:grpSp>
      <p:sp>
        <p:nvSpPr>
          <p:cNvPr id="149" name="Rectangle 151">
            <a:extLst>
              <a:ext uri="{FF2B5EF4-FFF2-40B4-BE49-F238E27FC236}">
                <a16:creationId xmlns:a16="http://schemas.microsoft.com/office/drawing/2014/main" id="{3078A031-A72A-4297-BEE2-B1CAF2952D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71365" y="1376406"/>
            <a:ext cx="279244" cy="2951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>
            <a:lvl1pPr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1pPr>
            <a:lvl2pPr marL="742950" indent="-28575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2pPr>
            <a:lvl3pPr marL="11430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3pPr>
            <a:lvl4pPr marL="16002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4pPr>
            <a:lvl5pPr marL="20574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9pPr>
          </a:lstStyle>
          <a:p>
            <a:pPr algn="ctr" eaLnBrk="1" fontAlgn="auto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CC0000"/>
              </a:buClr>
              <a:buFont typeface="Wingdings" panose="05000000000000000000" pitchFamily="2" charset="2"/>
              <a:buNone/>
              <a:defRPr/>
            </a:pPr>
            <a:r>
              <a:rPr lang="en-US" altLang="zh-CN" sz="1200" u="none" kern="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</a:p>
        </p:txBody>
      </p:sp>
      <p:grpSp>
        <p:nvGrpSpPr>
          <p:cNvPr id="150" name="组合 149">
            <a:extLst>
              <a:ext uri="{FF2B5EF4-FFF2-40B4-BE49-F238E27FC236}">
                <a16:creationId xmlns:a16="http://schemas.microsoft.com/office/drawing/2014/main" id="{677AD440-785F-4911-8D14-32BD38759B52}"/>
              </a:ext>
            </a:extLst>
          </p:cNvPr>
          <p:cNvGrpSpPr/>
          <p:nvPr/>
        </p:nvGrpSpPr>
        <p:grpSpPr>
          <a:xfrm>
            <a:off x="4139036" y="1011281"/>
            <a:ext cx="1341595" cy="5355945"/>
            <a:chOff x="5667966" y="977816"/>
            <a:chExt cx="1341595" cy="5355945"/>
          </a:xfrm>
          <a:effectLst/>
        </p:grpSpPr>
        <p:grpSp>
          <p:nvGrpSpPr>
            <p:cNvPr id="151" name="组合 150">
              <a:extLst>
                <a:ext uri="{FF2B5EF4-FFF2-40B4-BE49-F238E27FC236}">
                  <a16:creationId xmlns:a16="http://schemas.microsoft.com/office/drawing/2014/main" id="{A8F95F2A-0EE1-4C18-8C28-D50B921545A6}"/>
                </a:ext>
              </a:extLst>
            </p:cNvPr>
            <p:cNvGrpSpPr/>
            <p:nvPr/>
          </p:nvGrpSpPr>
          <p:grpSpPr>
            <a:xfrm>
              <a:off x="6237414" y="4274216"/>
              <a:ext cx="338138" cy="430887"/>
              <a:chOff x="8686490" y="2190704"/>
              <a:chExt cx="338138" cy="430887"/>
            </a:xfrm>
          </p:grpSpPr>
          <p:sp>
            <p:nvSpPr>
              <p:cNvPr id="183" name="Oval 36">
                <a:extLst>
                  <a:ext uri="{FF2B5EF4-FFF2-40B4-BE49-F238E27FC236}">
                    <a16:creationId xmlns:a16="http://schemas.microsoft.com/office/drawing/2014/main" id="{677111BD-87CF-41C0-9CA7-F3E722427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4" name="文本框 183">
                <a:extLst>
                  <a:ext uri="{FF2B5EF4-FFF2-40B4-BE49-F238E27FC236}">
                    <a16:creationId xmlns:a16="http://schemas.microsoft.com/office/drawing/2014/main" id="{2FEE69D9-C30C-4076-8A31-B0F984A4A641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kumimoji="0" lang="zh-CN" alt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 Black" panose="020B0A02040204020203" pitchFamily="34" charset="0"/>
                  <a:ea typeface="等线" panose="02010600030101010101" pitchFamily="2" charset="-122"/>
                  <a:cs typeface="Segoe UI Black" panose="020B0A02040204020203" pitchFamily="34" charset="0"/>
                </a:endParaRPr>
              </a:p>
            </p:txBody>
          </p:sp>
        </p:grpSp>
        <p:grpSp>
          <p:nvGrpSpPr>
            <p:cNvPr id="152" name="组合 151">
              <a:extLst>
                <a:ext uri="{FF2B5EF4-FFF2-40B4-BE49-F238E27FC236}">
                  <a16:creationId xmlns:a16="http://schemas.microsoft.com/office/drawing/2014/main" id="{24E0FF61-495B-4129-9F82-43E05DD30AF1}"/>
                </a:ext>
              </a:extLst>
            </p:cNvPr>
            <p:cNvGrpSpPr/>
            <p:nvPr/>
          </p:nvGrpSpPr>
          <p:grpSpPr>
            <a:xfrm>
              <a:off x="5667966" y="977816"/>
              <a:ext cx="1341595" cy="5355945"/>
              <a:chOff x="5667966" y="977816"/>
              <a:chExt cx="1341595" cy="5355945"/>
            </a:xfrm>
          </p:grpSpPr>
          <p:grpSp>
            <p:nvGrpSpPr>
              <p:cNvPr id="153" name="组合 152">
                <a:extLst>
                  <a:ext uri="{FF2B5EF4-FFF2-40B4-BE49-F238E27FC236}">
                    <a16:creationId xmlns:a16="http://schemas.microsoft.com/office/drawing/2014/main" id="{0A436080-C9D0-42E3-B540-C193C4C10D9A}"/>
                  </a:ext>
                </a:extLst>
              </p:cNvPr>
              <p:cNvGrpSpPr/>
              <p:nvPr/>
            </p:nvGrpSpPr>
            <p:grpSpPr>
              <a:xfrm>
                <a:off x="6532813" y="1333608"/>
                <a:ext cx="476748" cy="492805"/>
                <a:chOff x="6532813" y="1333608"/>
                <a:chExt cx="476748" cy="492805"/>
              </a:xfrm>
            </p:grpSpPr>
            <p:sp>
              <p:nvSpPr>
                <p:cNvPr id="181" name="Line 40">
                  <a:extLst>
                    <a:ext uri="{FF2B5EF4-FFF2-40B4-BE49-F238E27FC236}">
                      <a16:creationId xmlns:a16="http://schemas.microsoft.com/office/drawing/2014/main" id="{C06C7B9D-CC19-428E-B452-A92E76F405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6532813" y="1546801"/>
                  <a:ext cx="264211" cy="279612"/>
                </a:xfrm>
                <a:prstGeom prst="line">
                  <a:avLst/>
                </a:prstGeom>
                <a:noFill/>
                <a:ln w="12700">
                  <a:solidFill>
                    <a:srgbClr val="70AD47">
                      <a:lumMod val="75000"/>
                    </a:srgbClr>
                  </a:solidFill>
                  <a:round/>
                  <a:headEnd/>
                  <a:tailEnd type="triangle" w="med" len="med"/>
                </a:ln>
                <a:effectLst>
                  <a:outerShdw blurRad="50800" dist="50800" dir="5400000" algn="ctr" rotWithShape="0">
                    <a:sysClr val="window" lastClr="FFFFFF"/>
                  </a:outerShdw>
                </a:effectLst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400" b="1" i="0" u="sng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等线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2" name="Rectangle 151">
                  <a:extLst>
                    <a:ext uri="{FF2B5EF4-FFF2-40B4-BE49-F238E27FC236}">
                      <a16:creationId xmlns:a16="http://schemas.microsoft.com/office/drawing/2014/main" id="{EFBD03D1-3A07-4DC7-AA72-009F43F42B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30317" y="1333608"/>
                  <a:ext cx="279244" cy="29514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  <a:effectLst/>
              </p:spPr>
              <p:txBody>
                <a:bodyPr wrap="none">
                  <a:spAutoFit/>
                </a:bodyPr>
                <a:lstStyle>
                  <a:lvl1pPr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1pPr>
                  <a:lvl2pPr marL="742950" indent="-28575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2pPr>
                  <a:lvl3pPr marL="11430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3pPr>
                  <a:lvl4pPr marL="16002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4pPr>
                  <a:lvl5pPr marL="20574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9pPr>
                </a:lstStyle>
                <a:p>
                  <a:pPr marL="0" marR="0" lvl="0" indent="0" algn="ctr" defTabSz="914400" eaLnBrk="1" fontAlgn="auto" latinLnBrk="0" hangingPunct="1">
                    <a:lnSpc>
                      <a:spcPct val="120000"/>
                    </a:lnSpc>
                    <a:spcBef>
                      <a:spcPct val="20000"/>
                    </a:spcBef>
                    <a:spcAft>
                      <a:spcPts val="0"/>
                    </a:spcAft>
                    <a:buClr>
                      <a:srgbClr val="CC0000"/>
                    </a:buClr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kumimoji="0" lang="en-US" altLang="zh-CN" sz="12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CC"/>
                      </a:solidFill>
                      <a:effectLst/>
                      <a:uLnTx/>
                      <a:uFillTx/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0</a:t>
                  </a:r>
                </a:p>
              </p:txBody>
            </p:sp>
          </p:grpSp>
          <p:grpSp>
            <p:nvGrpSpPr>
              <p:cNvPr id="154" name="组合 153">
                <a:extLst>
                  <a:ext uri="{FF2B5EF4-FFF2-40B4-BE49-F238E27FC236}">
                    <a16:creationId xmlns:a16="http://schemas.microsoft.com/office/drawing/2014/main" id="{3AA7B811-E4C9-4EC6-98D0-4954DFA81C6E}"/>
                  </a:ext>
                </a:extLst>
              </p:cNvPr>
              <p:cNvGrpSpPr/>
              <p:nvPr/>
            </p:nvGrpSpPr>
            <p:grpSpPr>
              <a:xfrm>
                <a:off x="5667966" y="977816"/>
                <a:ext cx="1163772" cy="5355945"/>
                <a:chOff x="5667966" y="977816"/>
                <a:chExt cx="1163772" cy="5355945"/>
              </a:xfrm>
            </p:grpSpPr>
            <p:sp>
              <p:nvSpPr>
                <p:cNvPr id="155" name="Line 40">
                  <a:extLst>
                    <a:ext uri="{FF2B5EF4-FFF2-40B4-BE49-F238E27FC236}">
                      <a16:creationId xmlns:a16="http://schemas.microsoft.com/office/drawing/2014/main" id="{DE754E50-13FC-4C44-8997-270BC59891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685818" y="2925345"/>
                  <a:ext cx="599396" cy="599396"/>
                </a:xfrm>
                <a:prstGeom prst="line">
                  <a:avLst/>
                </a:prstGeom>
                <a:noFill/>
                <a:ln w="12700">
                  <a:solidFill>
                    <a:srgbClr val="70AD47">
                      <a:lumMod val="75000"/>
                    </a:srgbClr>
                  </a:solidFill>
                  <a:round/>
                  <a:headEnd/>
                  <a:tailEnd type="triangle" w="med" len="med"/>
                </a:ln>
                <a:effectLst>
                  <a:outerShdw blurRad="50800" dist="50800" dir="5400000" algn="ctr" rotWithShape="0">
                    <a:sysClr val="window" lastClr="FFFFFF"/>
                  </a:outerShdw>
                </a:effectLst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400" b="1" i="0" u="sng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等线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56" name="Text Box 38">
                  <a:extLst>
                    <a:ext uri="{FF2B5EF4-FFF2-40B4-BE49-F238E27FC236}">
                      <a16:creationId xmlns:a16="http://schemas.microsoft.com/office/drawing/2014/main" id="{34E28AB0-68CF-4CFF-8105-F3EB91673E7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134377" y="5997211"/>
                  <a:ext cx="577850" cy="3365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lnSpc>
                      <a:spcPct val="120000"/>
                    </a:lnSpc>
                    <a:spcBef>
                      <a:spcPct val="20000"/>
                    </a:spcBef>
                    <a:buClr>
                      <a:schemeClr val="accent2"/>
                    </a:buClr>
                    <a:buFont typeface="Wingdings" panose="05000000000000000000" pitchFamily="2" charset="2"/>
                    <a:buChar char="o"/>
                    <a:defRPr sz="3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lnSpc>
                      <a:spcPct val="120000"/>
                    </a:lnSpc>
                    <a:spcBef>
                      <a:spcPct val="20000"/>
                    </a:spcBef>
                    <a:buClr>
                      <a:schemeClr val="accent2"/>
                    </a:buClr>
                    <a:buFont typeface="Wingdings" panose="05000000000000000000" pitchFamily="2" charset="2"/>
                    <a:buChar char="n"/>
                    <a:defRPr sz="26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lnSpc>
                      <a:spcPct val="120000"/>
                    </a:lnSpc>
                    <a:spcBef>
                      <a:spcPct val="20000"/>
                    </a:spcBef>
                    <a:buClr>
                      <a:schemeClr val="accent2"/>
                    </a:buClr>
                    <a:buFont typeface="Wingdings" panose="05000000000000000000" pitchFamily="2" charset="2"/>
                    <a:buChar char="o"/>
                    <a:defRPr sz="23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lnSpc>
                      <a:spcPct val="120000"/>
                    </a:lnSpc>
                    <a:spcBef>
                      <a:spcPct val="20000"/>
                    </a:spcBef>
                    <a:buClr>
                      <a:schemeClr val="accent2"/>
                    </a:buClr>
                    <a:buFont typeface="Wingdings" panose="05000000000000000000" pitchFamily="2" charset="2"/>
                    <a:buChar char="n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lnSpc>
                      <a:spcPct val="120000"/>
                    </a:lnSpc>
                    <a:spcBef>
                      <a:spcPct val="25000"/>
                    </a:spcBef>
                    <a:buClr>
                      <a:schemeClr val="accent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lnSpc>
                      <a:spcPct val="120000"/>
                    </a:lnSpc>
                    <a:spcBef>
                      <a:spcPct val="25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lnSpc>
                      <a:spcPct val="120000"/>
                    </a:lnSpc>
                    <a:spcBef>
                      <a:spcPct val="25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lnSpc>
                      <a:spcPct val="120000"/>
                    </a:lnSpc>
                    <a:spcBef>
                      <a:spcPct val="25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lnSpc>
                      <a:spcPct val="120000"/>
                    </a:lnSpc>
                    <a:spcBef>
                      <a:spcPct val="25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C00000"/>
                      </a:solidFill>
                      <a:effectLst/>
                      <a:uLnTx/>
                      <a:uFillTx/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p</a:t>
                  </a:r>
                  <a:r>
                    <a:rPr kumimoji="0" lang="en-US" altLang="zh-CN" sz="1600" b="1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C00000"/>
                      </a:solidFill>
                      <a:effectLst/>
                      <a:uLnTx/>
                      <a:uFillTx/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4</a:t>
                  </a:r>
                  <a:endParaRPr kumimoji="0" lang="en-US" altLang="zh-CN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grpSp>
              <p:nvGrpSpPr>
                <p:cNvPr id="157" name="组合 156">
                  <a:extLst>
                    <a:ext uri="{FF2B5EF4-FFF2-40B4-BE49-F238E27FC236}">
                      <a16:creationId xmlns:a16="http://schemas.microsoft.com/office/drawing/2014/main" id="{3B5666EE-0733-4E0C-8B42-97D3BEF9CCB0}"/>
                    </a:ext>
                  </a:extLst>
                </p:cNvPr>
                <p:cNvGrpSpPr/>
                <p:nvPr/>
              </p:nvGrpSpPr>
              <p:grpSpPr>
                <a:xfrm>
                  <a:off x="6237414" y="3419136"/>
                  <a:ext cx="338138" cy="430887"/>
                  <a:chOff x="8686490" y="2190704"/>
                  <a:chExt cx="338138" cy="430887"/>
                </a:xfrm>
              </p:grpSpPr>
              <p:sp>
                <p:nvSpPr>
                  <p:cNvPr id="179" name="Oval 36">
                    <a:extLst>
                      <a:ext uri="{FF2B5EF4-FFF2-40B4-BE49-F238E27FC236}">
                        <a16:creationId xmlns:a16="http://schemas.microsoft.com/office/drawing/2014/main" id="{57CA4701-85CB-4D3C-B96F-57CB8B4A6A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686490" y="2271912"/>
                    <a:ext cx="338138" cy="334962"/>
                  </a:xfrm>
                  <a:prstGeom prst="ellipse">
                    <a:avLst/>
                  </a:prstGeom>
                  <a:solidFill>
                    <a:srgbClr val="99FFCC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anchor="ctr" anchorCtr="1"/>
                  <a:lstStyle>
                    <a:lvl1pPr marL="342900" indent="-342900"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1pPr>
                    <a:lvl2pPr marL="742950" indent="-285750"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2pPr>
                    <a:lvl3pPr marL="1143000" indent="-228600"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3pPr>
                    <a:lvl4pPr marL="1600200" indent="-228600"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4pPr>
                    <a:lvl5pPr marL="2057400" indent="-228600"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9pPr>
                  </a:lstStyle>
                  <a:p>
                    <a:pPr marL="342900" marR="0" lvl="0" indent="-342900" algn="ctr" defTabSz="914400" eaLnBrk="1" fontAlgn="auto" latinLnBrk="0" hangingPunct="1">
                      <a:lnSpc>
                        <a:spcPct val="80000"/>
                      </a:lnSpc>
                      <a:spcBef>
                        <a:spcPct val="20000"/>
                      </a:spcBef>
                      <a:spcAft>
                        <a:spcPts val="0"/>
                      </a:spcAft>
                      <a:buClr>
                        <a:srgbClr val="336699"/>
                      </a:buClr>
                      <a:buSzPct val="65000"/>
                      <a:buFont typeface="Wingdings" panose="05000000000000000000" pitchFamily="2" charset="2"/>
                      <a:buNone/>
                      <a:tabLst/>
                      <a:defRPr/>
                    </a:pPr>
                    <a:endParaRPr kumimoji="0" lang="en-US" altLang="zh-CN" sz="2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33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180" name="文本框 179">
                    <a:extLst>
                      <a:ext uri="{FF2B5EF4-FFF2-40B4-BE49-F238E27FC236}">
                        <a16:creationId xmlns:a16="http://schemas.microsoft.com/office/drawing/2014/main" id="{332D41A1-AD51-45EE-9FF0-A8D1080EF9D9}"/>
                      </a:ext>
                    </a:extLst>
                  </p:cNvPr>
                  <p:cNvSpPr txBox="1"/>
                  <p:nvPr/>
                </p:nvSpPr>
                <p:spPr>
                  <a:xfrm>
                    <a:off x="8728627" y="2190704"/>
                    <a:ext cx="266700" cy="430887"/>
                  </a:xfrm>
                  <a:prstGeom prst="rect">
                    <a:avLst/>
                  </a:prstGeom>
                  <a:noFill/>
                  <a:ln w="19050">
                    <a:noFill/>
                  </a:ln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28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Segoe UI Black" panose="020B0A02040204020203" pitchFamily="34" charset="0"/>
                        <a:ea typeface="Segoe UI Black" panose="020B0A02040204020203" pitchFamily="34" charset="0"/>
                        <a:cs typeface="Segoe UI Black" panose="020B0A02040204020203" pitchFamily="34" charset="0"/>
                      </a:rPr>
                      <a:t>+</a:t>
                    </a:r>
                    <a:endParaRPr kumimoji="0" lang="zh-CN" altLang="en-US" sz="2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Segoe UI Black" panose="020B0A02040204020203" pitchFamily="34" charset="0"/>
                      <a:ea typeface="等线" panose="02010600030101010101" pitchFamily="2" charset="-122"/>
                      <a:cs typeface="Segoe UI Black" panose="020B0A02040204020203" pitchFamily="34" charset="0"/>
                    </a:endParaRPr>
                  </a:p>
                </p:txBody>
              </p:sp>
            </p:grpSp>
            <p:grpSp>
              <p:nvGrpSpPr>
                <p:cNvPr id="158" name="组合 157">
                  <a:extLst>
                    <a:ext uri="{FF2B5EF4-FFF2-40B4-BE49-F238E27FC236}">
                      <a16:creationId xmlns:a16="http://schemas.microsoft.com/office/drawing/2014/main" id="{E5F23DE3-94B1-49F6-A29D-6F4D0AAF2B3B}"/>
                    </a:ext>
                  </a:extLst>
                </p:cNvPr>
                <p:cNvGrpSpPr/>
                <p:nvPr/>
              </p:nvGrpSpPr>
              <p:grpSpPr>
                <a:xfrm>
                  <a:off x="6406558" y="977816"/>
                  <a:ext cx="127877" cy="5018828"/>
                  <a:chOff x="8748116" y="1495448"/>
                  <a:chExt cx="127877" cy="5018828"/>
                </a:xfrm>
                <a:effectLst/>
              </p:grpSpPr>
              <p:sp>
                <p:nvSpPr>
                  <p:cNvPr id="172" name="Line 39">
                    <a:extLst>
                      <a:ext uri="{FF2B5EF4-FFF2-40B4-BE49-F238E27FC236}">
                        <a16:creationId xmlns:a16="http://schemas.microsoft.com/office/drawing/2014/main" id="{FB69A213-D73A-44F2-8613-69956E4FF47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748975" y="5216920"/>
                    <a:ext cx="0" cy="1297356"/>
                  </a:xfrm>
                  <a:prstGeom prst="line">
                    <a:avLst/>
                  </a:prstGeom>
                  <a:noFill/>
                  <a:ln w="12700" cap="sq">
                    <a:solidFill>
                      <a:srgbClr val="CC0000"/>
                    </a:solidFill>
                    <a:miter lim="800000"/>
                    <a:headEnd/>
                    <a:tailEnd type="triangl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2400" b="1" i="0" u="sng" strike="noStrike" kern="0" cap="none" spc="0" normalizeH="0" baseline="0" noProof="0" dirty="0">
                      <a:ln>
                        <a:noFill/>
                      </a:ln>
                      <a:solidFill>
                        <a:srgbClr val="FF3300"/>
                      </a:solidFill>
                      <a:effectLst/>
                      <a:uLnTx/>
                      <a:uFillTx/>
                      <a:latin typeface="等线"/>
                      <a:ea typeface="微软雅黑" panose="020B0503020204020204" pitchFamily="34" charset="-122"/>
                    </a:endParaRPr>
                  </a:p>
                </p:txBody>
              </p:sp>
              <p:grpSp>
                <p:nvGrpSpPr>
                  <p:cNvPr id="173" name="Group 36">
                    <a:extLst>
                      <a:ext uri="{FF2B5EF4-FFF2-40B4-BE49-F238E27FC236}">
                        <a16:creationId xmlns:a16="http://schemas.microsoft.com/office/drawing/2014/main" id="{6C4F5D13-311A-4BDA-A45E-61B227F6A58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748116" y="1495448"/>
                    <a:ext cx="127877" cy="3389300"/>
                    <a:chOff x="12" y="163"/>
                    <a:chExt cx="135" cy="1749"/>
                  </a:xfrm>
                  <a:effectLst/>
                </p:grpSpPr>
                <p:sp>
                  <p:nvSpPr>
                    <p:cNvPr id="174" name="Line 38">
                      <a:extLst>
                        <a:ext uri="{FF2B5EF4-FFF2-40B4-BE49-F238E27FC236}">
                          <a16:creationId xmlns:a16="http://schemas.microsoft.com/office/drawing/2014/main" id="{404B7B98-28EB-48AE-B782-AC37123F0FA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" y="163"/>
                      <a:ext cx="135" cy="0"/>
                    </a:xfrm>
                    <a:prstGeom prst="line">
                      <a:avLst/>
                    </a:prstGeom>
                    <a:noFill/>
                    <a:ln w="12700" cap="sq">
                      <a:solidFill>
                        <a:srgbClr val="CC0000"/>
                      </a:solidFill>
                      <a:miter lim="800000"/>
                      <a:headEnd/>
                      <a:tailEnd/>
                    </a:ln>
                    <a:effectLst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2400" b="1" i="0" u="sng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uLnTx/>
                        <a:uFillTx/>
                        <a:latin typeface="等线"/>
                        <a:ea typeface="微软雅黑" panose="020B0503020204020204" pitchFamily="34" charset="-122"/>
                      </a:endParaRPr>
                    </a:p>
                  </p:txBody>
                </p:sp>
                <p:sp>
                  <p:nvSpPr>
                    <p:cNvPr id="175" name="Line 39">
                      <a:extLst>
                        <a:ext uri="{FF2B5EF4-FFF2-40B4-BE49-F238E27FC236}">
                          <a16:creationId xmlns:a16="http://schemas.microsoft.com/office/drawing/2014/main" id="{FF60E683-82FC-46B2-A5A9-09A24E57D29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" y="163"/>
                      <a:ext cx="0" cy="417"/>
                    </a:xfrm>
                    <a:prstGeom prst="line">
                      <a:avLst/>
                    </a:prstGeom>
                    <a:noFill/>
                    <a:ln w="12700" cap="sq">
                      <a:solidFill>
                        <a:srgbClr val="CC0000"/>
                      </a:solidFill>
                      <a:miter lim="800000"/>
                      <a:headEnd/>
                      <a:tailEnd type="triangle" w="med" len="med"/>
                    </a:ln>
                    <a:effectLst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2400" b="1" i="0" u="sng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uLnTx/>
                        <a:uFillTx/>
                        <a:latin typeface="等线"/>
                        <a:ea typeface="微软雅黑" panose="020B0503020204020204" pitchFamily="34" charset="-122"/>
                      </a:endParaRPr>
                    </a:p>
                  </p:txBody>
                </p:sp>
                <p:sp>
                  <p:nvSpPr>
                    <p:cNvPr id="176" name="Line 39">
                      <a:extLst>
                        <a:ext uri="{FF2B5EF4-FFF2-40B4-BE49-F238E27FC236}">
                          <a16:creationId xmlns:a16="http://schemas.microsoft.com/office/drawing/2014/main" id="{D5C6831A-D1EB-467E-ACD6-0F14A9E1275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3" y="1194"/>
                      <a:ext cx="0" cy="268"/>
                    </a:xfrm>
                    <a:prstGeom prst="line">
                      <a:avLst/>
                    </a:prstGeom>
                    <a:noFill/>
                    <a:ln w="12700" cap="sq">
                      <a:solidFill>
                        <a:srgbClr val="CC0000"/>
                      </a:solidFill>
                      <a:miter lim="800000"/>
                      <a:headEnd/>
                      <a:tailEnd type="triangle" w="med" len="med"/>
                    </a:ln>
                    <a:effectLst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2400" b="1" i="0" u="sng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uLnTx/>
                        <a:uFillTx/>
                        <a:latin typeface="等线"/>
                        <a:ea typeface="微软雅黑" panose="020B0503020204020204" pitchFamily="34" charset="-122"/>
                      </a:endParaRPr>
                    </a:p>
                  </p:txBody>
                </p:sp>
                <p:sp>
                  <p:nvSpPr>
                    <p:cNvPr id="177" name="Line 39">
                      <a:extLst>
                        <a:ext uri="{FF2B5EF4-FFF2-40B4-BE49-F238E27FC236}">
                          <a16:creationId xmlns:a16="http://schemas.microsoft.com/office/drawing/2014/main" id="{0272A54D-E9DA-424D-9265-27B0B4A5E67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" y="1644"/>
                      <a:ext cx="0" cy="268"/>
                    </a:xfrm>
                    <a:prstGeom prst="line">
                      <a:avLst/>
                    </a:prstGeom>
                    <a:noFill/>
                    <a:ln w="12700" cap="sq">
                      <a:solidFill>
                        <a:srgbClr val="CC0000"/>
                      </a:solidFill>
                      <a:miter lim="800000"/>
                      <a:headEnd/>
                      <a:tailEnd type="triangle" w="med" len="med"/>
                    </a:ln>
                    <a:effectLst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2400" b="1" i="0" u="sng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uLnTx/>
                        <a:uFillTx/>
                        <a:latin typeface="等线"/>
                        <a:ea typeface="微软雅黑" panose="020B0503020204020204" pitchFamily="34" charset="-122"/>
                      </a:endParaRPr>
                    </a:p>
                  </p:txBody>
                </p:sp>
                <p:sp>
                  <p:nvSpPr>
                    <p:cNvPr id="178" name="Line 39">
                      <a:extLst>
                        <a:ext uri="{FF2B5EF4-FFF2-40B4-BE49-F238E27FC236}">
                          <a16:creationId xmlns:a16="http://schemas.microsoft.com/office/drawing/2014/main" id="{52197F45-4120-48D8-AA33-C14329F8FD9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3" y="761"/>
                      <a:ext cx="0" cy="260"/>
                    </a:xfrm>
                    <a:prstGeom prst="line">
                      <a:avLst/>
                    </a:prstGeom>
                    <a:noFill/>
                    <a:ln w="12700" cap="sq">
                      <a:solidFill>
                        <a:srgbClr val="CC0000"/>
                      </a:solidFill>
                      <a:miter lim="800000"/>
                      <a:headEnd/>
                      <a:tailEnd type="triangle" w="med" len="med"/>
                    </a:ln>
                    <a:effectLst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2400" b="1" i="0" u="sng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uLnTx/>
                        <a:uFillTx/>
                        <a:latin typeface="等线"/>
                        <a:ea typeface="微软雅黑" panose="020B0503020204020204" pitchFamily="34" charset="-122"/>
                      </a:endParaRPr>
                    </a:p>
                  </p:txBody>
                </p:sp>
              </p:grpSp>
            </p:grpSp>
            <p:sp>
              <p:nvSpPr>
                <p:cNvPr id="159" name="Line 40">
                  <a:extLst>
                    <a:ext uri="{FF2B5EF4-FFF2-40B4-BE49-F238E27FC236}">
                      <a16:creationId xmlns:a16="http://schemas.microsoft.com/office/drawing/2014/main" id="{6776C72A-2CB5-4DE1-943F-77E67F92D2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700920" y="2074709"/>
                  <a:ext cx="601876" cy="601876"/>
                </a:xfrm>
                <a:prstGeom prst="line">
                  <a:avLst/>
                </a:prstGeom>
                <a:noFill/>
                <a:ln w="12700">
                  <a:solidFill>
                    <a:srgbClr val="70AD47">
                      <a:lumMod val="75000"/>
                    </a:srgbClr>
                  </a:solidFill>
                  <a:round/>
                  <a:headEnd/>
                  <a:tailEnd type="triangle" w="med" len="med"/>
                </a:ln>
                <a:effectLst>
                  <a:outerShdw blurRad="50800" dist="50800" dir="5400000" algn="ctr" rotWithShape="0">
                    <a:sysClr val="window" lastClr="FFFFFF"/>
                  </a:outerShdw>
                </a:effectLst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400" b="1" i="0" u="sng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等线"/>
                    <a:ea typeface="微软雅黑" panose="020B0503020204020204" pitchFamily="34" charset="-122"/>
                  </a:endParaRPr>
                </a:p>
              </p:txBody>
            </p:sp>
            <p:grpSp>
              <p:nvGrpSpPr>
                <p:cNvPr id="160" name="组合 159">
                  <a:extLst>
                    <a:ext uri="{FF2B5EF4-FFF2-40B4-BE49-F238E27FC236}">
                      <a16:creationId xmlns:a16="http://schemas.microsoft.com/office/drawing/2014/main" id="{1CD563BF-BE72-4946-8DD1-1A20585F67CA}"/>
                    </a:ext>
                  </a:extLst>
                </p:cNvPr>
                <p:cNvGrpSpPr/>
                <p:nvPr/>
              </p:nvGrpSpPr>
              <p:grpSpPr>
                <a:xfrm>
                  <a:off x="6237414" y="2563646"/>
                  <a:ext cx="338138" cy="430887"/>
                  <a:chOff x="8686490" y="2190704"/>
                  <a:chExt cx="338138" cy="430887"/>
                </a:xfrm>
              </p:grpSpPr>
              <p:sp>
                <p:nvSpPr>
                  <p:cNvPr id="170" name="Oval 36">
                    <a:extLst>
                      <a:ext uri="{FF2B5EF4-FFF2-40B4-BE49-F238E27FC236}">
                        <a16:creationId xmlns:a16="http://schemas.microsoft.com/office/drawing/2014/main" id="{F4D11F36-676D-4D69-9A44-46A45C62B1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686490" y="2271912"/>
                    <a:ext cx="338138" cy="334962"/>
                  </a:xfrm>
                  <a:prstGeom prst="ellipse">
                    <a:avLst/>
                  </a:prstGeom>
                  <a:solidFill>
                    <a:srgbClr val="99FFCC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anchor="ctr" anchorCtr="1"/>
                  <a:lstStyle>
                    <a:lvl1pPr marL="342900" indent="-342900"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1pPr>
                    <a:lvl2pPr marL="742950" indent="-285750"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2pPr>
                    <a:lvl3pPr marL="1143000" indent="-228600"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3pPr>
                    <a:lvl4pPr marL="1600200" indent="-228600"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4pPr>
                    <a:lvl5pPr marL="2057400" indent="-228600"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9pPr>
                  </a:lstStyle>
                  <a:p>
                    <a:pPr marL="342900" marR="0" lvl="0" indent="-342900" algn="ctr" defTabSz="914400" eaLnBrk="1" fontAlgn="auto" latinLnBrk="0" hangingPunct="1">
                      <a:lnSpc>
                        <a:spcPct val="80000"/>
                      </a:lnSpc>
                      <a:spcBef>
                        <a:spcPct val="20000"/>
                      </a:spcBef>
                      <a:spcAft>
                        <a:spcPts val="0"/>
                      </a:spcAft>
                      <a:buClr>
                        <a:srgbClr val="336699"/>
                      </a:buClr>
                      <a:buSzPct val="65000"/>
                      <a:buFont typeface="Wingdings" panose="05000000000000000000" pitchFamily="2" charset="2"/>
                      <a:buNone/>
                      <a:tabLst/>
                      <a:defRPr/>
                    </a:pPr>
                    <a:endParaRPr kumimoji="0" lang="en-US" altLang="zh-CN" sz="2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33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171" name="文本框 170">
                    <a:extLst>
                      <a:ext uri="{FF2B5EF4-FFF2-40B4-BE49-F238E27FC236}">
                        <a16:creationId xmlns:a16="http://schemas.microsoft.com/office/drawing/2014/main" id="{0E23B140-21AD-4163-830C-2C35FFC13F83}"/>
                      </a:ext>
                    </a:extLst>
                  </p:cNvPr>
                  <p:cNvSpPr txBox="1"/>
                  <p:nvPr/>
                </p:nvSpPr>
                <p:spPr>
                  <a:xfrm>
                    <a:off x="8728627" y="2190704"/>
                    <a:ext cx="266700" cy="430887"/>
                  </a:xfrm>
                  <a:prstGeom prst="rect">
                    <a:avLst/>
                  </a:prstGeom>
                  <a:noFill/>
                  <a:ln w="19050">
                    <a:noFill/>
                  </a:ln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28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Segoe UI Black" panose="020B0A02040204020203" pitchFamily="34" charset="0"/>
                        <a:ea typeface="Segoe UI Black" panose="020B0A02040204020203" pitchFamily="34" charset="0"/>
                        <a:cs typeface="Segoe UI Black" panose="020B0A02040204020203" pitchFamily="34" charset="0"/>
                      </a:rPr>
                      <a:t>+</a:t>
                    </a:r>
                    <a:endParaRPr kumimoji="0" lang="zh-CN" altLang="en-US" sz="2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Segoe UI Black" panose="020B0A02040204020203" pitchFamily="34" charset="0"/>
                      <a:ea typeface="等线" panose="02010600030101010101" pitchFamily="2" charset="-122"/>
                      <a:cs typeface="Segoe UI Black" panose="020B0A02040204020203" pitchFamily="34" charset="0"/>
                    </a:endParaRPr>
                  </a:p>
                </p:txBody>
              </p:sp>
            </p:grpSp>
            <p:grpSp>
              <p:nvGrpSpPr>
                <p:cNvPr id="161" name="组合 160">
                  <a:extLst>
                    <a:ext uri="{FF2B5EF4-FFF2-40B4-BE49-F238E27FC236}">
                      <a16:creationId xmlns:a16="http://schemas.microsoft.com/office/drawing/2014/main" id="{8ECCFA9F-6742-4D8C-8D98-7DE070C8A707}"/>
                    </a:ext>
                  </a:extLst>
                </p:cNvPr>
                <p:cNvGrpSpPr/>
                <p:nvPr/>
              </p:nvGrpSpPr>
              <p:grpSpPr>
                <a:xfrm>
                  <a:off x="6237414" y="1709518"/>
                  <a:ext cx="338138" cy="430887"/>
                  <a:chOff x="8686490" y="2190704"/>
                  <a:chExt cx="338138" cy="430887"/>
                </a:xfrm>
              </p:grpSpPr>
              <p:sp>
                <p:nvSpPr>
                  <p:cNvPr id="168" name="Oval 36">
                    <a:extLst>
                      <a:ext uri="{FF2B5EF4-FFF2-40B4-BE49-F238E27FC236}">
                        <a16:creationId xmlns:a16="http://schemas.microsoft.com/office/drawing/2014/main" id="{12EA02CD-D8F7-4E4A-A9DB-8BD19F2461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686490" y="2271912"/>
                    <a:ext cx="338138" cy="334962"/>
                  </a:xfrm>
                  <a:prstGeom prst="ellipse">
                    <a:avLst/>
                  </a:prstGeom>
                  <a:solidFill>
                    <a:srgbClr val="99FFCC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anchor="ctr" anchorCtr="1"/>
                  <a:lstStyle>
                    <a:lvl1pPr marL="342900" indent="-342900"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1pPr>
                    <a:lvl2pPr marL="742950" indent="-285750"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2pPr>
                    <a:lvl3pPr marL="1143000" indent="-228600"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3pPr>
                    <a:lvl4pPr marL="1600200" indent="-228600"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4pPr>
                    <a:lvl5pPr marL="2057400" indent="-228600"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 b="1" u="sng">
                        <a:solidFill>
                          <a:srgbClr val="FF3300"/>
                        </a:solidFill>
                        <a:latin typeface="Arial" panose="020B0604020202020204" pitchFamily="34" charset="0"/>
                        <a:ea typeface="华文新魏" panose="02010800040101010101" pitchFamily="2" charset="-122"/>
                      </a:defRPr>
                    </a:lvl9pPr>
                  </a:lstStyle>
                  <a:p>
                    <a:pPr marL="342900" marR="0" lvl="0" indent="-342900" algn="ctr" defTabSz="914400" eaLnBrk="1" fontAlgn="auto" latinLnBrk="0" hangingPunct="1">
                      <a:lnSpc>
                        <a:spcPct val="80000"/>
                      </a:lnSpc>
                      <a:spcBef>
                        <a:spcPct val="20000"/>
                      </a:spcBef>
                      <a:spcAft>
                        <a:spcPts val="0"/>
                      </a:spcAft>
                      <a:buClr>
                        <a:srgbClr val="336699"/>
                      </a:buClr>
                      <a:buSzPct val="65000"/>
                      <a:buFont typeface="Wingdings" panose="05000000000000000000" pitchFamily="2" charset="2"/>
                      <a:buNone/>
                      <a:tabLst/>
                      <a:defRPr/>
                    </a:pPr>
                    <a:endParaRPr kumimoji="0" lang="en-US" altLang="zh-CN" sz="2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33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169" name="文本框 168">
                    <a:extLst>
                      <a:ext uri="{FF2B5EF4-FFF2-40B4-BE49-F238E27FC236}">
                        <a16:creationId xmlns:a16="http://schemas.microsoft.com/office/drawing/2014/main" id="{92DF7112-5E06-4109-A171-3962934013F7}"/>
                      </a:ext>
                    </a:extLst>
                  </p:cNvPr>
                  <p:cNvSpPr txBox="1"/>
                  <p:nvPr/>
                </p:nvSpPr>
                <p:spPr>
                  <a:xfrm>
                    <a:off x="8728627" y="2190704"/>
                    <a:ext cx="266700" cy="430887"/>
                  </a:xfrm>
                  <a:prstGeom prst="rect">
                    <a:avLst/>
                  </a:prstGeom>
                  <a:noFill/>
                  <a:ln w="19050">
                    <a:noFill/>
                  </a:ln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zh-CN" sz="28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Segoe UI Black" panose="020B0A02040204020203" pitchFamily="34" charset="0"/>
                        <a:ea typeface="Segoe UI Black" panose="020B0A02040204020203" pitchFamily="34" charset="0"/>
                        <a:cs typeface="Segoe UI Black" panose="020B0A02040204020203" pitchFamily="34" charset="0"/>
                      </a:rPr>
                      <a:t>+</a:t>
                    </a:r>
                    <a:endParaRPr kumimoji="0" lang="zh-CN" altLang="en-US" sz="2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Segoe UI Black" panose="020B0A02040204020203" pitchFamily="34" charset="0"/>
                      <a:ea typeface="等线" panose="02010600030101010101" pitchFamily="2" charset="-122"/>
                      <a:cs typeface="Segoe UI Black" panose="020B0A02040204020203" pitchFamily="34" charset="0"/>
                    </a:endParaRPr>
                  </a:p>
                </p:txBody>
              </p:sp>
            </p:grpSp>
            <p:cxnSp>
              <p:nvCxnSpPr>
                <p:cNvPr id="162" name="直接箭头连接符 161">
                  <a:extLst>
                    <a:ext uri="{FF2B5EF4-FFF2-40B4-BE49-F238E27FC236}">
                      <a16:creationId xmlns:a16="http://schemas.microsoft.com/office/drawing/2014/main" id="{0C4D2F78-0BFD-4CB6-89EF-49394348D18B}"/>
                    </a:ext>
                  </a:extLst>
                </p:cNvPr>
                <p:cNvCxnSpPr/>
                <p:nvPr/>
              </p:nvCxnSpPr>
              <p:spPr>
                <a:xfrm flipH="1">
                  <a:off x="6575552" y="1942733"/>
                  <a:ext cx="252994" cy="0"/>
                </a:xfrm>
                <a:prstGeom prst="straightConnector1">
                  <a:avLst/>
                </a:prstGeom>
                <a:noFill/>
                <a:ln w="12700" cap="sq">
                  <a:solidFill>
                    <a:srgbClr val="CC0000"/>
                  </a:solidFill>
                  <a:miter lim="800000"/>
                  <a:headEnd/>
                  <a:tailEnd type="triangle" w="med" len="med"/>
                </a:ln>
                <a:effectLst/>
              </p:spPr>
            </p:cxnSp>
            <p:cxnSp>
              <p:nvCxnSpPr>
                <p:cNvPr id="163" name="直接箭头连接符 162">
                  <a:extLst>
                    <a:ext uri="{FF2B5EF4-FFF2-40B4-BE49-F238E27FC236}">
                      <a16:creationId xmlns:a16="http://schemas.microsoft.com/office/drawing/2014/main" id="{F325CACB-BEF5-4FA5-B837-8F49321A85E5}"/>
                    </a:ext>
                  </a:extLst>
                </p:cNvPr>
                <p:cNvCxnSpPr/>
                <p:nvPr/>
              </p:nvCxnSpPr>
              <p:spPr>
                <a:xfrm flipH="1">
                  <a:off x="6571154" y="2800705"/>
                  <a:ext cx="252994" cy="0"/>
                </a:xfrm>
                <a:prstGeom prst="straightConnector1">
                  <a:avLst/>
                </a:prstGeom>
                <a:noFill/>
                <a:ln w="12700" cap="sq">
                  <a:solidFill>
                    <a:srgbClr val="CC0000"/>
                  </a:solidFill>
                  <a:miter lim="800000"/>
                  <a:headEnd/>
                  <a:tailEnd type="triangle" w="med" len="med"/>
                </a:ln>
                <a:effectLst/>
              </p:spPr>
            </p:cxnSp>
            <p:cxnSp>
              <p:nvCxnSpPr>
                <p:cNvPr id="164" name="直接箭头连接符 163">
                  <a:extLst>
                    <a:ext uri="{FF2B5EF4-FFF2-40B4-BE49-F238E27FC236}">
                      <a16:creationId xmlns:a16="http://schemas.microsoft.com/office/drawing/2014/main" id="{933A4677-C2A2-4069-907F-4907405444E2}"/>
                    </a:ext>
                  </a:extLst>
                </p:cNvPr>
                <p:cNvCxnSpPr/>
                <p:nvPr/>
              </p:nvCxnSpPr>
              <p:spPr>
                <a:xfrm flipH="1">
                  <a:off x="6576654" y="3648840"/>
                  <a:ext cx="252994" cy="0"/>
                </a:xfrm>
                <a:prstGeom prst="straightConnector1">
                  <a:avLst/>
                </a:prstGeom>
                <a:noFill/>
                <a:ln w="12700" cap="sq">
                  <a:solidFill>
                    <a:srgbClr val="CC0000"/>
                  </a:solidFill>
                  <a:miter lim="800000"/>
                  <a:headEnd/>
                  <a:tailEnd type="triangle" w="med" len="med"/>
                </a:ln>
                <a:effectLst/>
              </p:spPr>
            </p:cxnSp>
            <p:sp>
              <p:nvSpPr>
                <p:cNvPr id="165" name="Line 40">
                  <a:extLst>
                    <a:ext uri="{FF2B5EF4-FFF2-40B4-BE49-F238E27FC236}">
                      <a16:creationId xmlns:a16="http://schemas.microsoft.com/office/drawing/2014/main" id="{B4239D9A-48F9-43A9-BCE0-2EBE809B36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682294" y="4660616"/>
                  <a:ext cx="589268" cy="589268"/>
                </a:xfrm>
                <a:prstGeom prst="line">
                  <a:avLst/>
                </a:prstGeom>
                <a:noFill/>
                <a:ln w="12700">
                  <a:solidFill>
                    <a:srgbClr val="70AD47">
                      <a:lumMod val="75000"/>
                    </a:srgbClr>
                  </a:solidFill>
                  <a:round/>
                  <a:headEnd/>
                  <a:tailEnd type="triangl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400" b="1" i="0" u="sng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等线"/>
                    <a:ea typeface="微软雅黑" panose="020B0503020204020204" pitchFamily="34" charset="-122"/>
                  </a:endParaRPr>
                </a:p>
              </p:txBody>
            </p:sp>
            <p:cxnSp>
              <p:nvCxnSpPr>
                <p:cNvPr id="166" name="直接箭头连接符 165">
                  <a:extLst>
                    <a:ext uri="{FF2B5EF4-FFF2-40B4-BE49-F238E27FC236}">
                      <a16:creationId xmlns:a16="http://schemas.microsoft.com/office/drawing/2014/main" id="{821105E2-D479-4D93-9202-01F1076E5BB2}"/>
                    </a:ext>
                  </a:extLst>
                </p:cNvPr>
                <p:cNvCxnSpPr/>
                <p:nvPr/>
              </p:nvCxnSpPr>
              <p:spPr>
                <a:xfrm flipH="1">
                  <a:off x="6578744" y="4535837"/>
                  <a:ext cx="252994" cy="0"/>
                </a:xfrm>
                <a:prstGeom prst="straightConnector1">
                  <a:avLst/>
                </a:prstGeom>
                <a:noFill/>
                <a:ln w="12700" cap="sq">
                  <a:solidFill>
                    <a:srgbClr val="CC0000"/>
                  </a:solidFill>
                  <a:miter lim="800000"/>
                  <a:headEnd/>
                  <a:tailEnd type="triangle" w="med" len="med"/>
                </a:ln>
                <a:effectLst/>
              </p:spPr>
            </p:cxnSp>
            <p:sp>
              <p:nvSpPr>
                <p:cNvPr id="167" name="Line 40">
                  <a:extLst>
                    <a:ext uri="{FF2B5EF4-FFF2-40B4-BE49-F238E27FC236}">
                      <a16:creationId xmlns:a16="http://schemas.microsoft.com/office/drawing/2014/main" id="{CF07B7A3-1F79-4FD8-89E8-E185C71A3A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667966" y="3783153"/>
                  <a:ext cx="600788" cy="600788"/>
                </a:xfrm>
                <a:prstGeom prst="line">
                  <a:avLst/>
                </a:prstGeom>
                <a:noFill/>
                <a:ln w="12700">
                  <a:solidFill>
                    <a:srgbClr val="70AD47">
                      <a:lumMod val="75000"/>
                    </a:srgbClr>
                  </a:solidFill>
                  <a:round/>
                  <a:headEnd/>
                  <a:tailEnd type="triangle" w="med" len="med"/>
                </a:ln>
                <a:effectLst>
                  <a:outerShdw blurRad="50800" dist="50800" dir="5400000" algn="ctr" rotWithShape="0">
                    <a:sysClr val="window" lastClr="FFFFFF"/>
                  </a:outerShdw>
                </a:effectLst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400" b="1" i="0" u="sng" strike="noStrike" kern="0" cap="none" spc="0" normalizeH="0" baseline="0" noProof="0" dirty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等线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185" name="组合 184">
            <a:extLst>
              <a:ext uri="{FF2B5EF4-FFF2-40B4-BE49-F238E27FC236}">
                <a16:creationId xmlns:a16="http://schemas.microsoft.com/office/drawing/2014/main" id="{3C6BB104-A4B5-4C51-A510-096395688095}"/>
              </a:ext>
            </a:extLst>
          </p:cNvPr>
          <p:cNvGrpSpPr/>
          <p:nvPr/>
        </p:nvGrpSpPr>
        <p:grpSpPr>
          <a:xfrm>
            <a:off x="3326251" y="1975782"/>
            <a:ext cx="1150439" cy="4391444"/>
            <a:chOff x="4855181" y="1942317"/>
            <a:chExt cx="1150439" cy="4391444"/>
          </a:xfrm>
          <a:effectLst/>
        </p:grpSpPr>
        <p:sp>
          <p:nvSpPr>
            <p:cNvPr id="186" name="Line 40">
              <a:extLst>
                <a:ext uri="{FF2B5EF4-FFF2-40B4-BE49-F238E27FC236}">
                  <a16:creationId xmlns:a16="http://schemas.microsoft.com/office/drawing/2014/main" id="{3005A77D-258A-488A-B874-4210641B56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64221" y="2938376"/>
              <a:ext cx="597251" cy="597251"/>
            </a:xfrm>
            <a:prstGeom prst="line">
              <a:avLst/>
            </a:prstGeom>
            <a:noFill/>
            <a:ln w="12700">
              <a:solidFill>
                <a:srgbClr val="70AD47">
                  <a:lumMod val="75000"/>
                </a:srgb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ysClr val="window" lastClr="FFFFFF"/>
              </a:outerShdw>
            </a:effec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等线"/>
                <a:ea typeface="微软雅黑" panose="020B0503020204020204" pitchFamily="34" charset="-122"/>
              </a:endParaRPr>
            </a:p>
          </p:txBody>
        </p:sp>
        <p:sp>
          <p:nvSpPr>
            <p:cNvPr id="187" name="Line 40">
              <a:extLst>
                <a:ext uri="{FF2B5EF4-FFF2-40B4-BE49-F238E27FC236}">
                  <a16:creationId xmlns:a16="http://schemas.microsoft.com/office/drawing/2014/main" id="{C60E8B03-962F-4147-AFD1-58BD20E15C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59357" y="4654195"/>
              <a:ext cx="589159" cy="589159"/>
            </a:xfrm>
            <a:prstGeom prst="line">
              <a:avLst/>
            </a:prstGeom>
            <a:noFill/>
            <a:ln w="12700">
              <a:solidFill>
                <a:srgbClr val="70AD47">
                  <a:lumMod val="75000"/>
                </a:srgbClr>
              </a:solidFill>
              <a:round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等线"/>
                <a:ea typeface="微软雅黑" panose="020B0503020204020204" pitchFamily="34" charset="-122"/>
              </a:endParaRPr>
            </a:p>
          </p:txBody>
        </p:sp>
        <p:sp>
          <p:nvSpPr>
            <p:cNvPr id="188" name="Line 40">
              <a:extLst>
                <a:ext uri="{FF2B5EF4-FFF2-40B4-BE49-F238E27FC236}">
                  <a16:creationId xmlns:a16="http://schemas.microsoft.com/office/drawing/2014/main" id="{59541176-BF7F-4331-ADDF-024BCA12E7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55181" y="3774376"/>
              <a:ext cx="599396" cy="599396"/>
            </a:xfrm>
            <a:prstGeom prst="line">
              <a:avLst/>
            </a:prstGeom>
            <a:noFill/>
            <a:ln w="12700">
              <a:solidFill>
                <a:srgbClr val="70AD47">
                  <a:lumMod val="75000"/>
                </a:srgb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ysClr val="window" lastClr="FFFFFF"/>
              </a:outerShdw>
            </a:effec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等线"/>
                <a:ea typeface="微软雅黑" panose="020B0503020204020204" pitchFamily="34" charset="-122"/>
              </a:endParaRPr>
            </a:p>
          </p:txBody>
        </p:sp>
        <p:grpSp>
          <p:nvGrpSpPr>
            <p:cNvPr id="189" name="组合 188">
              <a:extLst>
                <a:ext uri="{FF2B5EF4-FFF2-40B4-BE49-F238E27FC236}">
                  <a16:creationId xmlns:a16="http://schemas.microsoft.com/office/drawing/2014/main" id="{3557D66C-D6DB-4141-966B-4CB02DAC663F}"/>
                </a:ext>
              </a:extLst>
            </p:cNvPr>
            <p:cNvGrpSpPr/>
            <p:nvPr/>
          </p:nvGrpSpPr>
          <p:grpSpPr>
            <a:xfrm>
              <a:off x="5253364" y="1942317"/>
              <a:ext cx="752256" cy="4391444"/>
              <a:chOff x="5253364" y="1942317"/>
              <a:chExt cx="752256" cy="4391444"/>
            </a:xfrm>
          </p:grpSpPr>
          <p:grpSp>
            <p:nvGrpSpPr>
              <p:cNvPr id="190" name="组合 189">
                <a:extLst>
                  <a:ext uri="{FF2B5EF4-FFF2-40B4-BE49-F238E27FC236}">
                    <a16:creationId xmlns:a16="http://schemas.microsoft.com/office/drawing/2014/main" id="{0DFB64F0-8441-43A9-B1FB-8CBC6EF58F77}"/>
                  </a:ext>
                </a:extLst>
              </p:cNvPr>
              <p:cNvGrpSpPr/>
              <p:nvPr/>
            </p:nvGrpSpPr>
            <p:grpSpPr>
              <a:xfrm>
                <a:off x="5253364" y="1942317"/>
                <a:ext cx="650875" cy="4391444"/>
                <a:chOff x="5253364" y="1942317"/>
                <a:chExt cx="650875" cy="4391444"/>
              </a:xfrm>
            </p:grpSpPr>
            <p:sp>
              <p:nvSpPr>
                <p:cNvPr id="194" name="Text Box 37">
                  <a:extLst>
                    <a:ext uri="{FF2B5EF4-FFF2-40B4-BE49-F238E27FC236}">
                      <a16:creationId xmlns:a16="http://schemas.microsoft.com/office/drawing/2014/main" id="{1A6DB8AD-B6B4-402A-9CDE-ACF3E191B88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253364" y="5997211"/>
                  <a:ext cx="650875" cy="3365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lnSpc>
                      <a:spcPct val="120000"/>
                    </a:lnSpc>
                    <a:spcBef>
                      <a:spcPct val="20000"/>
                    </a:spcBef>
                    <a:buClr>
                      <a:schemeClr val="accent2"/>
                    </a:buClr>
                    <a:buFont typeface="Wingdings" panose="05000000000000000000" pitchFamily="2" charset="2"/>
                    <a:buChar char="o"/>
                    <a:defRPr sz="3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lnSpc>
                      <a:spcPct val="120000"/>
                    </a:lnSpc>
                    <a:spcBef>
                      <a:spcPct val="20000"/>
                    </a:spcBef>
                    <a:buClr>
                      <a:schemeClr val="accent2"/>
                    </a:buClr>
                    <a:buFont typeface="Wingdings" panose="05000000000000000000" pitchFamily="2" charset="2"/>
                    <a:buChar char="n"/>
                    <a:defRPr sz="26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lnSpc>
                      <a:spcPct val="120000"/>
                    </a:lnSpc>
                    <a:spcBef>
                      <a:spcPct val="20000"/>
                    </a:spcBef>
                    <a:buClr>
                      <a:schemeClr val="accent2"/>
                    </a:buClr>
                    <a:buFont typeface="Wingdings" panose="05000000000000000000" pitchFamily="2" charset="2"/>
                    <a:buChar char="o"/>
                    <a:defRPr sz="23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lnSpc>
                      <a:spcPct val="120000"/>
                    </a:lnSpc>
                    <a:spcBef>
                      <a:spcPct val="20000"/>
                    </a:spcBef>
                    <a:buClr>
                      <a:schemeClr val="accent2"/>
                    </a:buClr>
                    <a:buFont typeface="Wingdings" panose="05000000000000000000" pitchFamily="2" charset="2"/>
                    <a:buChar char="n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lnSpc>
                      <a:spcPct val="120000"/>
                    </a:lnSpc>
                    <a:spcBef>
                      <a:spcPct val="25000"/>
                    </a:spcBef>
                    <a:buClr>
                      <a:schemeClr val="accent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lnSpc>
                      <a:spcPct val="120000"/>
                    </a:lnSpc>
                    <a:spcBef>
                      <a:spcPct val="25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lnSpc>
                      <a:spcPct val="120000"/>
                    </a:lnSpc>
                    <a:spcBef>
                      <a:spcPct val="25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lnSpc>
                      <a:spcPct val="120000"/>
                    </a:lnSpc>
                    <a:spcBef>
                      <a:spcPct val="25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lnSpc>
                      <a:spcPct val="120000"/>
                    </a:lnSpc>
                    <a:spcBef>
                      <a:spcPct val="25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zh-CN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C00000"/>
                      </a:solidFill>
                      <a:effectLst/>
                      <a:uLnTx/>
                      <a:uFillTx/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p</a:t>
                  </a:r>
                  <a:r>
                    <a:rPr kumimoji="0" lang="en-US" altLang="zh-CN" sz="1600" b="1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C00000"/>
                      </a:solidFill>
                      <a:effectLst/>
                      <a:uLnTx/>
                      <a:uFillTx/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5</a:t>
                  </a:r>
                  <a:endParaRPr kumimoji="0" lang="en-US" altLang="zh-CN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grpSp>
              <p:nvGrpSpPr>
                <p:cNvPr id="195" name="组合 194">
                  <a:extLst>
                    <a:ext uri="{FF2B5EF4-FFF2-40B4-BE49-F238E27FC236}">
                      <a16:creationId xmlns:a16="http://schemas.microsoft.com/office/drawing/2014/main" id="{3AA947D5-34CD-4082-A48C-AF3C43111A21}"/>
                    </a:ext>
                  </a:extLst>
                </p:cNvPr>
                <p:cNvGrpSpPr/>
                <p:nvPr/>
              </p:nvGrpSpPr>
              <p:grpSpPr>
                <a:xfrm>
                  <a:off x="5400731" y="1942317"/>
                  <a:ext cx="450343" cy="4054327"/>
                  <a:chOff x="5400731" y="1942317"/>
                  <a:chExt cx="450343" cy="4054327"/>
                </a:xfrm>
              </p:grpSpPr>
              <p:grpSp>
                <p:nvGrpSpPr>
                  <p:cNvPr id="196" name="组合 195">
                    <a:extLst>
                      <a:ext uri="{FF2B5EF4-FFF2-40B4-BE49-F238E27FC236}">
                        <a16:creationId xmlns:a16="http://schemas.microsoft.com/office/drawing/2014/main" id="{E8332E31-289D-4F07-BFCC-C5F5989CFAAB}"/>
                      </a:ext>
                    </a:extLst>
                  </p:cNvPr>
                  <p:cNvGrpSpPr/>
                  <p:nvPr/>
                </p:nvGrpSpPr>
                <p:grpSpPr>
                  <a:xfrm>
                    <a:off x="5409553" y="3419136"/>
                    <a:ext cx="338138" cy="430887"/>
                    <a:chOff x="8686490" y="2190704"/>
                    <a:chExt cx="338138" cy="430887"/>
                  </a:xfrm>
                </p:grpSpPr>
                <p:sp>
                  <p:nvSpPr>
                    <p:cNvPr id="216" name="Oval 36">
                      <a:extLst>
                        <a:ext uri="{FF2B5EF4-FFF2-40B4-BE49-F238E27FC236}">
                          <a16:creationId xmlns:a16="http://schemas.microsoft.com/office/drawing/2014/main" id="{AD325D7D-A32E-4442-8CA1-723CD91E9CD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686490" y="2271912"/>
                      <a:ext cx="338138" cy="334962"/>
                    </a:xfrm>
                    <a:prstGeom prst="ellipse">
                      <a:avLst/>
                    </a:prstGeom>
                    <a:solidFill>
                      <a:srgbClr val="99FFCC"/>
                    </a:solidFill>
                    <a:ln w="127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/>
                  </p:spPr>
                  <p:txBody>
                    <a:bodyPr wrap="none" anchor="ctr" anchorCtr="1"/>
                    <a:lstStyle>
                      <a:lvl1pPr marL="342900" indent="-342900"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1pPr>
                      <a:lvl2pPr marL="742950" indent="-285750"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2pPr>
                      <a:lvl3pPr marL="1143000" indent="-228600"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3pPr>
                      <a:lvl4pPr marL="1600200" indent="-228600"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4pPr>
                      <a:lvl5pPr marL="2057400" indent="-228600"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9pPr>
                    </a:lstStyle>
                    <a:p>
                      <a:pPr marL="342900" marR="0" lvl="0" indent="-342900" algn="ctr" defTabSz="914400" eaLnBrk="1" fontAlgn="auto" latinLnBrk="0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ts val="0"/>
                        </a:spcAft>
                        <a:buClr>
                          <a:srgbClr val="336699"/>
                        </a:buClr>
                        <a:buSzPct val="6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kumimoji="0" lang="en-US" altLang="zh-CN" sz="24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微软雅黑" panose="020B0503020204020204" pitchFamily="34" charset="-122"/>
                      </a:endParaRPr>
                    </a:p>
                  </p:txBody>
                </p:sp>
                <p:sp>
                  <p:nvSpPr>
                    <p:cNvPr id="217" name="文本框 216">
                      <a:extLst>
                        <a:ext uri="{FF2B5EF4-FFF2-40B4-BE49-F238E27FC236}">
                          <a16:creationId xmlns:a16="http://schemas.microsoft.com/office/drawing/2014/main" id="{D333D12E-F338-4537-8279-932FF01E176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728627" y="2190704"/>
                      <a:ext cx="266700" cy="430887"/>
                    </a:xfrm>
                    <a:prstGeom prst="rect">
                      <a:avLst/>
                    </a:prstGeom>
                    <a:noFill/>
                    <a:ln w="19050">
                      <a:noFill/>
                    </a:ln>
                  </p:spPr>
                  <p:txBody>
                    <a:bodyPr wrap="square" lIns="0" tIns="0" rIns="0" bIns="0" rtlCol="0">
                      <a:spAutoFit/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2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Segoe UI Black" panose="020B0A02040204020203" pitchFamily="34" charset="0"/>
                          <a:ea typeface="Segoe UI Black" panose="020B0A02040204020203" pitchFamily="34" charset="0"/>
                          <a:cs typeface="Segoe UI Black" panose="020B0A02040204020203" pitchFamily="34" charset="0"/>
                        </a:rPr>
                        <a:t>+</a:t>
                      </a:r>
                      <a:endParaRPr kumimoji="0" lang="zh-CN" altLang="en-US" sz="28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Segoe UI Black" panose="020B0A02040204020203" pitchFamily="34" charset="0"/>
                        <a:ea typeface="等线" panose="02010600030101010101" pitchFamily="2" charset="-122"/>
                        <a:cs typeface="Segoe UI Black" panose="020B0A02040204020203" pitchFamily="34" charset="0"/>
                      </a:endParaRPr>
                    </a:p>
                  </p:txBody>
                </p:sp>
              </p:grpSp>
              <p:grpSp>
                <p:nvGrpSpPr>
                  <p:cNvPr id="197" name="组合 196">
                    <a:extLst>
                      <a:ext uri="{FF2B5EF4-FFF2-40B4-BE49-F238E27FC236}">
                        <a16:creationId xmlns:a16="http://schemas.microsoft.com/office/drawing/2014/main" id="{2DDEA95B-50E3-45EA-9B41-3F259BB78F70}"/>
                      </a:ext>
                    </a:extLst>
                  </p:cNvPr>
                  <p:cNvGrpSpPr/>
                  <p:nvPr/>
                </p:nvGrpSpPr>
                <p:grpSpPr>
                  <a:xfrm>
                    <a:off x="5409553" y="2563646"/>
                    <a:ext cx="338138" cy="430887"/>
                    <a:chOff x="8686490" y="2190704"/>
                    <a:chExt cx="338138" cy="430887"/>
                  </a:xfrm>
                </p:grpSpPr>
                <p:sp>
                  <p:nvSpPr>
                    <p:cNvPr id="214" name="Oval 36">
                      <a:extLst>
                        <a:ext uri="{FF2B5EF4-FFF2-40B4-BE49-F238E27FC236}">
                          <a16:creationId xmlns:a16="http://schemas.microsoft.com/office/drawing/2014/main" id="{2D6C4293-8CF1-4290-B846-464867906E0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686490" y="2271912"/>
                      <a:ext cx="338138" cy="334962"/>
                    </a:xfrm>
                    <a:prstGeom prst="ellipse">
                      <a:avLst/>
                    </a:prstGeom>
                    <a:solidFill>
                      <a:srgbClr val="99FFCC"/>
                    </a:solidFill>
                    <a:ln w="127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/>
                  </p:spPr>
                  <p:txBody>
                    <a:bodyPr wrap="none" anchor="ctr" anchorCtr="1"/>
                    <a:lstStyle>
                      <a:lvl1pPr marL="342900" indent="-342900"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1pPr>
                      <a:lvl2pPr marL="742950" indent="-285750"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2pPr>
                      <a:lvl3pPr marL="1143000" indent="-228600"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3pPr>
                      <a:lvl4pPr marL="1600200" indent="-228600"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4pPr>
                      <a:lvl5pPr marL="2057400" indent="-228600"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9pPr>
                    </a:lstStyle>
                    <a:p>
                      <a:pPr marL="342900" marR="0" lvl="0" indent="-342900" algn="ctr" defTabSz="914400" eaLnBrk="1" fontAlgn="auto" latinLnBrk="0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ts val="0"/>
                        </a:spcAft>
                        <a:buClr>
                          <a:srgbClr val="336699"/>
                        </a:buClr>
                        <a:buSzPct val="6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kumimoji="0" lang="en-US" altLang="zh-CN" sz="24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微软雅黑" panose="020B0503020204020204" pitchFamily="34" charset="-122"/>
                      </a:endParaRPr>
                    </a:p>
                  </p:txBody>
                </p:sp>
                <p:sp>
                  <p:nvSpPr>
                    <p:cNvPr id="215" name="文本框 214">
                      <a:extLst>
                        <a:ext uri="{FF2B5EF4-FFF2-40B4-BE49-F238E27FC236}">
                          <a16:creationId xmlns:a16="http://schemas.microsoft.com/office/drawing/2014/main" id="{5F314DEF-FF4A-4F90-98D6-645273AD2AA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728627" y="2190704"/>
                      <a:ext cx="266700" cy="430887"/>
                    </a:xfrm>
                    <a:prstGeom prst="rect">
                      <a:avLst/>
                    </a:prstGeom>
                    <a:noFill/>
                    <a:ln w="19050">
                      <a:noFill/>
                    </a:ln>
                  </p:spPr>
                  <p:txBody>
                    <a:bodyPr wrap="square" lIns="0" tIns="0" rIns="0" bIns="0" rtlCol="0">
                      <a:spAutoFit/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2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Segoe UI Black" panose="020B0A02040204020203" pitchFamily="34" charset="0"/>
                          <a:ea typeface="Segoe UI Black" panose="020B0A02040204020203" pitchFamily="34" charset="0"/>
                          <a:cs typeface="Segoe UI Black" panose="020B0A02040204020203" pitchFamily="34" charset="0"/>
                        </a:rPr>
                        <a:t>+</a:t>
                      </a:r>
                      <a:endParaRPr kumimoji="0" lang="zh-CN" altLang="en-US" sz="28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Segoe UI Black" panose="020B0A02040204020203" pitchFamily="34" charset="0"/>
                        <a:ea typeface="等线" panose="02010600030101010101" pitchFamily="2" charset="-122"/>
                        <a:cs typeface="Segoe UI Black" panose="020B0A02040204020203" pitchFamily="34" charset="0"/>
                      </a:endParaRPr>
                    </a:p>
                  </p:txBody>
                </p:sp>
              </p:grpSp>
              <p:grpSp>
                <p:nvGrpSpPr>
                  <p:cNvPr id="198" name="组合 197">
                    <a:extLst>
                      <a:ext uri="{FF2B5EF4-FFF2-40B4-BE49-F238E27FC236}">
                        <a16:creationId xmlns:a16="http://schemas.microsoft.com/office/drawing/2014/main" id="{DAD8186D-6151-4F16-9E5A-5E0699825065}"/>
                      </a:ext>
                    </a:extLst>
                  </p:cNvPr>
                  <p:cNvGrpSpPr/>
                  <p:nvPr/>
                </p:nvGrpSpPr>
                <p:grpSpPr>
                  <a:xfrm>
                    <a:off x="5400731" y="1942317"/>
                    <a:ext cx="450343" cy="4054327"/>
                    <a:chOff x="5400731" y="1942317"/>
                    <a:chExt cx="450343" cy="4054327"/>
                  </a:xfrm>
                </p:grpSpPr>
                <p:sp>
                  <p:nvSpPr>
                    <p:cNvPr id="202" name="Line 39">
                      <a:extLst>
                        <a:ext uri="{FF2B5EF4-FFF2-40B4-BE49-F238E27FC236}">
                          <a16:creationId xmlns:a16="http://schemas.microsoft.com/office/drawing/2014/main" id="{2F40C9F8-95A4-4E38-BA64-E4FAE0DD00F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569800" y="5523880"/>
                      <a:ext cx="0" cy="472764"/>
                    </a:xfrm>
                    <a:prstGeom prst="line">
                      <a:avLst/>
                    </a:prstGeom>
                    <a:noFill/>
                    <a:ln w="12700" cap="sq">
                      <a:solidFill>
                        <a:srgbClr val="CC0000"/>
                      </a:solidFill>
                      <a:miter lim="800000"/>
                      <a:headEnd/>
                      <a:tailEnd type="triangle" w="med" len="med"/>
                    </a:ln>
                    <a:effectLst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2400" b="1" i="0" u="sng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uLnTx/>
                        <a:uFillTx/>
                        <a:latin typeface="等线"/>
                        <a:ea typeface="微软雅黑" panose="020B0503020204020204" pitchFamily="34" charset="-122"/>
                      </a:endParaRPr>
                    </a:p>
                  </p:txBody>
                </p:sp>
                <p:grpSp>
                  <p:nvGrpSpPr>
                    <p:cNvPr id="203" name="组合 202">
                      <a:extLst>
                        <a:ext uri="{FF2B5EF4-FFF2-40B4-BE49-F238E27FC236}">
                          <a16:creationId xmlns:a16="http://schemas.microsoft.com/office/drawing/2014/main" id="{3C761D36-03E1-4C0A-8D7F-33E6B048F7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557298" y="1942317"/>
                      <a:ext cx="293776" cy="3260355"/>
                      <a:chOff x="5557298" y="1942317"/>
                      <a:chExt cx="293776" cy="3260355"/>
                    </a:xfrm>
                  </p:grpSpPr>
                  <p:grpSp>
                    <p:nvGrpSpPr>
                      <p:cNvPr id="207" name="组合 206">
                        <a:extLst>
                          <a:ext uri="{FF2B5EF4-FFF2-40B4-BE49-F238E27FC236}">
                            <a16:creationId xmlns:a16="http://schemas.microsoft.com/office/drawing/2014/main" id="{DC5C2777-7BE8-45C7-8B37-D65BBC5F5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557298" y="1942866"/>
                        <a:ext cx="9559" cy="3259806"/>
                        <a:chOff x="8727203" y="2460498"/>
                        <a:chExt cx="9559" cy="3259806"/>
                      </a:xfrm>
                      <a:effectLst/>
                    </p:grpSpPr>
                    <p:sp>
                      <p:nvSpPr>
                        <p:cNvPr id="209" name="Line 39">
                          <a:extLst>
                            <a:ext uri="{FF2B5EF4-FFF2-40B4-BE49-F238E27FC236}">
                              <a16:creationId xmlns:a16="http://schemas.microsoft.com/office/drawing/2014/main" id="{A1055D03-20B8-44F9-AC64-42EB4E7F9E7F}"/>
                            </a:ext>
                          </a:extLst>
                        </p:cNvPr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8727203" y="5203316"/>
                          <a:ext cx="0" cy="516988"/>
                        </a:xfrm>
                        <a:prstGeom prst="line">
                          <a:avLst/>
                        </a:prstGeom>
                        <a:noFill/>
                        <a:ln w="12700" cap="sq">
                          <a:solidFill>
                            <a:srgbClr val="CC0000"/>
                          </a:solidFill>
                          <a:miter lim="800000"/>
                          <a:headEnd/>
                          <a:tailEnd type="triangle" w="med" len="med"/>
                        </a:ln>
                        <a:effectLst/>
                      </p:spPr>
                      <p:txBody>
                        <a:bodyPr/>
                        <a:lstStyle/>
                        <a:p>
                          <a:pPr marL="0" marR="0" lvl="0" indent="0" defTabSz="91440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zh-CN" altLang="en-US" sz="2400" b="1" i="0" u="sng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3300"/>
                            </a:solidFill>
                            <a:effectLst/>
                            <a:uLnTx/>
                            <a:uFillTx/>
                            <a:latin typeface="等线"/>
                            <a:ea typeface="微软雅黑" panose="020B0503020204020204" pitchFamily="34" charset="-122"/>
                          </a:endParaRPr>
                        </a:p>
                      </p:txBody>
                    </p:sp>
                    <p:grpSp>
                      <p:nvGrpSpPr>
                        <p:cNvPr id="210" name="Group 36">
                          <a:extLst>
                            <a:ext uri="{FF2B5EF4-FFF2-40B4-BE49-F238E27FC236}">
                              <a16:creationId xmlns:a16="http://schemas.microsoft.com/office/drawing/2014/main" id="{DD6941EB-D45D-454F-B16F-8C981F8F81EF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8736762" y="2460498"/>
                          <a:ext cx="0" cy="2406810"/>
                          <a:chOff x="13" y="661"/>
                          <a:chExt cx="0" cy="1242"/>
                        </a:xfrm>
                        <a:effectLst/>
                      </p:grpSpPr>
                      <p:sp>
                        <p:nvSpPr>
                          <p:cNvPr id="211" name="Line 39">
                            <a:extLst>
                              <a:ext uri="{FF2B5EF4-FFF2-40B4-BE49-F238E27FC236}">
                                <a16:creationId xmlns:a16="http://schemas.microsoft.com/office/drawing/2014/main" id="{58238525-7E76-49C8-8159-8C5EE0ED4207}"/>
                              </a:ext>
                            </a:extLst>
                          </p:cNvPr>
                          <p:cNvSpPr>
                            <a:spLocks noChangeShapeType="1"/>
                          </p:cNvSpPr>
                          <p:nvPr/>
                        </p:nvSpPr>
                        <p:spPr bwMode="auto">
                          <a:xfrm>
                            <a:off x="13" y="1194"/>
                            <a:ext cx="0" cy="268"/>
                          </a:xfrm>
                          <a:prstGeom prst="line">
                            <a:avLst/>
                          </a:prstGeom>
                          <a:noFill/>
                          <a:ln w="12700" cap="sq">
                            <a:solidFill>
                              <a:srgbClr val="CC0000"/>
                            </a:solidFill>
                            <a:miter lim="800000"/>
                            <a:headEnd/>
                            <a:tailEnd type="triangle" w="med" len="med"/>
                          </a:ln>
                          <a:effectLst/>
                        </p:spPr>
                        <p:txBody>
                          <a:bodyPr/>
                          <a:lstStyle/>
                          <a:p>
                            <a:pPr marL="0" marR="0" lvl="0" indent="0" defTabSz="91440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zh-CN" altLang="en-US" sz="2400" b="1" i="0" u="sng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3300"/>
                              </a:solidFill>
                              <a:effectLst/>
                              <a:uLnTx/>
                              <a:uFillTx/>
                              <a:latin typeface="等线"/>
                              <a:ea typeface="微软雅黑" panose="020B0503020204020204" pitchFamily="34" charset="-122"/>
                            </a:endParaRPr>
                          </a:p>
                        </p:txBody>
                      </p:sp>
                      <p:sp>
                        <p:nvSpPr>
                          <p:cNvPr id="212" name="Line 39">
                            <a:extLst>
                              <a:ext uri="{FF2B5EF4-FFF2-40B4-BE49-F238E27FC236}">
                                <a16:creationId xmlns:a16="http://schemas.microsoft.com/office/drawing/2014/main" id="{3B6DC1F0-3B62-45A0-8D7D-9FC486F5A679}"/>
                              </a:ext>
                            </a:extLst>
                          </p:cNvPr>
                          <p:cNvSpPr>
                            <a:spLocks noChangeShapeType="1"/>
                          </p:cNvSpPr>
                          <p:nvPr/>
                        </p:nvSpPr>
                        <p:spPr bwMode="auto">
                          <a:xfrm>
                            <a:off x="13" y="1635"/>
                            <a:ext cx="0" cy="268"/>
                          </a:xfrm>
                          <a:prstGeom prst="line">
                            <a:avLst/>
                          </a:prstGeom>
                          <a:noFill/>
                          <a:ln w="12700" cap="sq">
                            <a:solidFill>
                              <a:srgbClr val="CC0000"/>
                            </a:solidFill>
                            <a:miter lim="800000"/>
                            <a:headEnd/>
                            <a:tailEnd type="triangle" w="med" len="med"/>
                          </a:ln>
                          <a:effectLst/>
                        </p:spPr>
                        <p:txBody>
                          <a:bodyPr/>
                          <a:lstStyle/>
                          <a:p>
                            <a:pPr marL="0" marR="0" lvl="0" indent="0" defTabSz="91440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zh-CN" altLang="en-US" sz="2400" b="1" i="0" u="sng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3300"/>
                              </a:solidFill>
                              <a:effectLst/>
                              <a:uLnTx/>
                              <a:uFillTx/>
                              <a:latin typeface="等线"/>
                              <a:ea typeface="微软雅黑" panose="020B0503020204020204" pitchFamily="34" charset="-122"/>
                            </a:endParaRPr>
                          </a:p>
                        </p:txBody>
                      </p:sp>
                      <p:sp>
                        <p:nvSpPr>
                          <p:cNvPr id="213" name="Line 39">
                            <a:extLst>
                              <a:ext uri="{FF2B5EF4-FFF2-40B4-BE49-F238E27FC236}">
                                <a16:creationId xmlns:a16="http://schemas.microsoft.com/office/drawing/2014/main" id="{C1EAD4A9-7AFB-40A9-B31E-1B9662C9D73D}"/>
                              </a:ext>
                            </a:extLst>
                          </p:cNvPr>
                          <p:cNvSpPr>
                            <a:spLocks noChangeShapeType="1"/>
                          </p:cNvSpPr>
                          <p:nvPr/>
                        </p:nvSpPr>
                        <p:spPr bwMode="auto">
                          <a:xfrm>
                            <a:off x="13" y="661"/>
                            <a:ext cx="0" cy="360"/>
                          </a:xfrm>
                          <a:prstGeom prst="line">
                            <a:avLst/>
                          </a:prstGeom>
                          <a:noFill/>
                          <a:ln w="12700" cap="sq">
                            <a:solidFill>
                              <a:srgbClr val="CC0000"/>
                            </a:solidFill>
                            <a:miter lim="800000"/>
                            <a:headEnd/>
                            <a:tailEnd type="triangle" w="med" len="med"/>
                          </a:ln>
                          <a:effectLst/>
                        </p:spPr>
                        <p:txBody>
                          <a:bodyPr/>
                          <a:lstStyle/>
                          <a:p>
                            <a:pPr marL="0" marR="0" lvl="0" indent="0" defTabSz="91440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zh-CN" altLang="en-US" sz="2400" b="1" i="0" u="sng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3300"/>
                              </a:solidFill>
                              <a:effectLst/>
                              <a:uLnTx/>
                              <a:uFillTx/>
                              <a:latin typeface="等线"/>
                              <a:ea typeface="微软雅黑" panose="020B0503020204020204" pitchFamily="34" charset="-122"/>
                            </a:endParaRPr>
                          </a:p>
                        </p:txBody>
                      </p:sp>
                    </p:grpSp>
                  </p:grpSp>
                  <p:cxnSp>
                    <p:nvCxnSpPr>
                      <p:cNvPr id="208" name="直接箭头连接符 207">
                        <a:extLst>
                          <a:ext uri="{FF2B5EF4-FFF2-40B4-BE49-F238E27FC236}">
                            <a16:creationId xmlns:a16="http://schemas.microsoft.com/office/drawing/2014/main" id="{12DF54E3-8CD7-4BC5-AC9D-F0D122CFB1CB}"/>
                          </a:ext>
                        </a:extLst>
                      </p:cNvPr>
                      <p:cNvCxnSpPr/>
                      <p:nvPr/>
                    </p:nvCxnSpPr>
                    <p:spPr>
                      <a:xfrm flipH="1">
                        <a:off x="5573995" y="1942317"/>
                        <a:ext cx="277079" cy="0"/>
                      </a:xfrm>
                      <a:prstGeom prst="straightConnector1">
                        <a:avLst/>
                      </a:prstGeom>
                      <a:noFill/>
                      <a:ln w="12700" cap="sq">
                        <a:solidFill>
                          <a:srgbClr val="CC0000"/>
                        </a:solidFill>
                        <a:miter lim="800000"/>
                        <a:headEnd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204" name="组合 203">
                      <a:extLst>
                        <a:ext uri="{FF2B5EF4-FFF2-40B4-BE49-F238E27FC236}">
                          <a16:creationId xmlns:a16="http://schemas.microsoft.com/office/drawing/2014/main" id="{549F9080-6705-435D-B1F6-F96C5285736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400731" y="5129048"/>
                      <a:ext cx="338138" cy="430887"/>
                      <a:chOff x="8686490" y="2190704"/>
                      <a:chExt cx="338138" cy="430887"/>
                    </a:xfrm>
                  </p:grpSpPr>
                  <p:sp>
                    <p:nvSpPr>
                      <p:cNvPr id="205" name="Oval 36">
                        <a:extLst>
                          <a:ext uri="{FF2B5EF4-FFF2-40B4-BE49-F238E27FC236}">
                            <a16:creationId xmlns:a16="http://schemas.microsoft.com/office/drawing/2014/main" id="{18BA6986-16FB-497D-AFBC-4B017BC03414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686490" y="2271912"/>
                        <a:ext cx="338138" cy="334962"/>
                      </a:xfrm>
                      <a:prstGeom prst="ellipse">
                        <a:avLst/>
                      </a:prstGeom>
                      <a:solidFill>
                        <a:srgbClr val="99FFCC"/>
                      </a:solidFill>
                      <a:ln w="1270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ffectLst/>
                    </p:spPr>
                    <p:txBody>
                      <a:bodyPr wrap="none" anchor="ctr" anchorCtr="1"/>
                      <a:lstStyle>
                        <a:lvl1pPr marL="342900" indent="-342900">
                          <a:defRPr sz="2400" b="1" u="sng">
                            <a:solidFill>
                              <a:srgbClr val="FF3300"/>
                            </a:solidFill>
                            <a:latin typeface="Arial" panose="020B0604020202020204" pitchFamily="34" charset="0"/>
                            <a:ea typeface="华文新魏" panose="02010800040101010101" pitchFamily="2" charset="-122"/>
                          </a:defRPr>
                        </a:lvl1pPr>
                        <a:lvl2pPr marL="742950" indent="-285750">
                          <a:defRPr sz="2400" b="1" u="sng">
                            <a:solidFill>
                              <a:srgbClr val="FF3300"/>
                            </a:solidFill>
                            <a:latin typeface="Arial" panose="020B0604020202020204" pitchFamily="34" charset="0"/>
                            <a:ea typeface="华文新魏" panose="02010800040101010101" pitchFamily="2" charset="-122"/>
                          </a:defRPr>
                        </a:lvl2pPr>
                        <a:lvl3pPr marL="1143000" indent="-228600">
                          <a:defRPr sz="2400" b="1" u="sng">
                            <a:solidFill>
                              <a:srgbClr val="FF3300"/>
                            </a:solidFill>
                            <a:latin typeface="Arial" panose="020B0604020202020204" pitchFamily="34" charset="0"/>
                            <a:ea typeface="华文新魏" panose="02010800040101010101" pitchFamily="2" charset="-122"/>
                          </a:defRPr>
                        </a:lvl3pPr>
                        <a:lvl4pPr marL="1600200" indent="-228600">
                          <a:defRPr sz="2400" b="1" u="sng">
                            <a:solidFill>
                              <a:srgbClr val="FF3300"/>
                            </a:solidFill>
                            <a:latin typeface="Arial" panose="020B0604020202020204" pitchFamily="34" charset="0"/>
                            <a:ea typeface="华文新魏" panose="02010800040101010101" pitchFamily="2" charset="-122"/>
                          </a:defRPr>
                        </a:lvl4pPr>
                        <a:lvl5pPr marL="2057400" indent="-228600">
                          <a:defRPr sz="2400" b="1" u="sng">
                            <a:solidFill>
                              <a:srgbClr val="FF3300"/>
                            </a:solidFill>
                            <a:latin typeface="Arial" panose="020B0604020202020204" pitchFamily="34" charset="0"/>
                            <a:ea typeface="华文新魏" panose="02010800040101010101" pitchFamily="2" charset="-122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 b="1" u="sng">
                            <a:solidFill>
                              <a:srgbClr val="FF3300"/>
                            </a:solidFill>
                            <a:latin typeface="Arial" panose="020B0604020202020204" pitchFamily="34" charset="0"/>
                            <a:ea typeface="华文新魏" panose="02010800040101010101" pitchFamily="2" charset="-122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 b="1" u="sng">
                            <a:solidFill>
                              <a:srgbClr val="FF3300"/>
                            </a:solidFill>
                            <a:latin typeface="Arial" panose="020B0604020202020204" pitchFamily="34" charset="0"/>
                            <a:ea typeface="华文新魏" panose="02010800040101010101" pitchFamily="2" charset="-122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 b="1" u="sng">
                            <a:solidFill>
                              <a:srgbClr val="FF3300"/>
                            </a:solidFill>
                            <a:latin typeface="Arial" panose="020B0604020202020204" pitchFamily="34" charset="0"/>
                            <a:ea typeface="华文新魏" panose="02010800040101010101" pitchFamily="2" charset="-122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 b="1" u="sng">
                            <a:solidFill>
                              <a:srgbClr val="FF3300"/>
                            </a:solidFill>
                            <a:latin typeface="Arial" panose="020B0604020202020204" pitchFamily="34" charset="0"/>
                            <a:ea typeface="华文新魏" panose="02010800040101010101" pitchFamily="2" charset="-122"/>
                          </a:defRPr>
                        </a:lvl9pPr>
                      </a:lstStyle>
                      <a:p>
                        <a:pPr marL="342900" marR="0" lvl="0" indent="-342900" algn="ctr" defTabSz="914400" eaLnBrk="1" fontAlgn="auto" latinLnBrk="0" hangingPunct="1">
                          <a:lnSpc>
                            <a:spcPct val="80000"/>
                          </a:lnSpc>
                          <a:spcBef>
                            <a:spcPct val="20000"/>
                          </a:spcBef>
                          <a:spcAft>
                            <a:spcPts val="0"/>
                          </a:spcAft>
                          <a:buClr>
                            <a:srgbClr val="336699"/>
                          </a:buClr>
                          <a:buSzPct val="65000"/>
                          <a:buFont typeface="Wingdings" panose="05000000000000000000" pitchFamily="2" charset="2"/>
                          <a:buNone/>
                          <a:tabLst/>
                          <a:defRPr/>
                        </a:pPr>
                        <a:endParaRPr kumimoji="0" lang="en-US" altLang="zh-CN" sz="24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微软雅黑" panose="020B0503020204020204" pitchFamily="34" charset="-122"/>
                        </a:endParaRPr>
                      </a:p>
                    </p:txBody>
                  </p:sp>
                  <p:sp>
                    <p:nvSpPr>
                      <p:cNvPr id="206" name="文本框 205">
                        <a:extLst>
                          <a:ext uri="{FF2B5EF4-FFF2-40B4-BE49-F238E27FC236}">
                            <a16:creationId xmlns:a16="http://schemas.microsoft.com/office/drawing/2014/main" id="{7E71FD29-442C-4C2E-8C62-5F3CC3E7BA75}"/>
                          </a:ext>
                        </a:extLst>
                      </p:cNvPr>
                      <p:cNvSpPr txBox="1"/>
                      <p:nvPr/>
                    </p:nvSpPr>
                    <p:spPr>
                      <a:xfrm>
                        <a:off x="8728627" y="2190704"/>
                        <a:ext cx="266700" cy="430887"/>
                      </a:xfrm>
                      <a:prstGeom prst="rect">
                        <a:avLst/>
                      </a:prstGeom>
                      <a:noFill/>
                      <a:ln w="19050">
                        <a:noFill/>
                      </a:ln>
                    </p:spPr>
                    <p:txBody>
                      <a:bodyPr wrap="square" lIns="0" tIns="0" rIns="0" bIns="0" rtlCol="0">
                        <a:spAutoFit/>
                      </a:bodyPr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altLang="zh-CN" sz="2800" b="1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Segoe UI Black" panose="020B0A02040204020203" pitchFamily="34" charset="0"/>
                            <a:ea typeface="Segoe UI Black" panose="020B0A02040204020203" pitchFamily="34" charset="0"/>
                            <a:cs typeface="Segoe UI Black" panose="020B0A02040204020203" pitchFamily="34" charset="0"/>
                          </a:rPr>
                          <a:t>+</a:t>
                        </a:r>
                        <a:endParaRPr kumimoji="0" lang="zh-CN" altLang="en-US" sz="2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Segoe UI Black" panose="020B0A02040204020203" pitchFamily="34" charset="0"/>
                          <a:ea typeface="等线" panose="02010600030101010101" pitchFamily="2" charset="-122"/>
                          <a:cs typeface="Segoe UI Black" panose="020B0A02040204020203" pitchFamily="34" charset="0"/>
                        </a:endParaRPr>
                      </a:p>
                    </p:txBody>
                  </p:sp>
                </p:grpSp>
              </p:grpSp>
              <p:grpSp>
                <p:nvGrpSpPr>
                  <p:cNvPr id="199" name="组合 198">
                    <a:extLst>
                      <a:ext uri="{FF2B5EF4-FFF2-40B4-BE49-F238E27FC236}">
                        <a16:creationId xmlns:a16="http://schemas.microsoft.com/office/drawing/2014/main" id="{FB032494-7E54-40FB-AC8E-A3574E233CB9}"/>
                      </a:ext>
                    </a:extLst>
                  </p:cNvPr>
                  <p:cNvGrpSpPr/>
                  <p:nvPr/>
                </p:nvGrpSpPr>
                <p:grpSpPr>
                  <a:xfrm>
                    <a:off x="5409553" y="4274216"/>
                    <a:ext cx="338138" cy="430887"/>
                    <a:chOff x="8686490" y="2190704"/>
                    <a:chExt cx="338138" cy="430887"/>
                  </a:xfrm>
                </p:grpSpPr>
                <p:sp>
                  <p:nvSpPr>
                    <p:cNvPr id="200" name="Oval 36">
                      <a:extLst>
                        <a:ext uri="{FF2B5EF4-FFF2-40B4-BE49-F238E27FC236}">
                          <a16:creationId xmlns:a16="http://schemas.microsoft.com/office/drawing/2014/main" id="{BA3B822B-76CD-4E46-BD95-C79C59FBF4D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686490" y="2271912"/>
                      <a:ext cx="338138" cy="334962"/>
                    </a:xfrm>
                    <a:prstGeom prst="ellipse">
                      <a:avLst/>
                    </a:prstGeom>
                    <a:solidFill>
                      <a:srgbClr val="99FFCC"/>
                    </a:solidFill>
                    <a:ln w="127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/>
                  </p:spPr>
                  <p:txBody>
                    <a:bodyPr wrap="none" anchor="ctr" anchorCtr="1"/>
                    <a:lstStyle>
                      <a:lvl1pPr marL="342900" indent="-342900"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1pPr>
                      <a:lvl2pPr marL="742950" indent="-285750"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2pPr>
                      <a:lvl3pPr marL="1143000" indent="-228600"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3pPr>
                      <a:lvl4pPr marL="1600200" indent="-228600"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4pPr>
                      <a:lvl5pPr marL="2057400" indent="-228600"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 b="1" u="sng">
                          <a:solidFill>
                            <a:srgbClr val="FF3300"/>
                          </a:solidFill>
                          <a:latin typeface="Arial" panose="020B0604020202020204" pitchFamily="34" charset="0"/>
                          <a:ea typeface="华文新魏" panose="02010800040101010101" pitchFamily="2" charset="-122"/>
                        </a:defRPr>
                      </a:lvl9pPr>
                    </a:lstStyle>
                    <a:p>
                      <a:pPr marL="342900" marR="0" lvl="0" indent="-342900" algn="ctr" defTabSz="914400" eaLnBrk="1" fontAlgn="auto" latinLnBrk="0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ts val="0"/>
                        </a:spcAft>
                        <a:buClr>
                          <a:srgbClr val="336699"/>
                        </a:buClr>
                        <a:buSzPct val="6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kumimoji="0" lang="en-US" altLang="zh-CN" sz="24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微软雅黑" panose="020B0503020204020204" pitchFamily="34" charset="-122"/>
                      </a:endParaRPr>
                    </a:p>
                  </p:txBody>
                </p:sp>
                <p:sp>
                  <p:nvSpPr>
                    <p:cNvPr id="201" name="文本框 200">
                      <a:extLst>
                        <a:ext uri="{FF2B5EF4-FFF2-40B4-BE49-F238E27FC236}">
                          <a16:creationId xmlns:a16="http://schemas.microsoft.com/office/drawing/2014/main" id="{4B77EE8C-4A03-41BE-AC5F-97B4BEF4A6E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728627" y="2190704"/>
                      <a:ext cx="266700" cy="430887"/>
                    </a:xfrm>
                    <a:prstGeom prst="rect">
                      <a:avLst/>
                    </a:prstGeom>
                    <a:noFill/>
                    <a:ln w="19050">
                      <a:noFill/>
                    </a:ln>
                  </p:spPr>
                  <p:txBody>
                    <a:bodyPr wrap="square" lIns="0" tIns="0" rIns="0" bIns="0" rtlCol="0">
                      <a:spAutoFit/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2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Segoe UI Black" panose="020B0A02040204020203" pitchFamily="34" charset="0"/>
                          <a:ea typeface="Segoe UI Black" panose="020B0A02040204020203" pitchFamily="34" charset="0"/>
                          <a:cs typeface="Segoe UI Black" panose="020B0A02040204020203" pitchFamily="34" charset="0"/>
                        </a:rPr>
                        <a:t>+</a:t>
                      </a:r>
                      <a:endParaRPr kumimoji="0" lang="zh-CN" altLang="en-US" sz="28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Segoe UI Black" panose="020B0A02040204020203" pitchFamily="34" charset="0"/>
                        <a:ea typeface="等线" panose="02010600030101010101" pitchFamily="2" charset="-122"/>
                        <a:cs typeface="Segoe UI Black" panose="020B0A02040204020203" pitchFamily="34" charset="0"/>
                      </a:endParaRPr>
                    </a:p>
                  </p:txBody>
                </p:sp>
              </p:grpSp>
            </p:grpSp>
          </p:grpSp>
          <p:cxnSp>
            <p:nvCxnSpPr>
              <p:cNvPr id="191" name="直接箭头连接符 190">
                <a:extLst>
                  <a:ext uri="{FF2B5EF4-FFF2-40B4-BE49-F238E27FC236}">
                    <a16:creationId xmlns:a16="http://schemas.microsoft.com/office/drawing/2014/main" id="{DBE2F701-A625-4BE3-ACB7-EA29E4E9AA0B}"/>
                  </a:ext>
                </a:extLst>
              </p:cNvPr>
              <p:cNvCxnSpPr/>
              <p:nvPr/>
            </p:nvCxnSpPr>
            <p:spPr>
              <a:xfrm flipH="1">
                <a:off x="5744231" y="2800289"/>
                <a:ext cx="252994" cy="0"/>
              </a:xfrm>
              <a:prstGeom prst="straightConnector1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</p:cxnSp>
          <p:cxnSp>
            <p:nvCxnSpPr>
              <p:cNvPr id="192" name="直接箭头连接符 191">
                <a:extLst>
                  <a:ext uri="{FF2B5EF4-FFF2-40B4-BE49-F238E27FC236}">
                    <a16:creationId xmlns:a16="http://schemas.microsoft.com/office/drawing/2014/main" id="{364F8A37-69D2-4286-8051-C2C25E6A863E}"/>
                  </a:ext>
                </a:extLst>
              </p:cNvPr>
              <p:cNvCxnSpPr/>
              <p:nvPr/>
            </p:nvCxnSpPr>
            <p:spPr>
              <a:xfrm flipH="1">
                <a:off x="5752626" y="3648424"/>
                <a:ext cx="252994" cy="0"/>
              </a:xfrm>
              <a:prstGeom prst="straightConnector1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</p:cxnSp>
          <p:cxnSp>
            <p:nvCxnSpPr>
              <p:cNvPr id="193" name="直接箭头连接符 192">
                <a:extLst>
                  <a:ext uri="{FF2B5EF4-FFF2-40B4-BE49-F238E27FC236}">
                    <a16:creationId xmlns:a16="http://schemas.microsoft.com/office/drawing/2014/main" id="{B39F4EED-DFB5-4523-A06A-02C21C542AE7}"/>
                  </a:ext>
                </a:extLst>
              </p:cNvPr>
              <p:cNvCxnSpPr/>
              <p:nvPr/>
            </p:nvCxnSpPr>
            <p:spPr>
              <a:xfrm flipH="1">
                <a:off x="5747423" y="4516787"/>
                <a:ext cx="252994" cy="0"/>
              </a:xfrm>
              <a:prstGeom prst="straightConnector1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</p:cxnSp>
        </p:grpSp>
      </p:grpSp>
      <p:grpSp>
        <p:nvGrpSpPr>
          <p:cNvPr id="218" name="组合 217">
            <a:extLst>
              <a:ext uri="{FF2B5EF4-FFF2-40B4-BE49-F238E27FC236}">
                <a16:creationId xmlns:a16="http://schemas.microsoft.com/office/drawing/2014/main" id="{C533D436-8B1D-44F1-9A0B-E391C431E3A5}"/>
              </a:ext>
            </a:extLst>
          </p:cNvPr>
          <p:cNvGrpSpPr/>
          <p:nvPr/>
        </p:nvGrpSpPr>
        <p:grpSpPr>
          <a:xfrm>
            <a:off x="4216913" y="5274050"/>
            <a:ext cx="506384" cy="313932"/>
            <a:chOff x="5745843" y="5240585"/>
            <a:chExt cx="506384" cy="313932"/>
          </a:xfrm>
          <a:effectLst/>
        </p:grpSpPr>
        <p:cxnSp>
          <p:nvCxnSpPr>
            <p:cNvPr id="219" name="直接箭头连接符 218">
              <a:extLst>
                <a:ext uri="{FF2B5EF4-FFF2-40B4-BE49-F238E27FC236}">
                  <a16:creationId xmlns:a16="http://schemas.microsoft.com/office/drawing/2014/main" id="{85597E92-4CC1-4816-B418-8867493FFC0F}"/>
                </a:ext>
              </a:extLst>
            </p:cNvPr>
            <p:cNvCxnSpPr/>
            <p:nvPr/>
          </p:nvCxnSpPr>
          <p:spPr>
            <a:xfrm flipH="1">
              <a:off x="5745843" y="5376226"/>
              <a:ext cx="252994" cy="0"/>
            </a:xfrm>
            <a:prstGeom prst="straightConnector1">
              <a:avLst/>
            </a:prstGeom>
            <a:noFill/>
            <a:ln w="12700" cap="sq">
              <a:solidFill>
                <a:srgbClr val="70AD47">
                  <a:lumMod val="75000"/>
                </a:srgbClr>
              </a:solidFill>
              <a:miter lim="800000"/>
              <a:headEnd/>
              <a:tailEnd type="triangle" w="med" len="med"/>
            </a:ln>
            <a:effectLst/>
          </p:spPr>
        </p:cxnSp>
        <p:sp>
          <p:nvSpPr>
            <p:cNvPr id="220" name="Rectangle 151">
              <a:extLst>
                <a:ext uri="{FF2B5EF4-FFF2-40B4-BE49-F238E27FC236}">
                  <a16:creationId xmlns:a16="http://schemas.microsoft.com/office/drawing/2014/main" id="{39ED3D96-EBE7-43B1-B505-01D292FA8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1824" y="5240585"/>
              <a:ext cx="280403" cy="3139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>
              <a:lvl1pPr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2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CC0000"/>
                </a:buClr>
                <a:buSzTx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</a:p>
          </p:txBody>
        </p:sp>
      </p:grpSp>
      <p:sp>
        <p:nvSpPr>
          <p:cNvPr id="221" name="矩形 220">
            <a:extLst>
              <a:ext uri="{FF2B5EF4-FFF2-40B4-BE49-F238E27FC236}">
                <a16:creationId xmlns:a16="http://schemas.microsoft.com/office/drawing/2014/main" id="{5257C253-F447-49E5-BE4A-E86A73CF23CF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  <p:extLst>
      <p:ext uri="{BB962C8B-B14F-4D97-AF65-F5344CB8AC3E}">
        <p14:creationId xmlns:p14="http://schemas.microsoft.com/office/powerpoint/2010/main" val="35979838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"/>
                            </p:stCondLst>
                            <p:childTnLst>
                              <p:par>
                                <p:cTn id="6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000"/>
                            </p:stCondLst>
                            <p:childTnLst>
                              <p:par>
                                <p:cTn id="6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8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3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8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1" grpId="0" animBg="1"/>
      <p:bldP spid="48" grpId="0" animBg="1"/>
      <p:bldP spid="49" grpId="0" animBg="1"/>
      <p:bldP spid="50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B0479D8-2D29-47F6-B0E4-5CE42F16D6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>
                <a:solidFill>
                  <a:srgbClr val="FF0000"/>
                </a:solidFill>
              </a:rPr>
              <a:t>斜向进位阵列乘法器时延分析</a:t>
            </a:r>
          </a:p>
        </p:txBody>
      </p:sp>
      <p:sp>
        <p:nvSpPr>
          <p:cNvPr id="4" name="AutoShape 201">
            <a:extLst>
              <a:ext uri="{FF2B5EF4-FFF2-40B4-BE49-F238E27FC236}">
                <a16:creationId xmlns:a16="http://schemas.microsoft.com/office/drawing/2014/main" id="{816F5605-4F3F-403F-8B02-8146EBF85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6312" y="5237736"/>
            <a:ext cx="3334169" cy="609600"/>
          </a:xfrm>
          <a:prstGeom prst="roundRect">
            <a:avLst>
              <a:gd name="adj" fmla="val 48412"/>
            </a:avLst>
          </a:prstGeom>
          <a:solidFill>
            <a:schemeClr val="accent6">
              <a:lumMod val="40000"/>
              <a:lumOff val="60000"/>
            </a:schemeClr>
          </a:solidFill>
          <a:ln w="19050" cap="rnd">
            <a:solidFill>
              <a:srgbClr val="008000"/>
            </a:solidFill>
            <a:prstDash val="solid"/>
            <a:round/>
            <a:headEnd/>
            <a:tailEnd/>
          </a:ln>
        </p:spPr>
        <p:txBody>
          <a:bodyPr wrap="none" anchor="ctr"/>
          <a:lstStyle>
            <a:lvl1pPr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1pPr>
            <a:lvl2pPr marL="742950" indent="-28575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2pPr>
            <a:lvl3pPr marL="11430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3pPr>
            <a:lvl4pPr marL="16002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4pPr>
            <a:lvl5pPr marL="20574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336699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endParaRPr kumimoji="0" lang="zh-CN" altLang="en-US" sz="2400" b="1" i="0" u="sng" strike="noStrike" kern="0" cap="none" spc="0" normalizeH="0" baseline="0" noProof="0" dirty="0">
              <a:ln>
                <a:noFill/>
              </a:ln>
              <a:solidFill>
                <a:srgbClr val="FF3300"/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5" name="AutoShape 201">
            <a:extLst>
              <a:ext uri="{FF2B5EF4-FFF2-40B4-BE49-F238E27FC236}">
                <a16:creationId xmlns:a16="http://schemas.microsoft.com/office/drawing/2014/main" id="{783945E2-BA0B-4C1C-BB3B-0C394E58C6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52541" y="5349429"/>
            <a:ext cx="602165" cy="397932"/>
          </a:xfrm>
          <a:prstGeom prst="roundRect">
            <a:avLst>
              <a:gd name="adj" fmla="val 48412"/>
            </a:avLst>
          </a:prstGeom>
          <a:solidFill>
            <a:srgbClr val="FFCC00"/>
          </a:solidFill>
          <a:ln w="19050" cap="rnd">
            <a:solidFill>
              <a:srgbClr val="008000"/>
            </a:solidFill>
            <a:prstDash val="sysDot"/>
            <a:round/>
            <a:headEnd/>
            <a:tailEnd/>
          </a:ln>
        </p:spPr>
        <p:txBody>
          <a:bodyPr wrap="none" anchor="ctr"/>
          <a:lstStyle>
            <a:lvl1pPr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1pPr>
            <a:lvl2pPr marL="742950" indent="-28575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2pPr>
            <a:lvl3pPr marL="11430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3pPr>
            <a:lvl4pPr marL="16002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4pPr>
            <a:lvl5pPr marL="20574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336699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endParaRPr kumimoji="0" lang="zh-CN" altLang="en-US" sz="2400" b="1" i="0" u="sng" strike="noStrike" kern="0" cap="none" spc="0" normalizeH="0" baseline="0" noProof="0" dirty="0">
              <a:ln>
                <a:noFill/>
              </a:ln>
              <a:solidFill>
                <a:srgbClr val="FF3300"/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6" name="AutoShape 201">
            <a:extLst>
              <a:ext uri="{FF2B5EF4-FFF2-40B4-BE49-F238E27FC236}">
                <a16:creationId xmlns:a16="http://schemas.microsoft.com/office/drawing/2014/main" id="{1EC8A05B-832C-46F1-AE5E-B642B83FC9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7250" y="5345455"/>
            <a:ext cx="602165" cy="397932"/>
          </a:xfrm>
          <a:prstGeom prst="roundRect">
            <a:avLst>
              <a:gd name="adj" fmla="val 48412"/>
            </a:avLst>
          </a:prstGeom>
          <a:solidFill>
            <a:srgbClr val="FFCC00"/>
          </a:solidFill>
          <a:ln w="19050" cap="rnd">
            <a:solidFill>
              <a:srgbClr val="008000"/>
            </a:solidFill>
            <a:prstDash val="sysDot"/>
            <a:round/>
            <a:headEnd/>
            <a:tailEnd/>
          </a:ln>
        </p:spPr>
        <p:txBody>
          <a:bodyPr wrap="none" anchor="ctr"/>
          <a:lstStyle>
            <a:lvl1pPr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1pPr>
            <a:lvl2pPr marL="742950" indent="-28575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2pPr>
            <a:lvl3pPr marL="11430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3pPr>
            <a:lvl4pPr marL="16002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4pPr>
            <a:lvl5pPr marL="20574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336699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endParaRPr kumimoji="0" lang="zh-CN" altLang="en-US" sz="2400" b="1" i="0" u="sng" strike="noStrike" kern="0" cap="none" spc="0" normalizeH="0" baseline="0" noProof="0" dirty="0">
              <a:ln>
                <a:noFill/>
              </a:ln>
              <a:solidFill>
                <a:srgbClr val="FF3300"/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7" name="AutoShape 201">
            <a:extLst>
              <a:ext uri="{FF2B5EF4-FFF2-40B4-BE49-F238E27FC236}">
                <a16:creationId xmlns:a16="http://schemas.microsoft.com/office/drawing/2014/main" id="{681381E4-F28E-4218-92E9-1A51119AA0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2592" y="5341481"/>
            <a:ext cx="602165" cy="397932"/>
          </a:xfrm>
          <a:prstGeom prst="roundRect">
            <a:avLst>
              <a:gd name="adj" fmla="val 48412"/>
            </a:avLst>
          </a:prstGeom>
          <a:solidFill>
            <a:srgbClr val="FFCC00"/>
          </a:solidFill>
          <a:ln w="19050" cap="rnd">
            <a:solidFill>
              <a:srgbClr val="008000"/>
            </a:solidFill>
            <a:prstDash val="sysDot"/>
            <a:round/>
            <a:headEnd/>
            <a:tailEnd/>
          </a:ln>
        </p:spPr>
        <p:txBody>
          <a:bodyPr wrap="none" anchor="ctr"/>
          <a:lstStyle>
            <a:lvl1pPr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1pPr>
            <a:lvl2pPr marL="742950" indent="-28575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2pPr>
            <a:lvl3pPr marL="11430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3pPr>
            <a:lvl4pPr marL="16002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4pPr>
            <a:lvl5pPr marL="20574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336699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endParaRPr kumimoji="0" lang="zh-CN" altLang="en-US" sz="2400" b="1" i="0" u="sng" strike="noStrike" kern="0" cap="none" spc="0" normalizeH="0" baseline="0" noProof="0" dirty="0">
              <a:ln>
                <a:noFill/>
              </a:ln>
              <a:solidFill>
                <a:srgbClr val="FF3300"/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8" name="AutoShape 201">
            <a:extLst>
              <a:ext uri="{FF2B5EF4-FFF2-40B4-BE49-F238E27FC236}">
                <a16:creationId xmlns:a16="http://schemas.microsoft.com/office/drawing/2014/main" id="{FD0A610E-4C19-4E2F-B85E-7754E24AC5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6668" y="5337507"/>
            <a:ext cx="602165" cy="397932"/>
          </a:xfrm>
          <a:prstGeom prst="roundRect">
            <a:avLst>
              <a:gd name="adj" fmla="val 48412"/>
            </a:avLst>
          </a:prstGeom>
          <a:solidFill>
            <a:srgbClr val="FFCC00"/>
          </a:solidFill>
          <a:ln w="19050" cap="rnd">
            <a:solidFill>
              <a:srgbClr val="008000"/>
            </a:solidFill>
            <a:prstDash val="sysDot"/>
            <a:round/>
            <a:headEnd/>
            <a:tailEnd/>
          </a:ln>
        </p:spPr>
        <p:txBody>
          <a:bodyPr wrap="none" anchor="ctr"/>
          <a:lstStyle>
            <a:lvl1pPr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1pPr>
            <a:lvl2pPr marL="742950" indent="-28575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2pPr>
            <a:lvl3pPr marL="11430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3pPr>
            <a:lvl4pPr marL="16002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4pPr>
            <a:lvl5pPr marL="20574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336699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endParaRPr kumimoji="0" lang="zh-CN" altLang="en-US" sz="2400" b="1" i="0" u="sng" strike="noStrike" kern="0" cap="none" spc="0" normalizeH="0" baseline="0" noProof="0" dirty="0">
              <a:ln>
                <a:noFill/>
              </a:ln>
              <a:solidFill>
                <a:srgbClr val="FF3300"/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9" name="AutoShape 201">
            <a:extLst>
              <a:ext uri="{FF2B5EF4-FFF2-40B4-BE49-F238E27FC236}">
                <a16:creationId xmlns:a16="http://schemas.microsoft.com/office/drawing/2014/main" id="{AFC702DB-79C7-4979-8677-AD2286B52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2632" y="4370130"/>
            <a:ext cx="3334169" cy="609600"/>
          </a:xfrm>
          <a:prstGeom prst="roundRect">
            <a:avLst>
              <a:gd name="adj" fmla="val 48412"/>
            </a:avLst>
          </a:prstGeom>
          <a:solidFill>
            <a:srgbClr val="FFCC00"/>
          </a:solidFill>
          <a:ln w="19050" cap="rnd">
            <a:solidFill>
              <a:srgbClr val="008000"/>
            </a:solidFill>
            <a:prstDash val="sysDot"/>
            <a:round/>
            <a:headEnd/>
            <a:tailEnd/>
          </a:ln>
        </p:spPr>
        <p:txBody>
          <a:bodyPr wrap="none" anchor="ctr"/>
          <a:lstStyle>
            <a:lvl1pPr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1pPr>
            <a:lvl2pPr marL="742950" indent="-28575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2pPr>
            <a:lvl3pPr marL="11430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3pPr>
            <a:lvl4pPr marL="16002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4pPr>
            <a:lvl5pPr marL="20574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336699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endParaRPr kumimoji="0" lang="zh-CN" altLang="en-US" sz="2400" b="1" i="0" u="sng" strike="noStrike" kern="0" cap="none" spc="0" normalizeH="0" baseline="0" noProof="0" dirty="0">
              <a:ln>
                <a:noFill/>
              </a:ln>
              <a:solidFill>
                <a:srgbClr val="FF3300"/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10" name="AutoShape 201">
            <a:extLst>
              <a:ext uri="{FF2B5EF4-FFF2-40B4-BE49-F238E27FC236}">
                <a16:creationId xmlns:a16="http://schemas.microsoft.com/office/drawing/2014/main" id="{0428AC75-D4A1-4873-AA74-42DAFF130D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1696" y="3516461"/>
            <a:ext cx="3334169" cy="609600"/>
          </a:xfrm>
          <a:prstGeom prst="roundRect">
            <a:avLst>
              <a:gd name="adj" fmla="val 48412"/>
            </a:avLst>
          </a:prstGeom>
          <a:solidFill>
            <a:srgbClr val="FFCC00"/>
          </a:solidFill>
          <a:ln w="19050" cap="rnd">
            <a:solidFill>
              <a:srgbClr val="008000"/>
            </a:solidFill>
            <a:prstDash val="sysDot"/>
            <a:round/>
            <a:headEnd/>
            <a:tailEnd/>
          </a:ln>
        </p:spPr>
        <p:txBody>
          <a:bodyPr wrap="none" anchor="ctr"/>
          <a:lstStyle>
            <a:lvl1pPr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1pPr>
            <a:lvl2pPr marL="742950" indent="-28575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2pPr>
            <a:lvl3pPr marL="11430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3pPr>
            <a:lvl4pPr marL="16002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4pPr>
            <a:lvl5pPr marL="20574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336699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endParaRPr kumimoji="0" lang="zh-CN" altLang="en-US" sz="2400" b="1" i="0" u="sng" strike="noStrike" kern="0" cap="none" spc="0" normalizeH="0" baseline="0" noProof="0" dirty="0">
              <a:ln>
                <a:noFill/>
              </a:ln>
              <a:solidFill>
                <a:srgbClr val="FF3300"/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11" name="AutoShape 201">
            <a:extLst>
              <a:ext uri="{FF2B5EF4-FFF2-40B4-BE49-F238E27FC236}">
                <a16:creationId xmlns:a16="http://schemas.microsoft.com/office/drawing/2014/main" id="{E02E6800-DDCB-467A-92A1-D7E76CC334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6218" y="2660737"/>
            <a:ext cx="3334169" cy="609600"/>
          </a:xfrm>
          <a:prstGeom prst="roundRect">
            <a:avLst>
              <a:gd name="adj" fmla="val 48412"/>
            </a:avLst>
          </a:prstGeom>
          <a:solidFill>
            <a:srgbClr val="FFCC00"/>
          </a:solidFill>
          <a:ln w="19050" cap="rnd">
            <a:solidFill>
              <a:srgbClr val="008000"/>
            </a:solidFill>
            <a:prstDash val="sysDot"/>
            <a:round/>
            <a:headEnd/>
            <a:tailEnd/>
          </a:ln>
        </p:spPr>
        <p:txBody>
          <a:bodyPr wrap="none" anchor="ctr"/>
          <a:lstStyle>
            <a:lvl1pPr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1pPr>
            <a:lvl2pPr marL="742950" indent="-28575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2pPr>
            <a:lvl3pPr marL="11430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3pPr>
            <a:lvl4pPr marL="16002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4pPr>
            <a:lvl5pPr marL="20574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336699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endParaRPr kumimoji="0" lang="zh-CN" altLang="en-US" sz="2400" b="1" i="0" u="sng" strike="noStrike" kern="0" cap="none" spc="0" normalizeH="0" baseline="0" noProof="0" dirty="0">
              <a:ln>
                <a:noFill/>
              </a:ln>
              <a:solidFill>
                <a:srgbClr val="FF3300"/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12" name="AutoShape 201">
            <a:extLst>
              <a:ext uri="{FF2B5EF4-FFF2-40B4-BE49-F238E27FC236}">
                <a16:creationId xmlns:a16="http://schemas.microsoft.com/office/drawing/2014/main" id="{6D6B1956-DB94-4A5C-B036-9C99FF411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0858" y="1809391"/>
            <a:ext cx="3334169" cy="609600"/>
          </a:xfrm>
          <a:prstGeom prst="roundRect">
            <a:avLst>
              <a:gd name="adj" fmla="val 48412"/>
            </a:avLst>
          </a:prstGeom>
          <a:solidFill>
            <a:srgbClr val="FFCC00"/>
          </a:solidFill>
          <a:ln w="19050" cap="rnd">
            <a:solidFill>
              <a:srgbClr val="008000"/>
            </a:solidFill>
            <a:prstDash val="sysDot"/>
            <a:round/>
            <a:headEnd/>
            <a:tailEnd/>
          </a:ln>
        </p:spPr>
        <p:txBody>
          <a:bodyPr wrap="none" anchor="ctr"/>
          <a:lstStyle>
            <a:lvl1pPr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1pPr>
            <a:lvl2pPr marL="742950" indent="-28575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2pPr>
            <a:lvl3pPr marL="11430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3pPr>
            <a:lvl4pPr marL="16002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4pPr>
            <a:lvl5pPr marL="20574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336699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endParaRPr kumimoji="0" lang="zh-CN" altLang="en-US" sz="2400" b="1" i="0" u="sng" strike="noStrike" kern="0" cap="none" spc="0" normalizeH="0" baseline="0" noProof="0" dirty="0">
              <a:ln>
                <a:noFill/>
              </a:ln>
              <a:solidFill>
                <a:srgbClr val="FF3300"/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grpSp>
        <p:nvGrpSpPr>
          <p:cNvPr id="13" name="组合 12">
            <a:extLst>
              <a:ext uri="{FF2B5EF4-FFF2-40B4-BE49-F238E27FC236}">
                <a16:creationId xmlns:a16="http://schemas.microsoft.com/office/drawing/2014/main" id="{5E549B61-6B8A-4329-8B2B-0ACCF5E06FA9}"/>
              </a:ext>
            </a:extLst>
          </p:cNvPr>
          <p:cNvGrpSpPr/>
          <p:nvPr/>
        </p:nvGrpSpPr>
        <p:grpSpPr>
          <a:xfrm>
            <a:off x="3509105" y="3072273"/>
            <a:ext cx="3067475" cy="610282"/>
            <a:chOff x="6038090" y="2104533"/>
            <a:chExt cx="3067475" cy="610282"/>
          </a:xfrm>
          <a:effectLst/>
        </p:grpSpPr>
        <p:sp>
          <p:nvSpPr>
            <p:cNvPr id="14" name="Line 40">
              <a:extLst>
                <a:ext uri="{FF2B5EF4-FFF2-40B4-BE49-F238E27FC236}">
                  <a16:creationId xmlns:a16="http://schemas.microsoft.com/office/drawing/2014/main" id="{ED9AC670-DAEF-42FA-8622-1867C04212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38090" y="2117564"/>
              <a:ext cx="597251" cy="597251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15" name="Line 40">
              <a:extLst>
                <a:ext uri="{FF2B5EF4-FFF2-40B4-BE49-F238E27FC236}">
                  <a16:creationId xmlns:a16="http://schemas.microsoft.com/office/drawing/2014/main" id="{1A9B401F-A1DF-4A1A-8D4E-82C5CC73F1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859687" y="2104533"/>
              <a:ext cx="599396" cy="599396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eaLnBrk="0" hangingPunct="0"/>
              <a:endParaRPr lang="zh-CN" altLang="en-US" sz="2400" b="1" u="sng" kern="0" dirty="0">
                <a:solidFill>
                  <a:srgbClr val="FF3300"/>
                </a:solidFill>
                <a:ea typeface="微软雅黑" panose="020B0503020204020204" pitchFamily="34" charset="-122"/>
              </a:endParaRPr>
            </a:p>
          </p:txBody>
        </p:sp>
        <p:sp>
          <p:nvSpPr>
            <p:cNvPr id="16" name="Line 40">
              <a:extLst>
                <a:ext uri="{FF2B5EF4-FFF2-40B4-BE49-F238E27FC236}">
                  <a16:creationId xmlns:a16="http://schemas.microsoft.com/office/drawing/2014/main" id="{57741662-CFF3-4555-AC8F-A80F4E0F42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13534" y="2111898"/>
              <a:ext cx="592031" cy="592031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17" name="Line 40">
              <a:extLst>
                <a:ext uri="{FF2B5EF4-FFF2-40B4-BE49-F238E27FC236}">
                  <a16:creationId xmlns:a16="http://schemas.microsoft.com/office/drawing/2014/main" id="{BC361F8E-F82B-4C9D-A5DD-6E5AD088B0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2472" y="2113310"/>
              <a:ext cx="600788" cy="600788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eaLnBrk="0" hangingPunct="0"/>
              <a:endParaRPr lang="zh-CN" altLang="en-US" sz="2400" b="1" u="sng" kern="0" dirty="0">
                <a:solidFill>
                  <a:srgbClr val="FF3300"/>
                </a:solidFill>
                <a:ea typeface="微软雅黑" panose="020B0503020204020204" pitchFamily="34" charset="-122"/>
              </a:endParaRPr>
            </a:p>
          </p:txBody>
        </p:sp>
      </p:grpSp>
      <p:sp>
        <p:nvSpPr>
          <p:cNvPr id="18" name="Line 39">
            <a:extLst>
              <a:ext uri="{FF2B5EF4-FFF2-40B4-BE49-F238E27FC236}">
                <a16:creationId xmlns:a16="http://schemas.microsoft.com/office/drawing/2014/main" id="{44604AFE-FA14-4A94-A825-6889D1EBE613}"/>
              </a:ext>
            </a:extLst>
          </p:cNvPr>
          <p:cNvSpPr>
            <a:spLocks noChangeShapeType="1"/>
          </p:cNvSpPr>
          <p:nvPr/>
        </p:nvSpPr>
        <p:spPr bwMode="auto">
          <a:xfrm>
            <a:off x="2576127" y="3794520"/>
            <a:ext cx="0" cy="702082"/>
          </a:xfrm>
          <a:prstGeom prst="line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  <p:txBody>
          <a:bodyPr/>
          <a:lstStyle/>
          <a:p>
            <a:pPr eaLnBrk="0" hangingPunct="0"/>
            <a:endParaRPr lang="zh-CN" altLang="en-US" sz="2400" b="1" u="sng" kern="0" dirty="0">
              <a:solidFill>
                <a:srgbClr val="FF3300"/>
              </a:solidFill>
              <a:ea typeface="微软雅黑" panose="020B0503020204020204" pitchFamily="34" charset="-122"/>
            </a:endParaRPr>
          </a:p>
        </p:txBody>
      </p:sp>
      <p:grpSp>
        <p:nvGrpSpPr>
          <p:cNvPr id="19" name="组合 18">
            <a:extLst>
              <a:ext uri="{FF2B5EF4-FFF2-40B4-BE49-F238E27FC236}">
                <a16:creationId xmlns:a16="http://schemas.microsoft.com/office/drawing/2014/main" id="{24E25396-D4D1-4DA0-91A0-0E2523839670}"/>
              </a:ext>
            </a:extLst>
          </p:cNvPr>
          <p:cNvGrpSpPr/>
          <p:nvPr/>
        </p:nvGrpSpPr>
        <p:grpSpPr>
          <a:xfrm>
            <a:off x="3455630" y="2681007"/>
            <a:ext cx="3973717" cy="307777"/>
            <a:chOff x="4674674" y="2707482"/>
            <a:chExt cx="3973717" cy="307777"/>
          </a:xfrm>
          <a:effectLst/>
        </p:grpSpPr>
        <p:sp>
          <p:nvSpPr>
            <p:cNvPr id="20" name="Text Box 9">
              <a:extLst>
                <a:ext uri="{FF2B5EF4-FFF2-40B4-BE49-F238E27FC236}">
                  <a16:creationId xmlns:a16="http://schemas.microsoft.com/office/drawing/2014/main" id="{C1B868F6-FEBB-44CC-8A85-E538279EE0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1464" y="2707482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</a:p>
          </p:txBody>
        </p:sp>
        <p:sp>
          <p:nvSpPr>
            <p:cNvPr id="21" name="Text Box 10">
              <a:extLst>
                <a:ext uri="{FF2B5EF4-FFF2-40B4-BE49-F238E27FC236}">
                  <a16:creationId xmlns:a16="http://schemas.microsoft.com/office/drawing/2014/main" id="{C77D00BE-2871-4415-B624-FF83F7485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94638" y="2707482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</a:p>
          </p:txBody>
        </p:sp>
        <p:sp>
          <p:nvSpPr>
            <p:cNvPr id="22" name="Text Box 11">
              <a:extLst>
                <a:ext uri="{FF2B5EF4-FFF2-40B4-BE49-F238E27FC236}">
                  <a16:creationId xmlns:a16="http://schemas.microsoft.com/office/drawing/2014/main" id="{A1B39BE9-A6AD-4FF7-A2EE-DDE137D40B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3390" y="2707482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</a:p>
          </p:txBody>
        </p:sp>
        <p:sp>
          <p:nvSpPr>
            <p:cNvPr id="23" name="Text Box 12">
              <a:extLst>
                <a:ext uri="{FF2B5EF4-FFF2-40B4-BE49-F238E27FC236}">
                  <a16:creationId xmlns:a16="http://schemas.microsoft.com/office/drawing/2014/main" id="{6F2C6B86-CE55-4DFC-A54F-C60924E980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32142" y="2707482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</a:p>
          </p:txBody>
        </p:sp>
        <p:sp>
          <p:nvSpPr>
            <p:cNvPr id="24" name="Text Box 13">
              <a:extLst>
                <a:ext uri="{FF2B5EF4-FFF2-40B4-BE49-F238E27FC236}">
                  <a16:creationId xmlns:a16="http://schemas.microsoft.com/office/drawing/2014/main" id="{25DAA909-9BD7-4286-9C22-1ED8DE2C14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74674" y="2707482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</a:p>
          </p:txBody>
        </p:sp>
      </p:grpSp>
      <p:grpSp>
        <p:nvGrpSpPr>
          <p:cNvPr id="25" name="组合 24">
            <a:extLst>
              <a:ext uri="{FF2B5EF4-FFF2-40B4-BE49-F238E27FC236}">
                <a16:creationId xmlns:a16="http://schemas.microsoft.com/office/drawing/2014/main" id="{811444A5-0B16-4A9A-B7FE-44FD3CE78D26}"/>
              </a:ext>
            </a:extLst>
          </p:cNvPr>
          <p:cNvGrpSpPr/>
          <p:nvPr/>
        </p:nvGrpSpPr>
        <p:grpSpPr>
          <a:xfrm>
            <a:off x="2625926" y="3526748"/>
            <a:ext cx="3984669" cy="307777"/>
            <a:chOff x="3844970" y="3586956"/>
            <a:chExt cx="3984669" cy="307777"/>
          </a:xfrm>
          <a:effectLst/>
        </p:grpSpPr>
        <p:sp>
          <p:nvSpPr>
            <p:cNvPr id="26" name="Text Box 15">
              <a:extLst>
                <a:ext uri="{FF2B5EF4-FFF2-40B4-BE49-F238E27FC236}">
                  <a16:creationId xmlns:a16="http://schemas.microsoft.com/office/drawing/2014/main" id="{631E6105-92B6-48D3-8048-5FEA4DC596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6099" y="358695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</a:p>
          </p:txBody>
        </p:sp>
        <p:sp>
          <p:nvSpPr>
            <p:cNvPr id="27" name="Text Box 16">
              <a:extLst>
                <a:ext uri="{FF2B5EF4-FFF2-40B4-BE49-F238E27FC236}">
                  <a16:creationId xmlns:a16="http://schemas.microsoft.com/office/drawing/2014/main" id="{ED93F76C-CC6F-4E1A-8002-2387C217B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68764" y="358695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</a:p>
          </p:txBody>
        </p:sp>
        <p:sp>
          <p:nvSpPr>
            <p:cNvPr id="28" name="Text Box 17">
              <a:extLst>
                <a:ext uri="{FF2B5EF4-FFF2-40B4-BE49-F238E27FC236}">
                  <a16:creationId xmlns:a16="http://schemas.microsoft.com/office/drawing/2014/main" id="{0FC4FD55-A774-4909-9A8E-9C0C46DC58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94638" y="358695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</a:p>
          </p:txBody>
        </p:sp>
        <p:sp>
          <p:nvSpPr>
            <p:cNvPr id="29" name="Text Box 18">
              <a:extLst>
                <a:ext uri="{FF2B5EF4-FFF2-40B4-BE49-F238E27FC236}">
                  <a16:creationId xmlns:a16="http://schemas.microsoft.com/office/drawing/2014/main" id="{5AEF0B46-C946-4856-BB22-9B61E70FD5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3390" y="358695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</a:p>
          </p:txBody>
        </p:sp>
        <p:sp>
          <p:nvSpPr>
            <p:cNvPr id="30" name="Text Box 19">
              <a:extLst>
                <a:ext uri="{FF2B5EF4-FFF2-40B4-BE49-F238E27FC236}">
                  <a16:creationId xmlns:a16="http://schemas.microsoft.com/office/drawing/2014/main" id="{077EACED-26BB-45BE-85AF-A641EC0CF3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4970" y="358695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</a:p>
          </p:txBody>
        </p:sp>
      </p:grpSp>
      <p:grpSp>
        <p:nvGrpSpPr>
          <p:cNvPr id="31" name="组合 30">
            <a:extLst>
              <a:ext uri="{FF2B5EF4-FFF2-40B4-BE49-F238E27FC236}">
                <a16:creationId xmlns:a16="http://schemas.microsoft.com/office/drawing/2014/main" id="{2BA6E93B-9C99-4EAB-A49B-96CC3EADBD1F}"/>
              </a:ext>
            </a:extLst>
          </p:cNvPr>
          <p:cNvGrpSpPr/>
          <p:nvPr/>
        </p:nvGrpSpPr>
        <p:grpSpPr>
          <a:xfrm>
            <a:off x="1803556" y="4402421"/>
            <a:ext cx="3988287" cy="307777"/>
            <a:chOff x="3022600" y="4507706"/>
            <a:chExt cx="3988287" cy="307777"/>
          </a:xfrm>
          <a:effectLst/>
        </p:grpSpPr>
        <p:sp>
          <p:nvSpPr>
            <p:cNvPr id="32" name="Text Box 21">
              <a:extLst>
                <a:ext uri="{FF2B5EF4-FFF2-40B4-BE49-F238E27FC236}">
                  <a16:creationId xmlns:a16="http://schemas.microsoft.com/office/drawing/2014/main" id="{0956FF1F-A525-4B9F-9081-204525FE9B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5445" y="450770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</a:p>
          </p:txBody>
        </p:sp>
        <p:sp>
          <p:nvSpPr>
            <p:cNvPr id="33" name="Text Box 22">
              <a:extLst>
                <a:ext uri="{FF2B5EF4-FFF2-40B4-BE49-F238E27FC236}">
                  <a16:creationId xmlns:a16="http://schemas.microsoft.com/office/drawing/2014/main" id="{608D284B-C98C-4BEE-A7EA-42007EB38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3399" y="450770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</a:p>
          </p:txBody>
        </p:sp>
        <p:sp>
          <p:nvSpPr>
            <p:cNvPr id="34" name="Text Box 23">
              <a:extLst>
                <a:ext uri="{FF2B5EF4-FFF2-40B4-BE49-F238E27FC236}">
                  <a16:creationId xmlns:a16="http://schemas.microsoft.com/office/drawing/2014/main" id="{F70A140B-F79D-49E6-BAE3-CEAC445874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1464" y="450770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</a:p>
          </p:txBody>
        </p:sp>
        <p:sp>
          <p:nvSpPr>
            <p:cNvPr id="35" name="Text Box 24">
              <a:extLst>
                <a:ext uri="{FF2B5EF4-FFF2-40B4-BE49-F238E27FC236}">
                  <a16:creationId xmlns:a16="http://schemas.microsoft.com/office/drawing/2014/main" id="{8C8AD89F-42AD-481B-B223-21FB97CDD4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94638" y="450770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</a:p>
          </p:txBody>
        </p:sp>
        <p:sp>
          <p:nvSpPr>
            <p:cNvPr id="36" name="Text Box 25">
              <a:extLst>
                <a:ext uri="{FF2B5EF4-FFF2-40B4-BE49-F238E27FC236}">
                  <a16:creationId xmlns:a16="http://schemas.microsoft.com/office/drawing/2014/main" id="{53261D7C-F602-4E0D-B555-9E3B2ED3A0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22600" y="4507706"/>
              <a:ext cx="7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</a:p>
          </p:txBody>
        </p:sp>
      </p:grpSp>
      <p:grpSp>
        <p:nvGrpSpPr>
          <p:cNvPr id="37" name="组合 36">
            <a:extLst>
              <a:ext uri="{FF2B5EF4-FFF2-40B4-BE49-F238E27FC236}">
                <a16:creationId xmlns:a16="http://schemas.microsoft.com/office/drawing/2014/main" id="{795257C6-B5E9-493A-92A3-983B295FEB85}"/>
              </a:ext>
            </a:extLst>
          </p:cNvPr>
          <p:cNvGrpSpPr/>
          <p:nvPr/>
        </p:nvGrpSpPr>
        <p:grpSpPr>
          <a:xfrm>
            <a:off x="5075594" y="1022183"/>
            <a:ext cx="4052179" cy="307777"/>
            <a:chOff x="6294638" y="1124744"/>
            <a:chExt cx="4052179" cy="307777"/>
          </a:xfrm>
          <a:effectLst/>
        </p:grpSpPr>
        <p:sp>
          <p:nvSpPr>
            <p:cNvPr id="38" name="Text Box 27">
              <a:extLst>
                <a:ext uri="{FF2B5EF4-FFF2-40B4-BE49-F238E27FC236}">
                  <a16:creationId xmlns:a16="http://schemas.microsoft.com/office/drawing/2014/main" id="{DDE329A5-DD07-44F9-A140-AB821A3769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94638" y="1124744"/>
              <a:ext cx="71624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</a:p>
          </p:txBody>
        </p:sp>
        <p:sp>
          <p:nvSpPr>
            <p:cNvPr id="39" name="Text Box 28">
              <a:extLst>
                <a:ext uri="{FF2B5EF4-FFF2-40B4-BE49-F238E27FC236}">
                  <a16:creationId xmlns:a16="http://schemas.microsoft.com/office/drawing/2014/main" id="{A39076D0-23AE-41DE-BCF6-881E9A21A4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3390" y="1124744"/>
              <a:ext cx="71624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</a:p>
          </p:txBody>
        </p:sp>
        <p:sp>
          <p:nvSpPr>
            <p:cNvPr id="40" name="Text Box 29">
              <a:extLst>
                <a:ext uri="{FF2B5EF4-FFF2-40B4-BE49-F238E27FC236}">
                  <a16:creationId xmlns:a16="http://schemas.microsoft.com/office/drawing/2014/main" id="{1B1CA346-6582-46BE-9B30-DF3E77E9B4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32142" y="1124744"/>
              <a:ext cx="71624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</a:p>
          </p:txBody>
        </p:sp>
        <p:sp>
          <p:nvSpPr>
            <p:cNvPr id="41" name="Text Box 30">
              <a:extLst>
                <a:ext uri="{FF2B5EF4-FFF2-40B4-BE49-F238E27FC236}">
                  <a16:creationId xmlns:a16="http://schemas.microsoft.com/office/drawing/2014/main" id="{CA7D6872-BC7A-4929-831D-A99F63E35E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50894" y="1124744"/>
              <a:ext cx="71624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</a:p>
          </p:txBody>
        </p:sp>
        <p:sp>
          <p:nvSpPr>
            <p:cNvPr id="42" name="Text Box 31">
              <a:extLst>
                <a:ext uri="{FF2B5EF4-FFF2-40B4-BE49-F238E27FC236}">
                  <a16:creationId xmlns:a16="http://schemas.microsoft.com/office/drawing/2014/main" id="{127EF37F-75A2-4E53-952D-3DBF67D7E0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9648" y="1124744"/>
              <a:ext cx="77716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</a:p>
          </p:txBody>
        </p:sp>
      </p:grpSp>
      <p:grpSp>
        <p:nvGrpSpPr>
          <p:cNvPr id="43" name="组合 42">
            <a:extLst>
              <a:ext uri="{FF2B5EF4-FFF2-40B4-BE49-F238E27FC236}">
                <a16:creationId xmlns:a16="http://schemas.microsoft.com/office/drawing/2014/main" id="{F0BED8A0-9FD1-4EE1-9C93-A7C8E1CEBC96}"/>
              </a:ext>
            </a:extLst>
          </p:cNvPr>
          <p:cNvGrpSpPr/>
          <p:nvPr/>
        </p:nvGrpSpPr>
        <p:grpSpPr>
          <a:xfrm>
            <a:off x="1385053" y="6144139"/>
            <a:ext cx="3110905" cy="336550"/>
            <a:chOff x="3114675" y="5691981"/>
            <a:chExt cx="3110905" cy="336550"/>
          </a:xfrm>
          <a:effectLst/>
        </p:grpSpPr>
        <p:grpSp>
          <p:nvGrpSpPr>
            <p:cNvPr id="44" name="组合 43">
              <a:extLst>
                <a:ext uri="{FF2B5EF4-FFF2-40B4-BE49-F238E27FC236}">
                  <a16:creationId xmlns:a16="http://schemas.microsoft.com/office/drawing/2014/main" id="{075CC43D-2FB1-4409-B7D4-04FB7784AB56}"/>
                </a:ext>
              </a:extLst>
            </p:cNvPr>
            <p:cNvGrpSpPr/>
            <p:nvPr/>
          </p:nvGrpSpPr>
          <p:grpSpPr>
            <a:xfrm>
              <a:off x="3114675" y="5691981"/>
              <a:ext cx="2261791" cy="336550"/>
              <a:chOff x="3114675" y="5691981"/>
              <a:chExt cx="2261791" cy="336550"/>
            </a:xfrm>
          </p:grpSpPr>
          <p:sp>
            <p:nvSpPr>
              <p:cNvPr id="46" name="Text Box 34">
                <a:extLst>
                  <a:ext uri="{FF2B5EF4-FFF2-40B4-BE49-F238E27FC236}">
                    <a16:creationId xmlns:a16="http://schemas.microsoft.com/office/drawing/2014/main" id="{6A413900-1392-4EF7-B221-590F967218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4675" y="5691981"/>
                <a:ext cx="647700" cy="3365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o"/>
                  <a:defRPr sz="3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n"/>
                  <a:defRPr sz="26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o"/>
                  <a:defRPr sz="23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lnSpc>
                    <a:spcPct val="120000"/>
                  </a:lnSpc>
                  <a:spcBef>
                    <a:spcPct val="25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50000"/>
                  </a:spcBef>
                  <a:buClrTx/>
                  <a:buFontTx/>
                  <a:buNone/>
                </a:pPr>
                <a:r>
                  <a:rPr lang="en-US" altLang="zh-CN" sz="1600" b="1" dirty="0">
                    <a:solidFill>
                      <a:srgbClr val="C0000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p</a:t>
                </a:r>
                <a:r>
                  <a:rPr lang="en-US" altLang="zh-CN" sz="1600" b="1" baseline="-25000" dirty="0">
                    <a:solidFill>
                      <a:srgbClr val="C0000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</a:t>
                </a:r>
                <a:endParaRPr lang="en-US" altLang="zh-CN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Text Box 35">
                <a:extLst>
                  <a:ext uri="{FF2B5EF4-FFF2-40B4-BE49-F238E27FC236}">
                    <a16:creationId xmlns:a16="http://schemas.microsoft.com/office/drawing/2014/main" id="{28A3C7C6-1A04-4C0A-A1BC-D06E20E4BA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80234" y="5691981"/>
                <a:ext cx="792163" cy="3365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o"/>
                  <a:defRPr sz="3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n"/>
                  <a:defRPr sz="26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o"/>
                  <a:defRPr sz="23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lnSpc>
                    <a:spcPct val="120000"/>
                  </a:lnSpc>
                  <a:spcBef>
                    <a:spcPct val="25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50000"/>
                  </a:spcBef>
                  <a:buClrTx/>
                  <a:buFontTx/>
                  <a:buNone/>
                </a:pPr>
                <a:r>
                  <a:rPr lang="en-US" altLang="zh-CN" sz="1600" b="1" dirty="0">
                    <a:solidFill>
                      <a:srgbClr val="C0000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  p</a:t>
                </a:r>
                <a:r>
                  <a:rPr lang="en-US" altLang="zh-CN" sz="1600" b="1" baseline="-25000" dirty="0">
                    <a:solidFill>
                      <a:srgbClr val="C0000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7</a:t>
                </a:r>
                <a:endParaRPr lang="en-US" altLang="zh-CN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Text Box 36">
                <a:extLst>
                  <a:ext uri="{FF2B5EF4-FFF2-40B4-BE49-F238E27FC236}">
                    <a16:creationId xmlns:a16="http://schemas.microsoft.com/office/drawing/2014/main" id="{59EB35F7-421A-4F22-8C96-EB020C7812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5741" y="5691981"/>
                <a:ext cx="720725" cy="3365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o"/>
                  <a:defRPr sz="3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n"/>
                  <a:defRPr sz="26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o"/>
                  <a:defRPr sz="23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lnSpc>
                    <a:spcPct val="120000"/>
                  </a:lnSpc>
                  <a:spcBef>
                    <a:spcPct val="20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lnSpc>
                    <a:spcPct val="120000"/>
                  </a:lnSpc>
                  <a:spcBef>
                    <a:spcPct val="25000"/>
                  </a:spcBef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lnSpc>
                    <a:spcPct val="120000"/>
                  </a:lnSpc>
                  <a:spcBef>
                    <a:spcPct val="25000"/>
                  </a:spcBef>
                  <a:spcAft>
                    <a:spcPct val="0"/>
                  </a:spcAft>
                  <a:buClr>
                    <a:schemeClr val="accent2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50000"/>
                  </a:spcBef>
                  <a:buClrTx/>
                  <a:buFontTx/>
                  <a:buNone/>
                </a:pPr>
                <a:r>
                  <a:rPr lang="en-US" altLang="zh-CN" sz="1600" b="1" dirty="0">
                    <a:solidFill>
                      <a:srgbClr val="C0000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 p</a:t>
                </a:r>
                <a:r>
                  <a:rPr lang="en-US" altLang="zh-CN" sz="1600" b="1" baseline="-25000" dirty="0">
                    <a:solidFill>
                      <a:srgbClr val="C0000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</a:t>
                </a:r>
                <a:endParaRPr lang="en-US" altLang="zh-CN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5" name="Text Box 37">
              <a:extLst>
                <a:ext uri="{FF2B5EF4-FFF2-40B4-BE49-F238E27FC236}">
                  <a16:creationId xmlns:a16="http://schemas.microsoft.com/office/drawing/2014/main" id="{D3C98EEF-3B57-4B4C-87E7-A750CC5964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4705" y="5691981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p</a:t>
              </a:r>
              <a:r>
                <a:rPr lang="en-US" altLang="zh-CN" sz="1600" b="1" baseline="-25000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9" name="Text Box 38">
            <a:extLst>
              <a:ext uri="{FF2B5EF4-FFF2-40B4-BE49-F238E27FC236}">
                <a16:creationId xmlns:a16="http://schemas.microsoft.com/office/drawing/2014/main" id="{7BC1C6D9-09CC-4577-8914-055A63F471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4197" y="6144139"/>
            <a:ext cx="5778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3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6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23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120000"/>
              </a:lnSpc>
              <a:spcBef>
                <a:spcPct val="25000"/>
              </a:spcBef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50000"/>
              </a:spcBef>
              <a:buClrTx/>
              <a:buFontTx/>
              <a:buNone/>
            </a:pP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 Box 39">
            <a:extLst>
              <a:ext uri="{FF2B5EF4-FFF2-40B4-BE49-F238E27FC236}">
                <a16:creationId xmlns:a16="http://schemas.microsoft.com/office/drawing/2014/main" id="{F10EA29A-4A3B-47C7-B660-DB79D2BCCC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1886" y="6144139"/>
            <a:ext cx="50323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3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6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23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120000"/>
              </a:lnSpc>
              <a:spcBef>
                <a:spcPct val="25000"/>
              </a:spcBef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50000"/>
              </a:spcBef>
              <a:buClrTx/>
              <a:buFontTx/>
              <a:buNone/>
            </a:pP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 Box 40">
            <a:extLst>
              <a:ext uri="{FF2B5EF4-FFF2-40B4-BE49-F238E27FC236}">
                <a16:creationId xmlns:a16="http://schemas.microsoft.com/office/drawing/2014/main" id="{E18B58FD-63D1-4D3D-8D16-07518DBE8F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7812" y="6144139"/>
            <a:ext cx="5762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3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6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23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120000"/>
              </a:lnSpc>
              <a:spcBef>
                <a:spcPct val="25000"/>
              </a:spcBef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50000"/>
              </a:spcBef>
              <a:buClrTx/>
              <a:buFontTx/>
              <a:buNone/>
            </a:pP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Text Box 41">
            <a:extLst>
              <a:ext uri="{FF2B5EF4-FFF2-40B4-BE49-F238E27FC236}">
                <a16:creationId xmlns:a16="http://schemas.microsoft.com/office/drawing/2014/main" id="{6D000890-3D09-4E27-B827-2496ABE5B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9464" y="6144139"/>
            <a:ext cx="5746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3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6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23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120000"/>
              </a:lnSpc>
              <a:spcBef>
                <a:spcPct val="25000"/>
              </a:spcBef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50000"/>
              </a:spcBef>
              <a:buClrTx/>
              <a:buFontTx/>
              <a:buNone/>
            </a:pP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42">
            <a:extLst>
              <a:ext uri="{FF2B5EF4-FFF2-40B4-BE49-F238E27FC236}">
                <a16:creationId xmlns:a16="http://schemas.microsoft.com/office/drawing/2014/main" id="{6B9AAFB4-3027-42B9-B1D5-DE2EF29BD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2131" y="6144139"/>
            <a:ext cx="5048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3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6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23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120000"/>
              </a:lnSpc>
              <a:spcBef>
                <a:spcPct val="25000"/>
              </a:spcBef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50000"/>
              </a:spcBef>
              <a:buClrTx/>
              <a:buFontTx/>
              <a:buNone/>
            </a:pP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lang="en-US" altLang="zh-CN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Text Box 32">
            <a:extLst>
              <a:ext uri="{FF2B5EF4-FFF2-40B4-BE49-F238E27FC236}">
                <a16:creationId xmlns:a16="http://schemas.microsoft.com/office/drawing/2014/main" id="{85564E95-0800-45A7-B297-4097EA3008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767" y="6144139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3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6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23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120000"/>
              </a:lnSpc>
              <a:spcBef>
                <a:spcPct val="25000"/>
              </a:spcBef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50000"/>
              </a:spcBef>
              <a:buClrTx/>
              <a:buFontTx/>
              <a:buNone/>
            </a:pP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9</a:t>
            </a:r>
            <a:endParaRPr lang="en-US" altLang="zh-CN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5" name="Group 36">
            <a:extLst>
              <a:ext uri="{FF2B5EF4-FFF2-40B4-BE49-F238E27FC236}">
                <a16:creationId xmlns:a16="http://schemas.microsoft.com/office/drawing/2014/main" id="{C79A6B14-3F18-4447-9A4E-080204216DAE}"/>
              </a:ext>
            </a:extLst>
          </p:cNvPr>
          <p:cNvGrpSpPr>
            <a:grpSpLocks/>
          </p:cNvGrpSpPr>
          <p:nvPr/>
        </p:nvGrpSpPr>
        <p:grpSpPr bwMode="auto">
          <a:xfrm>
            <a:off x="7534100" y="1119218"/>
            <a:ext cx="139244" cy="5024846"/>
            <a:chOff x="13" y="158"/>
            <a:chExt cx="147" cy="2593"/>
          </a:xfrm>
          <a:effectLst/>
        </p:grpSpPr>
        <p:sp>
          <p:nvSpPr>
            <p:cNvPr id="56" name="Line 38">
              <a:extLst>
                <a:ext uri="{FF2B5EF4-FFF2-40B4-BE49-F238E27FC236}">
                  <a16:creationId xmlns:a16="http://schemas.microsoft.com/office/drawing/2014/main" id="{981A301A-02D2-41ED-8DF9-DCFB899A82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" y="158"/>
              <a:ext cx="140" cy="0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57" name="Line 39">
              <a:extLst>
                <a:ext uri="{FF2B5EF4-FFF2-40B4-BE49-F238E27FC236}">
                  <a16:creationId xmlns:a16="http://schemas.microsoft.com/office/drawing/2014/main" id="{FF68CB12-2001-4B93-839C-C4CD7F5373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" y="161"/>
              <a:ext cx="0" cy="419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58" name="Line 39">
              <a:extLst>
                <a:ext uri="{FF2B5EF4-FFF2-40B4-BE49-F238E27FC236}">
                  <a16:creationId xmlns:a16="http://schemas.microsoft.com/office/drawing/2014/main" id="{35E5D52B-27A3-429D-8E38-3D27AC7723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" y="761"/>
              <a:ext cx="0" cy="1990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</p:grpSp>
      <p:grpSp>
        <p:nvGrpSpPr>
          <p:cNvPr id="59" name="组合 58">
            <a:extLst>
              <a:ext uri="{FF2B5EF4-FFF2-40B4-BE49-F238E27FC236}">
                <a16:creationId xmlns:a16="http://schemas.microsoft.com/office/drawing/2014/main" id="{59E18D87-076E-4F79-9CFB-815B2A67EE76}"/>
              </a:ext>
            </a:extLst>
          </p:cNvPr>
          <p:cNvGrpSpPr/>
          <p:nvPr/>
        </p:nvGrpSpPr>
        <p:grpSpPr>
          <a:xfrm>
            <a:off x="3226576" y="3566064"/>
            <a:ext cx="2820783" cy="431135"/>
            <a:chOff x="7759129" y="1317105"/>
            <a:chExt cx="2820783" cy="431135"/>
          </a:xfrm>
          <a:effectLst/>
        </p:grpSpPr>
        <p:grpSp>
          <p:nvGrpSpPr>
            <p:cNvPr id="60" name="组合 59">
              <a:extLst>
                <a:ext uri="{FF2B5EF4-FFF2-40B4-BE49-F238E27FC236}">
                  <a16:creationId xmlns:a16="http://schemas.microsoft.com/office/drawing/2014/main" id="{49F23E8B-7C50-4EAD-9F40-7879E8F24C7C}"/>
                </a:ext>
              </a:extLst>
            </p:cNvPr>
            <p:cNvGrpSpPr/>
            <p:nvPr/>
          </p:nvGrpSpPr>
          <p:grpSpPr>
            <a:xfrm>
              <a:off x="9414851" y="1317105"/>
              <a:ext cx="338138" cy="430887"/>
              <a:chOff x="8686490" y="2190704"/>
              <a:chExt cx="338138" cy="430887"/>
            </a:xfrm>
          </p:grpSpPr>
          <p:sp>
            <p:nvSpPr>
              <p:cNvPr id="70" name="Oval 36">
                <a:extLst>
                  <a:ext uri="{FF2B5EF4-FFF2-40B4-BE49-F238E27FC236}">
                    <a16:creationId xmlns:a16="http://schemas.microsoft.com/office/drawing/2014/main" id="{D845DCB2-17AD-4E44-AFF2-18BCBED3E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71" name="文本框 70">
                <a:extLst>
                  <a:ext uri="{FF2B5EF4-FFF2-40B4-BE49-F238E27FC236}">
                    <a16:creationId xmlns:a16="http://schemas.microsoft.com/office/drawing/2014/main" id="{A4E5406C-F72F-4C99-96EB-95E21759997F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  <p:grpSp>
          <p:nvGrpSpPr>
            <p:cNvPr id="61" name="组合 60">
              <a:extLst>
                <a:ext uri="{FF2B5EF4-FFF2-40B4-BE49-F238E27FC236}">
                  <a16:creationId xmlns:a16="http://schemas.microsoft.com/office/drawing/2014/main" id="{A25FA3B1-73D2-4648-B622-4B64E2131668}"/>
                </a:ext>
              </a:extLst>
            </p:cNvPr>
            <p:cNvGrpSpPr/>
            <p:nvPr/>
          </p:nvGrpSpPr>
          <p:grpSpPr>
            <a:xfrm>
              <a:off x="8586990" y="1317105"/>
              <a:ext cx="338138" cy="430887"/>
              <a:chOff x="8686490" y="2190704"/>
              <a:chExt cx="338138" cy="430887"/>
            </a:xfrm>
          </p:grpSpPr>
          <p:sp>
            <p:nvSpPr>
              <p:cNvPr id="68" name="Oval 36">
                <a:extLst>
                  <a:ext uri="{FF2B5EF4-FFF2-40B4-BE49-F238E27FC236}">
                    <a16:creationId xmlns:a16="http://schemas.microsoft.com/office/drawing/2014/main" id="{74298144-8AD1-4C06-B4B6-208178C4E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文本框 68">
                <a:extLst>
                  <a:ext uri="{FF2B5EF4-FFF2-40B4-BE49-F238E27FC236}">
                    <a16:creationId xmlns:a16="http://schemas.microsoft.com/office/drawing/2014/main" id="{832E6CAB-30D2-45C2-9908-C27562041F04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  <p:grpSp>
          <p:nvGrpSpPr>
            <p:cNvPr id="62" name="组合 61">
              <a:extLst>
                <a:ext uri="{FF2B5EF4-FFF2-40B4-BE49-F238E27FC236}">
                  <a16:creationId xmlns:a16="http://schemas.microsoft.com/office/drawing/2014/main" id="{BD996E6D-2262-4B17-A3B4-1C0EB7CE0AEA}"/>
                </a:ext>
              </a:extLst>
            </p:cNvPr>
            <p:cNvGrpSpPr/>
            <p:nvPr/>
          </p:nvGrpSpPr>
          <p:grpSpPr>
            <a:xfrm>
              <a:off x="7759129" y="1317105"/>
              <a:ext cx="338138" cy="430887"/>
              <a:chOff x="8686490" y="2190704"/>
              <a:chExt cx="338138" cy="430887"/>
            </a:xfrm>
          </p:grpSpPr>
          <p:sp>
            <p:nvSpPr>
              <p:cNvPr id="66" name="Oval 36">
                <a:extLst>
                  <a:ext uri="{FF2B5EF4-FFF2-40B4-BE49-F238E27FC236}">
                    <a16:creationId xmlns:a16="http://schemas.microsoft.com/office/drawing/2014/main" id="{EE1074B4-51C1-4A66-9332-39EEF312C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文本框 66">
                <a:extLst>
                  <a:ext uri="{FF2B5EF4-FFF2-40B4-BE49-F238E27FC236}">
                    <a16:creationId xmlns:a16="http://schemas.microsoft.com/office/drawing/2014/main" id="{79FF27B4-FFF4-4C54-B672-DFD13D8079F2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  <p:grpSp>
          <p:nvGrpSpPr>
            <p:cNvPr id="63" name="组合 62">
              <a:extLst>
                <a:ext uri="{FF2B5EF4-FFF2-40B4-BE49-F238E27FC236}">
                  <a16:creationId xmlns:a16="http://schemas.microsoft.com/office/drawing/2014/main" id="{42819A21-6F01-4DE8-B14B-A18173D51BCC}"/>
                </a:ext>
              </a:extLst>
            </p:cNvPr>
            <p:cNvGrpSpPr/>
            <p:nvPr/>
          </p:nvGrpSpPr>
          <p:grpSpPr>
            <a:xfrm>
              <a:off x="10241774" y="1317353"/>
              <a:ext cx="338138" cy="430887"/>
              <a:chOff x="8686490" y="2190704"/>
              <a:chExt cx="338138" cy="430887"/>
            </a:xfrm>
          </p:grpSpPr>
          <p:sp>
            <p:nvSpPr>
              <p:cNvPr id="64" name="Oval 36">
                <a:extLst>
                  <a:ext uri="{FF2B5EF4-FFF2-40B4-BE49-F238E27FC236}">
                    <a16:creationId xmlns:a16="http://schemas.microsoft.com/office/drawing/2014/main" id="{62639934-FF39-40B9-9874-42C517C72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文本框 64">
                <a:extLst>
                  <a:ext uri="{FF2B5EF4-FFF2-40B4-BE49-F238E27FC236}">
                    <a16:creationId xmlns:a16="http://schemas.microsoft.com/office/drawing/2014/main" id="{D059EA1B-848C-4453-9CC8-C6FC8D3FDBA1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</p:grpSp>
      <p:grpSp>
        <p:nvGrpSpPr>
          <p:cNvPr id="72" name="Group 36">
            <a:extLst>
              <a:ext uri="{FF2B5EF4-FFF2-40B4-BE49-F238E27FC236}">
                <a16:creationId xmlns:a16="http://schemas.microsoft.com/office/drawing/2014/main" id="{4085794F-B915-4F5E-8D29-3A4C0E1B8AA5}"/>
              </a:ext>
            </a:extLst>
          </p:cNvPr>
          <p:cNvGrpSpPr>
            <a:grpSpLocks/>
          </p:cNvGrpSpPr>
          <p:nvPr/>
        </p:nvGrpSpPr>
        <p:grpSpPr bwMode="auto">
          <a:xfrm>
            <a:off x="6704606" y="1123095"/>
            <a:ext cx="133560" cy="5020969"/>
            <a:chOff x="13" y="160"/>
            <a:chExt cx="141" cy="2591"/>
          </a:xfrm>
          <a:effectLst/>
        </p:grpSpPr>
        <p:sp>
          <p:nvSpPr>
            <p:cNvPr id="73" name="Line 38">
              <a:extLst>
                <a:ext uri="{FF2B5EF4-FFF2-40B4-BE49-F238E27FC236}">
                  <a16:creationId xmlns:a16="http://schemas.microsoft.com/office/drawing/2014/main" id="{378C6080-BFFA-4FEF-882D-BD03F52EDE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" y="160"/>
              <a:ext cx="141" cy="0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74" name="Line 39">
              <a:extLst>
                <a:ext uri="{FF2B5EF4-FFF2-40B4-BE49-F238E27FC236}">
                  <a16:creationId xmlns:a16="http://schemas.microsoft.com/office/drawing/2014/main" id="{8F362C75-5CCD-47D6-BDC5-DC6C5B971F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" y="161"/>
              <a:ext cx="0" cy="419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75" name="Line 39">
              <a:extLst>
                <a:ext uri="{FF2B5EF4-FFF2-40B4-BE49-F238E27FC236}">
                  <a16:creationId xmlns:a16="http://schemas.microsoft.com/office/drawing/2014/main" id="{D617D902-8C2E-42A8-8F8D-B0F22DF4F7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" y="1194"/>
              <a:ext cx="0" cy="1557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76" name="Line 39">
              <a:extLst>
                <a:ext uri="{FF2B5EF4-FFF2-40B4-BE49-F238E27FC236}">
                  <a16:creationId xmlns:a16="http://schemas.microsoft.com/office/drawing/2014/main" id="{2BB71F91-B680-4AA8-A27A-57FEE580F3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" y="761"/>
              <a:ext cx="0" cy="260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</p:grpSp>
      <p:grpSp>
        <p:nvGrpSpPr>
          <p:cNvPr id="77" name="Group 36">
            <a:extLst>
              <a:ext uri="{FF2B5EF4-FFF2-40B4-BE49-F238E27FC236}">
                <a16:creationId xmlns:a16="http://schemas.microsoft.com/office/drawing/2014/main" id="{C6488A34-E966-4DF3-9A4F-B9EC98C1377A}"/>
              </a:ext>
            </a:extLst>
          </p:cNvPr>
          <p:cNvGrpSpPr>
            <a:grpSpLocks/>
          </p:cNvGrpSpPr>
          <p:nvPr/>
        </p:nvGrpSpPr>
        <p:grpSpPr bwMode="auto">
          <a:xfrm>
            <a:off x="5880736" y="1128621"/>
            <a:ext cx="137349" cy="5015156"/>
            <a:chOff x="13" y="165"/>
            <a:chExt cx="145" cy="2588"/>
          </a:xfrm>
          <a:effectLst/>
        </p:grpSpPr>
        <p:sp>
          <p:nvSpPr>
            <p:cNvPr id="78" name="Line 38">
              <a:extLst>
                <a:ext uri="{FF2B5EF4-FFF2-40B4-BE49-F238E27FC236}">
                  <a16:creationId xmlns:a16="http://schemas.microsoft.com/office/drawing/2014/main" id="{23758E55-0389-4F59-A141-8594AEDA3B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" y="165"/>
              <a:ext cx="137" cy="0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79" name="Line 39">
              <a:extLst>
                <a:ext uri="{FF2B5EF4-FFF2-40B4-BE49-F238E27FC236}">
                  <a16:creationId xmlns:a16="http://schemas.microsoft.com/office/drawing/2014/main" id="{645FFE99-D493-4E0E-A299-A4CA1D49D7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" y="170"/>
              <a:ext cx="0" cy="573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80" name="Line 39">
              <a:extLst>
                <a:ext uri="{FF2B5EF4-FFF2-40B4-BE49-F238E27FC236}">
                  <a16:creationId xmlns:a16="http://schemas.microsoft.com/office/drawing/2014/main" id="{3E136DCF-76C3-4AED-A6E8-DB26EF7C80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" y="1194"/>
              <a:ext cx="0" cy="268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81" name="Line 39">
              <a:extLst>
                <a:ext uri="{FF2B5EF4-FFF2-40B4-BE49-F238E27FC236}">
                  <a16:creationId xmlns:a16="http://schemas.microsoft.com/office/drawing/2014/main" id="{888F8CE0-B85B-4342-9C47-BBE320D11F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" y="1635"/>
              <a:ext cx="0" cy="1118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82" name="Line 39">
              <a:extLst>
                <a:ext uri="{FF2B5EF4-FFF2-40B4-BE49-F238E27FC236}">
                  <a16:creationId xmlns:a16="http://schemas.microsoft.com/office/drawing/2014/main" id="{3E990ADF-1F08-46F6-BAD2-6676F43C7B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" y="761"/>
              <a:ext cx="0" cy="260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</p:grpSp>
      <p:grpSp>
        <p:nvGrpSpPr>
          <p:cNvPr id="83" name="组合 82">
            <a:extLst>
              <a:ext uri="{FF2B5EF4-FFF2-40B4-BE49-F238E27FC236}">
                <a16:creationId xmlns:a16="http://schemas.microsoft.com/office/drawing/2014/main" id="{27D9F0BD-8AFD-456E-9E1A-53FD0EF03563}"/>
              </a:ext>
            </a:extLst>
          </p:cNvPr>
          <p:cNvGrpSpPr/>
          <p:nvPr/>
        </p:nvGrpSpPr>
        <p:grpSpPr>
          <a:xfrm>
            <a:off x="5051442" y="1124744"/>
            <a:ext cx="127877" cy="5018828"/>
            <a:chOff x="8748116" y="1495448"/>
            <a:chExt cx="127877" cy="5018828"/>
          </a:xfrm>
          <a:effectLst/>
        </p:grpSpPr>
        <p:sp>
          <p:nvSpPr>
            <p:cNvPr id="84" name="Line 39">
              <a:extLst>
                <a:ext uri="{FF2B5EF4-FFF2-40B4-BE49-F238E27FC236}">
                  <a16:creationId xmlns:a16="http://schemas.microsoft.com/office/drawing/2014/main" id="{062B23BA-37FE-4D46-823C-9DB52761F8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48975" y="5192430"/>
              <a:ext cx="0" cy="1321846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grpSp>
          <p:nvGrpSpPr>
            <p:cNvPr id="85" name="Group 36">
              <a:extLst>
                <a:ext uri="{FF2B5EF4-FFF2-40B4-BE49-F238E27FC236}">
                  <a16:creationId xmlns:a16="http://schemas.microsoft.com/office/drawing/2014/main" id="{BD724297-602B-4757-873F-005C402777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48116" y="1495448"/>
              <a:ext cx="127877" cy="3389300"/>
              <a:chOff x="12" y="163"/>
              <a:chExt cx="135" cy="1749"/>
            </a:xfrm>
            <a:effectLst/>
          </p:grpSpPr>
          <p:sp>
            <p:nvSpPr>
              <p:cNvPr id="86" name="Line 38">
                <a:extLst>
                  <a:ext uri="{FF2B5EF4-FFF2-40B4-BE49-F238E27FC236}">
                    <a16:creationId xmlns:a16="http://schemas.microsoft.com/office/drawing/2014/main" id="{674A086A-8C58-4D16-85F6-AD2CE19C80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" y="163"/>
                <a:ext cx="135" cy="0"/>
              </a:xfrm>
              <a:prstGeom prst="line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algn="l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1" i="0" u="sng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Line 39">
                <a:extLst>
                  <a:ext uri="{FF2B5EF4-FFF2-40B4-BE49-F238E27FC236}">
                    <a16:creationId xmlns:a16="http://schemas.microsoft.com/office/drawing/2014/main" id="{884C4BD2-F0CA-441B-9202-76EC092664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" y="163"/>
                <a:ext cx="0" cy="417"/>
              </a:xfrm>
              <a:prstGeom prst="line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  <p:txBody>
              <a:bodyPr/>
              <a:lstStyle/>
              <a:p>
                <a:pPr marL="0" marR="0" lvl="0" indent="0" algn="l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1" i="0" u="sng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Line 39">
                <a:extLst>
                  <a:ext uri="{FF2B5EF4-FFF2-40B4-BE49-F238E27FC236}">
                    <a16:creationId xmlns:a16="http://schemas.microsoft.com/office/drawing/2014/main" id="{B215E8C4-D405-46F2-956E-24D72FC186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" y="1194"/>
                <a:ext cx="0" cy="268"/>
              </a:xfrm>
              <a:prstGeom prst="line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  <p:txBody>
              <a:bodyPr/>
              <a:lstStyle/>
              <a:p>
                <a:pPr marL="0" marR="0" lvl="0" indent="0" algn="l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1" i="0" u="sng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Line 39">
                <a:extLst>
                  <a:ext uri="{FF2B5EF4-FFF2-40B4-BE49-F238E27FC236}">
                    <a16:creationId xmlns:a16="http://schemas.microsoft.com/office/drawing/2014/main" id="{7E32014C-EB09-4093-965C-49339B2A4A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" y="1644"/>
                <a:ext cx="0" cy="268"/>
              </a:xfrm>
              <a:prstGeom prst="line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  <p:txBody>
              <a:bodyPr/>
              <a:lstStyle/>
              <a:p>
                <a:pPr marL="0" marR="0" lvl="0" indent="0" algn="l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1" i="0" u="sng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Line 39">
                <a:extLst>
                  <a:ext uri="{FF2B5EF4-FFF2-40B4-BE49-F238E27FC236}">
                    <a16:creationId xmlns:a16="http://schemas.microsoft.com/office/drawing/2014/main" id="{1A5ADE81-4197-4E8F-83AD-5307561C2E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" y="761"/>
                <a:ext cx="0" cy="260"/>
              </a:xfrm>
              <a:prstGeom prst="line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  <p:txBody>
              <a:bodyPr/>
              <a:lstStyle/>
              <a:p>
                <a:pPr marL="0" marR="0" lvl="0" indent="0" algn="l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1" i="0" u="sng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91" name="组合 90">
            <a:extLst>
              <a:ext uri="{FF2B5EF4-FFF2-40B4-BE49-F238E27FC236}">
                <a16:creationId xmlns:a16="http://schemas.microsoft.com/office/drawing/2014/main" id="{B1D51DA1-B292-4019-8745-0BC0EE847A56}"/>
              </a:ext>
            </a:extLst>
          </p:cNvPr>
          <p:cNvGrpSpPr/>
          <p:nvPr/>
        </p:nvGrpSpPr>
        <p:grpSpPr>
          <a:xfrm>
            <a:off x="4202182" y="2089794"/>
            <a:ext cx="9559" cy="3259806"/>
            <a:chOff x="8727203" y="2460498"/>
            <a:chExt cx="9559" cy="3259806"/>
          </a:xfrm>
          <a:effectLst/>
        </p:grpSpPr>
        <p:sp>
          <p:nvSpPr>
            <p:cNvPr id="92" name="Line 39">
              <a:extLst>
                <a:ext uri="{FF2B5EF4-FFF2-40B4-BE49-F238E27FC236}">
                  <a16:creationId xmlns:a16="http://schemas.microsoft.com/office/drawing/2014/main" id="{26467463-9395-4E02-B4BF-1504FF2BB5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27203" y="5203316"/>
              <a:ext cx="0" cy="516988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grpSp>
          <p:nvGrpSpPr>
            <p:cNvPr id="93" name="Group 36">
              <a:extLst>
                <a:ext uri="{FF2B5EF4-FFF2-40B4-BE49-F238E27FC236}">
                  <a16:creationId xmlns:a16="http://schemas.microsoft.com/office/drawing/2014/main" id="{03860474-C689-4B60-8264-801214D170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36762" y="2460498"/>
              <a:ext cx="0" cy="2406810"/>
              <a:chOff x="13" y="661"/>
              <a:chExt cx="0" cy="1242"/>
            </a:xfrm>
            <a:effectLst/>
          </p:grpSpPr>
          <p:sp>
            <p:nvSpPr>
              <p:cNvPr id="94" name="Line 39">
                <a:extLst>
                  <a:ext uri="{FF2B5EF4-FFF2-40B4-BE49-F238E27FC236}">
                    <a16:creationId xmlns:a16="http://schemas.microsoft.com/office/drawing/2014/main" id="{0E5D10B8-12D9-4B00-BE1E-9F537E5A1A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" y="1194"/>
                <a:ext cx="0" cy="268"/>
              </a:xfrm>
              <a:prstGeom prst="line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  <p:txBody>
              <a:bodyPr/>
              <a:lstStyle/>
              <a:p>
                <a:pPr marL="0" marR="0" lvl="0" indent="0" algn="l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1" i="0" u="sng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ea typeface="微软雅黑" panose="020B0503020204020204" pitchFamily="34" charset="-122"/>
                </a:endParaRPr>
              </a:p>
            </p:txBody>
          </p:sp>
          <p:sp>
            <p:nvSpPr>
              <p:cNvPr id="95" name="Line 39">
                <a:extLst>
                  <a:ext uri="{FF2B5EF4-FFF2-40B4-BE49-F238E27FC236}">
                    <a16:creationId xmlns:a16="http://schemas.microsoft.com/office/drawing/2014/main" id="{40C1D580-E9B1-4220-AE51-1D96785819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" y="1635"/>
                <a:ext cx="0" cy="268"/>
              </a:xfrm>
              <a:prstGeom prst="line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  <p:txBody>
              <a:bodyPr/>
              <a:lstStyle/>
              <a:p>
                <a:pPr marL="0" marR="0" lvl="0" indent="0" algn="l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1" i="0" u="sng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ea typeface="微软雅黑" panose="020B0503020204020204" pitchFamily="34" charset="-122"/>
                </a:endParaRPr>
              </a:p>
            </p:txBody>
          </p:sp>
          <p:sp>
            <p:nvSpPr>
              <p:cNvPr id="96" name="Line 39">
                <a:extLst>
                  <a:ext uri="{FF2B5EF4-FFF2-40B4-BE49-F238E27FC236}">
                    <a16:creationId xmlns:a16="http://schemas.microsoft.com/office/drawing/2014/main" id="{7B91A230-21CB-4F90-B3F9-19D5763998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" y="661"/>
                <a:ext cx="0" cy="360"/>
              </a:xfrm>
              <a:prstGeom prst="line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  <p:txBody>
              <a:bodyPr/>
              <a:lstStyle/>
              <a:p>
                <a:pPr marL="0" marR="0" lvl="0" indent="0" algn="l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1" i="0" u="sng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97" name="组合 96">
            <a:extLst>
              <a:ext uri="{FF2B5EF4-FFF2-40B4-BE49-F238E27FC236}">
                <a16:creationId xmlns:a16="http://schemas.microsoft.com/office/drawing/2014/main" id="{D80E3B95-DA35-4B89-B455-582B74245F1D}"/>
              </a:ext>
            </a:extLst>
          </p:cNvPr>
          <p:cNvGrpSpPr/>
          <p:nvPr/>
        </p:nvGrpSpPr>
        <p:grpSpPr>
          <a:xfrm>
            <a:off x="1731101" y="2935580"/>
            <a:ext cx="2483583" cy="3207992"/>
            <a:chOff x="7166136" y="3020534"/>
            <a:chExt cx="2483583" cy="3207992"/>
          </a:xfrm>
          <a:effectLst/>
        </p:grpSpPr>
        <p:grpSp>
          <p:nvGrpSpPr>
            <p:cNvPr id="98" name="Group 36">
              <a:extLst>
                <a:ext uri="{FF2B5EF4-FFF2-40B4-BE49-F238E27FC236}">
                  <a16:creationId xmlns:a16="http://schemas.microsoft.com/office/drawing/2014/main" id="{FDB93BE2-A2C8-4D03-8F40-26DD53D4AB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30680" y="3020534"/>
              <a:ext cx="12836" cy="1561906"/>
              <a:chOff x="93931" y="950"/>
              <a:chExt cx="12836" cy="806"/>
            </a:xfrm>
            <a:effectLst/>
          </p:grpSpPr>
          <p:sp>
            <p:nvSpPr>
              <p:cNvPr id="105" name="Line 39">
                <a:extLst>
                  <a:ext uri="{FF2B5EF4-FFF2-40B4-BE49-F238E27FC236}">
                    <a16:creationId xmlns:a16="http://schemas.microsoft.com/office/drawing/2014/main" id="{06D7FD94-DE2E-4363-8B9F-D1AC02772B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767" y="950"/>
                <a:ext cx="0" cy="365"/>
              </a:xfrm>
              <a:prstGeom prst="line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  <p:txBody>
              <a:bodyPr/>
              <a:lstStyle/>
              <a:p>
                <a:pPr eaLnBrk="0" hangingPunct="0"/>
                <a:endParaRPr lang="zh-CN" altLang="en-US" sz="2400" b="1" u="sng" kern="0" dirty="0">
                  <a:solidFill>
                    <a:srgbClr val="FF3300"/>
                  </a:solidFill>
                  <a:ea typeface="微软雅黑" panose="020B0503020204020204" pitchFamily="34" charset="-122"/>
                </a:endParaRPr>
              </a:p>
            </p:txBody>
          </p:sp>
          <p:sp>
            <p:nvSpPr>
              <p:cNvPr id="106" name="Line 39">
                <a:extLst>
                  <a:ext uri="{FF2B5EF4-FFF2-40B4-BE49-F238E27FC236}">
                    <a16:creationId xmlns:a16="http://schemas.microsoft.com/office/drawing/2014/main" id="{09623C50-D57B-4728-A321-88581C34FA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931" y="1488"/>
                <a:ext cx="0" cy="268"/>
              </a:xfrm>
              <a:prstGeom prst="line">
                <a:avLst/>
              </a:prstGeom>
              <a:noFill/>
              <a:ln w="12700" cap="sq">
                <a:solidFill>
                  <a:srgbClr val="CC0000"/>
                </a:solidFill>
                <a:miter lim="800000"/>
                <a:headEnd/>
                <a:tailEnd type="triangle" w="med" len="med"/>
              </a:ln>
              <a:effectLst/>
            </p:spPr>
            <p:txBody>
              <a:bodyPr/>
              <a:lstStyle/>
              <a:p>
                <a:pPr eaLnBrk="0" hangingPunct="0"/>
                <a:endParaRPr lang="zh-CN" altLang="en-US" sz="2400" b="1" u="sng" kern="0" dirty="0">
                  <a:solidFill>
                    <a:srgbClr val="FF3300"/>
                  </a:solidFill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99" name="Line 39">
              <a:extLst>
                <a:ext uri="{FF2B5EF4-FFF2-40B4-BE49-F238E27FC236}">
                  <a16:creationId xmlns:a16="http://schemas.microsoft.com/office/drawing/2014/main" id="{75225DA6-9060-4BCB-AC14-D6488D51DD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15065" y="4931170"/>
              <a:ext cx="0" cy="503714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eaLnBrk="0" hangingPunct="0"/>
              <a:endParaRPr lang="zh-CN" altLang="en-US" sz="2400" b="1" u="sng" kern="0" dirty="0">
                <a:solidFill>
                  <a:srgbClr val="FF3300"/>
                </a:solidFill>
                <a:ea typeface="微软雅黑" panose="020B0503020204020204" pitchFamily="34" charset="-122"/>
              </a:endParaRPr>
            </a:p>
          </p:txBody>
        </p:sp>
        <p:sp>
          <p:nvSpPr>
            <p:cNvPr id="100" name="Line 39">
              <a:extLst>
                <a:ext uri="{FF2B5EF4-FFF2-40B4-BE49-F238E27FC236}">
                  <a16:creationId xmlns:a16="http://schemas.microsoft.com/office/drawing/2014/main" id="{03165C4D-A923-4F74-A88A-4FC0DAA726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74833" y="4747421"/>
              <a:ext cx="0" cy="694601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eaLnBrk="0" hangingPunct="0"/>
              <a:endParaRPr lang="zh-CN" altLang="en-US" sz="2400" b="1" u="sng" kern="0" dirty="0">
                <a:solidFill>
                  <a:srgbClr val="FF3300"/>
                </a:solidFill>
                <a:ea typeface="微软雅黑" panose="020B0503020204020204" pitchFamily="34" charset="-122"/>
              </a:endParaRPr>
            </a:p>
          </p:txBody>
        </p:sp>
        <p:sp>
          <p:nvSpPr>
            <p:cNvPr id="101" name="Line 39">
              <a:extLst>
                <a:ext uri="{FF2B5EF4-FFF2-40B4-BE49-F238E27FC236}">
                  <a16:creationId xmlns:a16="http://schemas.microsoft.com/office/drawing/2014/main" id="{E5F488F0-51DB-462F-B9B0-8D2B4B7179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66136" y="5755762"/>
              <a:ext cx="0" cy="472764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eaLnBrk="0" hangingPunct="0"/>
              <a:endParaRPr lang="zh-CN" altLang="en-US" sz="2400" b="1" u="sng" kern="0" dirty="0">
                <a:solidFill>
                  <a:srgbClr val="FF3300"/>
                </a:solidFill>
                <a:ea typeface="微软雅黑" panose="020B0503020204020204" pitchFamily="34" charset="-122"/>
              </a:endParaRPr>
            </a:p>
          </p:txBody>
        </p:sp>
        <p:sp>
          <p:nvSpPr>
            <p:cNvPr id="102" name="Line 39">
              <a:extLst>
                <a:ext uri="{FF2B5EF4-FFF2-40B4-BE49-F238E27FC236}">
                  <a16:creationId xmlns:a16="http://schemas.microsoft.com/office/drawing/2014/main" id="{F942D26E-71EB-48D1-BDEB-9C2075EA77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3997" y="5777100"/>
              <a:ext cx="0" cy="451426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eaLnBrk="0" hangingPunct="0"/>
              <a:endParaRPr lang="zh-CN" altLang="en-US" sz="2400" b="1" u="sng" kern="0" dirty="0">
                <a:solidFill>
                  <a:srgbClr val="FF3300"/>
                </a:solidFill>
                <a:ea typeface="微软雅黑" panose="020B0503020204020204" pitchFamily="34" charset="-122"/>
              </a:endParaRPr>
            </a:p>
          </p:txBody>
        </p:sp>
        <p:sp>
          <p:nvSpPr>
            <p:cNvPr id="103" name="Line 39">
              <a:extLst>
                <a:ext uri="{FF2B5EF4-FFF2-40B4-BE49-F238E27FC236}">
                  <a16:creationId xmlns:a16="http://schemas.microsoft.com/office/drawing/2014/main" id="{715E821F-0D0E-4882-B3AD-D14BA34EF7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1858" y="5798438"/>
              <a:ext cx="0" cy="430088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eaLnBrk="0" hangingPunct="0"/>
              <a:endParaRPr lang="zh-CN" altLang="en-US" sz="2400" b="1" u="sng" kern="0" dirty="0">
                <a:solidFill>
                  <a:srgbClr val="FF3300"/>
                </a:solidFill>
                <a:ea typeface="微软雅黑" panose="020B0503020204020204" pitchFamily="34" charset="-122"/>
              </a:endParaRPr>
            </a:p>
          </p:txBody>
        </p:sp>
        <p:sp>
          <p:nvSpPr>
            <p:cNvPr id="104" name="Line 39">
              <a:extLst>
                <a:ext uri="{FF2B5EF4-FFF2-40B4-BE49-F238E27FC236}">
                  <a16:creationId xmlns:a16="http://schemas.microsoft.com/office/drawing/2014/main" id="{668EA312-FAC4-4F6E-88E2-1A4EF659EA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9719" y="5819776"/>
              <a:ext cx="0" cy="408750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eaLnBrk="0" hangingPunct="0"/>
              <a:endParaRPr lang="zh-CN" altLang="en-US" sz="2400" b="1" u="sng" kern="0" dirty="0">
                <a:solidFill>
                  <a:srgbClr val="FF3300"/>
                </a:solidFill>
                <a:ea typeface="微软雅黑" panose="020B0503020204020204" pitchFamily="34" charset="-122"/>
              </a:endParaRPr>
            </a:p>
          </p:txBody>
        </p:sp>
      </p:grpSp>
      <p:grpSp>
        <p:nvGrpSpPr>
          <p:cNvPr id="107" name="组合 106">
            <a:extLst>
              <a:ext uri="{FF2B5EF4-FFF2-40B4-BE49-F238E27FC236}">
                <a16:creationId xmlns:a16="http://schemas.microsoft.com/office/drawing/2014/main" id="{D6F4DF93-96DE-465F-9A89-431E9FF3810A}"/>
              </a:ext>
            </a:extLst>
          </p:cNvPr>
          <p:cNvGrpSpPr/>
          <p:nvPr/>
        </p:nvGrpSpPr>
        <p:grpSpPr>
          <a:xfrm>
            <a:off x="4345804" y="2206125"/>
            <a:ext cx="3096350" cy="626093"/>
            <a:chOff x="6009212" y="2104533"/>
            <a:chExt cx="3096350" cy="626093"/>
          </a:xfrm>
          <a:effectLst/>
        </p:grpSpPr>
        <p:sp>
          <p:nvSpPr>
            <p:cNvPr id="108" name="Line 40">
              <a:extLst>
                <a:ext uri="{FF2B5EF4-FFF2-40B4-BE49-F238E27FC236}">
                  <a16:creationId xmlns:a16="http://schemas.microsoft.com/office/drawing/2014/main" id="{76D94DAA-3D37-497F-A4FE-BC9DE98A70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09212" y="2120045"/>
              <a:ext cx="601876" cy="601876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109" name="Line 40">
              <a:extLst>
                <a:ext uri="{FF2B5EF4-FFF2-40B4-BE49-F238E27FC236}">
                  <a16:creationId xmlns:a16="http://schemas.microsoft.com/office/drawing/2014/main" id="{D04E6DC8-F5B8-41E5-94D7-8FDC718199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842555" y="2104533"/>
              <a:ext cx="616528" cy="616528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eaLnBrk="0" hangingPunct="0"/>
              <a:endParaRPr lang="zh-CN" altLang="en-US" sz="2400" b="1" u="sng" kern="0" dirty="0">
                <a:solidFill>
                  <a:srgbClr val="FF3300"/>
                </a:solidFill>
                <a:ea typeface="微软雅黑" panose="020B0503020204020204" pitchFamily="34" charset="-122"/>
              </a:endParaRPr>
            </a:p>
          </p:txBody>
        </p:sp>
        <p:sp>
          <p:nvSpPr>
            <p:cNvPr id="110" name="Line 40">
              <a:extLst>
                <a:ext uri="{FF2B5EF4-FFF2-40B4-BE49-F238E27FC236}">
                  <a16:creationId xmlns:a16="http://schemas.microsoft.com/office/drawing/2014/main" id="{07FCC4DC-C30F-4C08-8FD8-95AA9C3DC3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86833" y="2111897"/>
              <a:ext cx="618729" cy="618729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111" name="Line 40">
              <a:extLst>
                <a:ext uri="{FF2B5EF4-FFF2-40B4-BE49-F238E27FC236}">
                  <a16:creationId xmlns:a16="http://schemas.microsoft.com/office/drawing/2014/main" id="{EADE1489-B813-4E82-B6DC-6867CA94E3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58972" y="2113309"/>
              <a:ext cx="614287" cy="614287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eaLnBrk="0" hangingPunct="0"/>
              <a:endParaRPr lang="zh-CN" altLang="en-US" sz="2400" b="1" u="sng" kern="0" dirty="0">
                <a:solidFill>
                  <a:srgbClr val="FF3300"/>
                </a:solidFill>
                <a:ea typeface="微软雅黑" panose="020B0503020204020204" pitchFamily="34" charset="-122"/>
              </a:endParaRPr>
            </a:p>
          </p:txBody>
        </p:sp>
      </p:grpSp>
      <p:grpSp>
        <p:nvGrpSpPr>
          <p:cNvPr id="112" name="组合 111">
            <a:extLst>
              <a:ext uri="{FF2B5EF4-FFF2-40B4-BE49-F238E27FC236}">
                <a16:creationId xmlns:a16="http://schemas.microsoft.com/office/drawing/2014/main" id="{112AF38B-A062-4EC6-A2DA-D33C74DA25A4}"/>
              </a:ext>
            </a:extLst>
          </p:cNvPr>
          <p:cNvGrpSpPr/>
          <p:nvPr/>
        </p:nvGrpSpPr>
        <p:grpSpPr>
          <a:xfrm>
            <a:off x="4054437" y="2710574"/>
            <a:ext cx="2820783" cy="431135"/>
            <a:chOff x="8586990" y="1317105"/>
            <a:chExt cx="2820783" cy="431135"/>
          </a:xfrm>
          <a:effectLst/>
        </p:grpSpPr>
        <p:grpSp>
          <p:nvGrpSpPr>
            <p:cNvPr id="113" name="组合 112">
              <a:extLst>
                <a:ext uri="{FF2B5EF4-FFF2-40B4-BE49-F238E27FC236}">
                  <a16:creationId xmlns:a16="http://schemas.microsoft.com/office/drawing/2014/main" id="{AEE67EA5-8584-42E6-92F4-FFA3FE89D525}"/>
                </a:ext>
              </a:extLst>
            </p:cNvPr>
            <p:cNvGrpSpPr/>
            <p:nvPr/>
          </p:nvGrpSpPr>
          <p:grpSpPr>
            <a:xfrm>
              <a:off x="9414851" y="1317105"/>
              <a:ext cx="338138" cy="430887"/>
              <a:chOff x="8686490" y="2190704"/>
              <a:chExt cx="338138" cy="430887"/>
            </a:xfrm>
          </p:grpSpPr>
          <p:sp>
            <p:nvSpPr>
              <p:cNvPr id="123" name="Oval 36">
                <a:extLst>
                  <a:ext uri="{FF2B5EF4-FFF2-40B4-BE49-F238E27FC236}">
                    <a16:creationId xmlns:a16="http://schemas.microsoft.com/office/drawing/2014/main" id="{137E55EF-3656-4018-AE47-9823AD7DD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文本框 123">
                <a:extLst>
                  <a:ext uri="{FF2B5EF4-FFF2-40B4-BE49-F238E27FC236}">
                    <a16:creationId xmlns:a16="http://schemas.microsoft.com/office/drawing/2014/main" id="{40E9859A-2C78-401A-ABC3-25DAC9881EEC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  <p:grpSp>
          <p:nvGrpSpPr>
            <p:cNvPr id="114" name="组合 113">
              <a:extLst>
                <a:ext uri="{FF2B5EF4-FFF2-40B4-BE49-F238E27FC236}">
                  <a16:creationId xmlns:a16="http://schemas.microsoft.com/office/drawing/2014/main" id="{42CAA879-6E9A-4228-BF09-D9FA44AA7049}"/>
                </a:ext>
              </a:extLst>
            </p:cNvPr>
            <p:cNvGrpSpPr/>
            <p:nvPr/>
          </p:nvGrpSpPr>
          <p:grpSpPr>
            <a:xfrm>
              <a:off x="8586990" y="1317105"/>
              <a:ext cx="338138" cy="430887"/>
              <a:chOff x="8686490" y="2190704"/>
              <a:chExt cx="338138" cy="430887"/>
            </a:xfrm>
          </p:grpSpPr>
          <p:sp>
            <p:nvSpPr>
              <p:cNvPr id="121" name="Oval 36">
                <a:extLst>
                  <a:ext uri="{FF2B5EF4-FFF2-40B4-BE49-F238E27FC236}">
                    <a16:creationId xmlns:a16="http://schemas.microsoft.com/office/drawing/2014/main" id="{86EEE116-9842-45CD-ABF9-682802B27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2" name="文本框 121">
                <a:extLst>
                  <a:ext uri="{FF2B5EF4-FFF2-40B4-BE49-F238E27FC236}">
                    <a16:creationId xmlns:a16="http://schemas.microsoft.com/office/drawing/2014/main" id="{C3FDF888-67E5-4B79-A759-4A38C3A7E1CB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  <p:grpSp>
          <p:nvGrpSpPr>
            <p:cNvPr id="115" name="组合 114">
              <a:extLst>
                <a:ext uri="{FF2B5EF4-FFF2-40B4-BE49-F238E27FC236}">
                  <a16:creationId xmlns:a16="http://schemas.microsoft.com/office/drawing/2014/main" id="{D49C980F-57C1-4354-861E-52AB78538A01}"/>
                </a:ext>
              </a:extLst>
            </p:cNvPr>
            <p:cNvGrpSpPr/>
            <p:nvPr/>
          </p:nvGrpSpPr>
          <p:grpSpPr>
            <a:xfrm>
              <a:off x="11069635" y="1317353"/>
              <a:ext cx="338138" cy="430887"/>
              <a:chOff x="8686490" y="2190704"/>
              <a:chExt cx="338138" cy="430887"/>
            </a:xfrm>
          </p:grpSpPr>
          <p:sp>
            <p:nvSpPr>
              <p:cNvPr id="119" name="Oval 36">
                <a:extLst>
                  <a:ext uri="{FF2B5EF4-FFF2-40B4-BE49-F238E27FC236}">
                    <a16:creationId xmlns:a16="http://schemas.microsoft.com/office/drawing/2014/main" id="{5998CA6E-1513-48F0-A0C2-43E8DD8E1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0" name="文本框 119">
                <a:extLst>
                  <a:ext uri="{FF2B5EF4-FFF2-40B4-BE49-F238E27FC236}">
                    <a16:creationId xmlns:a16="http://schemas.microsoft.com/office/drawing/2014/main" id="{D2A11BEA-3437-4151-B879-26A3D568D49F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  <p:grpSp>
          <p:nvGrpSpPr>
            <p:cNvPr id="116" name="组合 115">
              <a:extLst>
                <a:ext uri="{FF2B5EF4-FFF2-40B4-BE49-F238E27FC236}">
                  <a16:creationId xmlns:a16="http://schemas.microsoft.com/office/drawing/2014/main" id="{E42A9AA9-0373-425E-98C9-9AAC0F411329}"/>
                </a:ext>
              </a:extLst>
            </p:cNvPr>
            <p:cNvGrpSpPr/>
            <p:nvPr/>
          </p:nvGrpSpPr>
          <p:grpSpPr>
            <a:xfrm>
              <a:off x="10241774" y="1317353"/>
              <a:ext cx="338138" cy="430887"/>
              <a:chOff x="8686490" y="2190704"/>
              <a:chExt cx="338138" cy="430887"/>
            </a:xfrm>
          </p:grpSpPr>
          <p:sp>
            <p:nvSpPr>
              <p:cNvPr id="117" name="Oval 36">
                <a:extLst>
                  <a:ext uri="{FF2B5EF4-FFF2-40B4-BE49-F238E27FC236}">
                    <a16:creationId xmlns:a16="http://schemas.microsoft.com/office/drawing/2014/main" id="{7CFE2F60-EFCB-4C12-BD1E-2E13C7C44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8" name="文本框 117">
                <a:extLst>
                  <a:ext uri="{FF2B5EF4-FFF2-40B4-BE49-F238E27FC236}">
                    <a16:creationId xmlns:a16="http://schemas.microsoft.com/office/drawing/2014/main" id="{62333DF3-832B-45B3-9331-61C64DC8517C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</p:grpSp>
      <p:grpSp>
        <p:nvGrpSpPr>
          <p:cNvPr id="125" name="组合 124">
            <a:extLst>
              <a:ext uri="{FF2B5EF4-FFF2-40B4-BE49-F238E27FC236}">
                <a16:creationId xmlns:a16="http://schemas.microsoft.com/office/drawing/2014/main" id="{3C82F2B0-4923-43E2-AD2F-6D64AE06A94F}"/>
              </a:ext>
            </a:extLst>
          </p:cNvPr>
          <p:cNvGrpSpPr/>
          <p:nvPr/>
        </p:nvGrpSpPr>
        <p:grpSpPr>
          <a:xfrm>
            <a:off x="4882298" y="1856446"/>
            <a:ext cx="2820783" cy="431135"/>
            <a:chOff x="9414851" y="1317105"/>
            <a:chExt cx="2820783" cy="431135"/>
          </a:xfrm>
          <a:effectLst/>
        </p:grpSpPr>
        <p:grpSp>
          <p:nvGrpSpPr>
            <p:cNvPr id="126" name="组合 125">
              <a:extLst>
                <a:ext uri="{FF2B5EF4-FFF2-40B4-BE49-F238E27FC236}">
                  <a16:creationId xmlns:a16="http://schemas.microsoft.com/office/drawing/2014/main" id="{14AA5184-76B5-40DA-AAD1-C0E8FC6BA177}"/>
                </a:ext>
              </a:extLst>
            </p:cNvPr>
            <p:cNvGrpSpPr/>
            <p:nvPr/>
          </p:nvGrpSpPr>
          <p:grpSpPr>
            <a:xfrm>
              <a:off x="9414851" y="1317105"/>
              <a:ext cx="338138" cy="430887"/>
              <a:chOff x="8686490" y="2190704"/>
              <a:chExt cx="338138" cy="430887"/>
            </a:xfrm>
          </p:grpSpPr>
          <p:sp>
            <p:nvSpPr>
              <p:cNvPr id="136" name="Oval 36">
                <a:extLst>
                  <a:ext uri="{FF2B5EF4-FFF2-40B4-BE49-F238E27FC236}">
                    <a16:creationId xmlns:a16="http://schemas.microsoft.com/office/drawing/2014/main" id="{8B5158EC-C100-4261-9A12-2E0786073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7" name="文本框 136">
                <a:extLst>
                  <a:ext uri="{FF2B5EF4-FFF2-40B4-BE49-F238E27FC236}">
                    <a16:creationId xmlns:a16="http://schemas.microsoft.com/office/drawing/2014/main" id="{E9967E5A-8ED3-4AEF-AC98-81355B61DCBB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  <p:grpSp>
          <p:nvGrpSpPr>
            <p:cNvPr id="127" name="组合 126">
              <a:extLst>
                <a:ext uri="{FF2B5EF4-FFF2-40B4-BE49-F238E27FC236}">
                  <a16:creationId xmlns:a16="http://schemas.microsoft.com/office/drawing/2014/main" id="{8044ABEA-9B78-41B4-8E89-4FA23CAB3BB4}"/>
                </a:ext>
              </a:extLst>
            </p:cNvPr>
            <p:cNvGrpSpPr/>
            <p:nvPr/>
          </p:nvGrpSpPr>
          <p:grpSpPr>
            <a:xfrm>
              <a:off x="11897496" y="1317353"/>
              <a:ext cx="338138" cy="430887"/>
              <a:chOff x="8686490" y="2190704"/>
              <a:chExt cx="338138" cy="430887"/>
            </a:xfrm>
          </p:grpSpPr>
          <p:sp>
            <p:nvSpPr>
              <p:cNvPr id="134" name="Oval 36">
                <a:extLst>
                  <a:ext uri="{FF2B5EF4-FFF2-40B4-BE49-F238E27FC236}">
                    <a16:creationId xmlns:a16="http://schemas.microsoft.com/office/drawing/2014/main" id="{D9E110A5-E624-4056-897E-23A574EBE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5" name="文本框 134">
                <a:extLst>
                  <a:ext uri="{FF2B5EF4-FFF2-40B4-BE49-F238E27FC236}">
                    <a16:creationId xmlns:a16="http://schemas.microsoft.com/office/drawing/2014/main" id="{584FCD17-4AF6-44E8-A6D2-0E21C8D11C9E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  <p:grpSp>
          <p:nvGrpSpPr>
            <p:cNvPr id="128" name="组合 127">
              <a:extLst>
                <a:ext uri="{FF2B5EF4-FFF2-40B4-BE49-F238E27FC236}">
                  <a16:creationId xmlns:a16="http://schemas.microsoft.com/office/drawing/2014/main" id="{2EAD8F2E-D305-4F19-A470-4C0F40DE784A}"/>
                </a:ext>
              </a:extLst>
            </p:cNvPr>
            <p:cNvGrpSpPr/>
            <p:nvPr/>
          </p:nvGrpSpPr>
          <p:grpSpPr>
            <a:xfrm>
              <a:off x="11069635" y="1317353"/>
              <a:ext cx="338138" cy="430887"/>
              <a:chOff x="8686490" y="2190704"/>
              <a:chExt cx="338138" cy="430887"/>
            </a:xfrm>
          </p:grpSpPr>
          <p:sp>
            <p:nvSpPr>
              <p:cNvPr id="132" name="Oval 36">
                <a:extLst>
                  <a:ext uri="{FF2B5EF4-FFF2-40B4-BE49-F238E27FC236}">
                    <a16:creationId xmlns:a16="http://schemas.microsoft.com/office/drawing/2014/main" id="{90B913F7-C465-47E4-B0CD-694AEA1F6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3" name="文本框 132">
                <a:extLst>
                  <a:ext uri="{FF2B5EF4-FFF2-40B4-BE49-F238E27FC236}">
                    <a16:creationId xmlns:a16="http://schemas.microsoft.com/office/drawing/2014/main" id="{2B2663BD-CC3A-4320-913B-B775CF4E1BFF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  <p:grpSp>
          <p:nvGrpSpPr>
            <p:cNvPr id="129" name="组合 128">
              <a:extLst>
                <a:ext uri="{FF2B5EF4-FFF2-40B4-BE49-F238E27FC236}">
                  <a16:creationId xmlns:a16="http://schemas.microsoft.com/office/drawing/2014/main" id="{E69EA8D2-73D4-4562-8AA9-EF0344FEACEC}"/>
                </a:ext>
              </a:extLst>
            </p:cNvPr>
            <p:cNvGrpSpPr/>
            <p:nvPr/>
          </p:nvGrpSpPr>
          <p:grpSpPr>
            <a:xfrm>
              <a:off x="10241774" y="1317353"/>
              <a:ext cx="338138" cy="430887"/>
              <a:chOff x="8686490" y="2190704"/>
              <a:chExt cx="338138" cy="430887"/>
            </a:xfrm>
          </p:grpSpPr>
          <p:sp>
            <p:nvSpPr>
              <p:cNvPr id="130" name="Oval 36">
                <a:extLst>
                  <a:ext uri="{FF2B5EF4-FFF2-40B4-BE49-F238E27FC236}">
                    <a16:creationId xmlns:a16="http://schemas.microsoft.com/office/drawing/2014/main" id="{86AA6BA8-B6B2-4A5E-8749-8A268307B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" name="文本框 130">
                <a:extLst>
                  <a:ext uri="{FF2B5EF4-FFF2-40B4-BE49-F238E27FC236}">
                    <a16:creationId xmlns:a16="http://schemas.microsoft.com/office/drawing/2014/main" id="{12D1FDF8-F552-487E-A445-83037042D0C3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</p:grpSp>
      <p:grpSp>
        <p:nvGrpSpPr>
          <p:cNvPr id="138" name="Group 36">
            <a:extLst>
              <a:ext uri="{FF2B5EF4-FFF2-40B4-BE49-F238E27FC236}">
                <a16:creationId xmlns:a16="http://schemas.microsoft.com/office/drawing/2014/main" id="{F2A14992-C228-4B87-8FD9-B5410D4BBE2A}"/>
              </a:ext>
            </a:extLst>
          </p:cNvPr>
          <p:cNvGrpSpPr>
            <a:grpSpLocks/>
          </p:cNvGrpSpPr>
          <p:nvPr/>
        </p:nvGrpSpPr>
        <p:grpSpPr bwMode="auto">
          <a:xfrm>
            <a:off x="8370555" y="1136166"/>
            <a:ext cx="127877" cy="5007405"/>
            <a:chOff x="14" y="152"/>
            <a:chExt cx="135" cy="2584"/>
          </a:xfrm>
          <a:effectLst/>
        </p:grpSpPr>
        <p:sp>
          <p:nvSpPr>
            <p:cNvPr id="139" name="Line 38">
              <a:extLst>
                <a:ext uri="{FF2B5EF4-FFF2-40B4-BE49-F238E27FC236}">
                  <a16:creationId xmlns:a16="http://schemas.microsoft.com/office/drawing/2014/main" id="{6F6E083B-4B36-4AA4-9329-260883C623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" y="152"/>
              <a:ext cx="135" cy="0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140" name="Line 39">
              <a:extLst>
                <a:ext uri="{FF2B5EF4-FFF2-40B4-BE49-F238E27FC236}">
                  <a16:creationId xmlns:a16="http://schemas.microsoft.com/office/drawing/2014/main" id="{FF3EC446-2F26-4EE1-8B5E-84E29E3023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" y="152"/>
              <a:ext cx="0" cy="2584"/>
            </a:xfrm>
            <a:prstGeom prst="line">
              <a:avLst/>
            </a:prstGeom>
            <a:noFill/>
            <a:ln w="12700" cap="sq">
              <a:solidFill>
                <a:srgbClr val="CC0000"/>
              </a:solidFill>
              <a:miter lim="800000"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</p:grpSp>
      <p:cxnSp>
        <p:nvCxnSpPr>
          <p:cNvPr id="141" name="直接箭头连接符 140">
            <a:extLst>
              <a:ext uri="{FF2B5EF4-FFF2-40B4-BE49-F238E27FC236}">
                <a16:creationId xmlns:a16="http://schemas.microsoft.com/office/drawing/2014/main" id="{84896569-3FA0-4EBE-925A-E5FE9FFA1660}"/>
              </a:ext>
            </a:extLst>
          </p:cNvPr>
          <p:cNvCxnSpPr/>
          <p:nvPr/>
        </p:nvCxnSpPr>
        <p:spPr>
          <a:xfrm flipH="1">
            <a:off x="6871387" y="2090493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142" name="直接箭头连接符 141">
            <a:extLst>
              <a:ext uri="{FF2B5EF4-FFF2-40B4-BE49-F238E27FC236}">
                <a16:creationId xmlns:a16="http://schemas.microsoft.com/office/drawing/2014/main" id="{9D4F3447-A1EF-4D73-8D1B-B9878A0CFB6F}"/>
              </a:ext>
            </a:extLst>
          </p:cNvPr>
          <p:cNvCxnSpPr/>
          <p:nvPr/>
        </p:nvCxnSpPr>
        <p:spPr>
          <a:xfrm flipH="1">
            <a:off x="7702708" y="2109543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143" name="直接箭头连接符 142">
            <a:extLst>
              <a:ext uri="{FF2B5EF4-FFF2-40B4-BE49-F238E27FC236}">
                <a16:creationId xmlns:a16="http://schemas.microsoft.com/office/drawing/2014/main" id="{22F43F80-7C5B-4923-897F-767A41C3E164}"/>
              </a:ext>
            </a:extLst>
          </p:cNvPr>
          <p:cNvCxnSpPr/>
          <p:nvPr/>
        </p:nvCxnSpPr>
        <p:spPr>
          <a:xfrm flipH="1">
            <a:off x="6047359" y="2090077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144" name="直接箭头连接符 143">
            <a:extLst>
              <a:ext uri="{FF2B5EF4-FFF2-40B4-BE49-F238E27FC236}">
                <a16:creationId xmlns:a16="http://schemas.microsoft.com/office/drawing/2014/main" id="{433BE0D6-44F4-4D00-A270-B7775368D690}"/>
              </a:ext>
            </a:extLst>
          </p:cNvPr>
          <p:cNvCxnSpPr/>
          <p:nvPr/>
        </p:nvCxnSpPr>
        <p:spPr>
          <a:xfrm flipH="1">
            <a:off x="5220436" y="2089661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145" name="直接箭头连接符 144">
            <a:extLst>
              <a:ext uri="{FF2B5EF4-FFF2-40B4-BE49-F238E27FC236}">
                <a16:creationId xmlns:a16="http://schemas.microsoft.com/office/drawing/2014/main" id="{6BB4C5FB-4E65-4FC8-B3FA-8F293AFCC17E}"/>
              </a:ext>
            </a:extLst>
          </p:cNvPr>
          <p:cNvCxnSpPr/>
          <p:nvPr/>
        </p:nvCxnSpPr>
        <p:spPr>
          <a:xfrm flipH="1">
            <a:off x="4218879" y="2089245"/>
            <a:ext cx="277079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none" w="med" len="med"/>
          </a:ln>
          <a:effectLst/>
        </p:spPr>
      </p:cxnSp>
      <p:grpSp>
        <p:nvGrpSpPr>
          <p:cNvPr id="146" name="组合 145">
            <a:extLst>
              <a:ext uri="{FF2B5EF4-FFF2-40B4-BE49-F238E27FC236}">
                <a16:creationId xmlns:a16="http://schemas.microsoft.com/office/drawing/2014/main" id="{18DD387F-246C-4755-8583-40B8A119FADD}"/>
              </a:ext>
            </a:extLst>
          </p:cNvPr>
          <p:cNvGrpSpPr/>
          <p:nvPr/>
        </p:nvGrpSpPr>
        <p:grpSpPr>
          <a:xfrm>
            <a:off x="1562032" y="5275976"/>
            <a:ext cx="2821721" cy="430887"/>
            <a:chOff x="6931268" y="1317105"/>
            <a:chExt cx="2821721" cy="430887"/>
          </a:xfrm>
          <a:effectLst/>
        </p:grpSpPr>
        <p:grpSp>
          <p:nvGrpSpPr>
            <p:cNvPr id="147" name="组合 146">
              <a:extLst>
                <a:ext uri="{FF2B5EF4-FFF2-40B4-BE49-F238E27FC236}">
                  <a16:creationId xmlns:a16="http://schemas.microsoft.com/office/drawing/2014/main" id="{AB411D5F-EDF8-485D-890E-91CD8E85852D}"/>
                </a:ext>
              </a:extLst>
            </p:cNvPr>
            <p:cNvGrpSpPr/>
            <p:nvPr/>
          </p:nvGrpSpPr>
          <p:grpSpPr>
            <a:xfrm>
              <a:off x="9414851" y="1317105"/>
              <a:ext cx="338138" cy="430887"/>
              <a:chOff x="8686490" y="2190704"/>
              <a:chExt cx="338138" cy="430887"/>
            </a:xfrm>
          </p:grpSpPr>
          <p:sp>
            <p:nvSpPr>
              <p:cNvPr id="157" name="Oval 36">
                <a:extLst>
                  <a:ext uri="{FF2B5EF4-FFF2-40B4-BE49-F238E27FC236}">
                    <a16:creationId xmlns:a16="http://schemas.microsoft.com/office/drawing/2014/main" id="{D0F01899-1CAC-4C14-A471-BBAD0C2B3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8" name="文本框 157">
                <a:extLst>
                  <a:ext uri="{FF2B5EF4-FFF2-40B4-BE49-F238E27FC236}">
                    <a16:creationId xmlns:a16="http://schemas.microsoft.com/office/drawing/2014/main" id="{AE836BDB-4BFF-4992-A389-4383FDFB50F9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  <p:grpSp>
          <p:nvGrpSpPr>
            <p:cNvPr id="148" name="组合 147">
              <a:extLst>
                <a:ext uri="{FF2B5EF4-FFF2-40B4-BE49-F238E27FC236}">
                  <a16:creationId xmlns:a16="http://schemas.microsoft.com/office/drawing/2014/main" id="{D6E14E90-79B3-4483-9275-2DE86E97AD75}"/>
                </a:ext>
              </a:extLst>
            </p:cNvPr>
            <p:cNvGrpSpPr/>
            <p:nvPr/>
          </p:nvGrpSpPr>
          <p:grpSpPr>
            <a:xfrm>
              <a:off x="8586990" y="1317105"/>
              <a:ext cx="338138" cy="430887"/>
              <a:chOff x="8686490" y="2190704"/>
              <a:chExt cx="338138" cy="430887"/>
            </a:xfrm>
          </p:grpSpPr>
          <p:sp>
            <p:nvSpPr>
              <p:cNvPr id="155" name="Oval 36">
                <a:extLst>
                  <a:ext uri="{FF2B5EF4-FFF2-40B4-BE49-F238E27FC236}">
                    <a16:creationId xmlns:a16="http://schemas.microsoft.com/office/drawing/2014/main" id="{FCF12FD1-A429-4E51-BF3F-3DB8DF214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6" name="文本框 155">
                <a:extLst>
                  <a:ext uri="{FF2B5EF4-FFF2-40B4-BE49-F238E27FC236}">
                    <a16:creationId xmlns:a16="http://schemas.microsoft.com/office/drawing/2014/main" id="{8914D107-CFAE-4B60-A02E-1F916C1F93E8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  <p:grpSp>
          <p:nvGrpSpPr>
            <p:cNvPr id="149" name="组合 148">
              <a:extLst>
                <a:ext uri="{FF2B5EF4-FFF2-40B4-BE49-F238E27FC236}">
                  <a16:creationId xmlns:a16="http://schemas.microsoft.com/office/drawing/2014/main" id="{22FF0932-B0F1-4F23-A8FE-35C5C9B50914}"/>
                </a:ext>
              </a:extLst>
            </p:cNvPr>
            <p:cNvGrpSpPr/>
            <p:nvPr/>
          </p:nvGrpSpPr>
          <p:grpSpPr>
            <a:xfrm>
              <a:off x="7759129" y="1317105"/>
              <a:ext cx="338138" cy="430887"/>
              <a:chOff x="8686490" y="2190704"/>
              <a:chExt cx="338138" cy="430887"/>
            </a:xfrm>
          </p:grpSpPr>
          <p:sp>
            <p:nvSpPr>
              <p:cNvPr id="153" name="Oval 36">
                <a:extLst>
                  <a:ext uri="{FF2B5EF4-FFF2-40B4-BE49-F238E27FC236}">
                    <a16:creationId xmlns:a16="http://schemas.microsoft.com/office/drawing/2014/main" id="{5D55BD06-9344-4256-84C7-3CA374257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4" name="文本框 153">
                <a:extLst>
                  <a:ext uri="{FF2B5EF4-FFF2-40B4-BE49-F238E27FC236}">
                    <a16:creationId xmlns:a16="http://schemas.microsoft.com/office/drawing/2014/main" id="{2ADCDB07-2467-46DF-A730-648E16AEAA34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  <p:grpSp>
          <p:nvGrpSpPr>
            <p:cNvPr id="150" name="组合 149">
              <a:extLst>
                <a:ext uri="{FF2B5EF4-FFF2-40B4-BE49-F238E27FC236}">
                  <a16:creationId xmlns:a16="http://schemas.microsoft.com/office/drawing/2014/main" id="{3E2631DD-8E03-481B-9065-71905A49CAC1}"/>
                </a:ext>
              </a:extLst>
            </p:cNvPr>
            <p:cNvGrpSpPr/>
            <p:nvPr/>
          </p:nvGrpSpPr>
          <p:grpSpPr>
            <a:xfrm>
              <a:off x="6931268" y="1317105"/>
              <a:ext cx="338138" cy="430887"/>
              <a:chOff x="8686490" y="2190704"/>
              <a:chExt cx="338138" cy="430887"/>
            </a:xfrm>
          </p:grpSpPr>
          <p:sp>
            <p:nvSpPr>
              <p:cNvPr id="151" name="Oval 36">
                <a:extLst>
                  <a:ext uri="{FF2B5EF4-FFF2-40B4-BE49-F238E27FC236}">
                    <a16:creationId xmlns:a16="http://schemas.microsoft.com/office/drawing/2014/main" id="{AC2F1DBC-9544-4B50-9E85-058CC0C33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2" name="文本框 151">
                <a:extLst>
                  <a:ext uri="{FF2B5EF4-FFF2-40B4-BE49-F238E27FC236}">
                    <a16:creationId xmlns:a16="http://schemas.microsoft.com/office/drawing/2014/main" id="{C6B18FD0-CD13-4965-AB67-7944E77E20DF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</p:grpSp>
      <p:sp>
        <p:nvSpPr>
          <p:cNvPr id="159" name="Line 39">
            <a:extLst>
              <a:ext uri="{FF2B5EF4-FFF2-40B4-BE49-F238E27FC236}">
                <a16:creationId xmlns:a16="http://schemas.microsoft.com/office/drawing/2014/main" id="{4AC466F4-3CC2-4D24-896D-C4FD183D20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5645" y="4837724"/>
            <a:ext cx="0" cy="519344"/>
          </a:xfrm>
          <a:prstGeom prst="line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  <p:txBody>
          <a:bodyPr/>
          <a:lstStyle/>
          <a:p>
            <a:pPr marL="0" marR="0" lvl="0" indent="0" algn="l" defTabSz="91440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1" i="0" u="sng" strike="noStrike" kern="0" cap="none" spc="0" normalizeH="0" baseline="0" noProof="0" dirty="0">
              <a:ln>
                <a:noFill/>
              </a:ln>
              <a:solidFill>
                <a:srgbClr val="FF3300"/>
              </a:solidFill>
              <a:effectLst/>
              <a:uLnTx/>
              <a:uFillTx/>
              <a:ea typeface="微软雅黑" panose="020B0503020204020204" pitchFamily="34" charset="-122"/>
            </a:endParaRPr>
          </a:p>
        </p:txBody>
      </p:sp>
      <p:cxnSp>
        <p:nvCxnSpPr>
          <p:cNvPr id="160" name="直接箭头连接符 159">
            <a:extLst>
              <a:ext uri="{FF2B5EF4-FFF2-40B4-BE49-F238E27FC236}">
                <a16:creationId xmlns:a16="http://schemas.microsoft.com/office/drawing/2014/main" id="{F462E0DF-38E8-4692-BBDA-5B62AA9527CC}"/>
              </a:ext>
            </a:extLst>
          </p:cNvPr>
          <p:cNvCxnSpPr/>
          <p:nvPr/>
        </p:nvCxnSpPr>
        <p:spPr>
          <a:xfrm flipH="1">
            <a:off x="6040066" y="2948049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161" name="直接箭头连接符 160">
            <a:extLst>
              <a:ext uri="{FF2B5EF4-FFF2-40B4-BE49-F238E27FC236}">
                <a16:creationId xmlns:a16="http://schemas.microsoft.com/office/drawing/2014/main" id="{886B0A24-D5A9-4C2D-B43D-6AB6EA1681D0}"/>
              </a:ext>
            </a:extLst>
          </p:cNvPr>
          <p:cNvCxnSpPr/>
          <p:nvPr/>
        </p:nvCxnSpPr>
        <p:spPr>
          <a:xfrm flipH="1">
            <a:off x="6871387" y="2967099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162" name="直接箭头连接符 161">
            <a:extLst>
              <a:ext uri="{FF2B5EF4-FFF2-40B4-BE49-F238E27FC236}">
                <a16:creationId xmlns:a16="http://schemas.microsoft.com/office/drawing/2014/main" id="{0AD67DA2-6DC8-4D75-AA2D-70501D23B16D}"/>
              </a:ext>
            </a:extLst>
          </p:cNvPr>
          <p:cNvCxnSpPr/>
          <p:nvPr/>
        </p:nvCxnSpPr>
        <p:spPr>
          <a:xfrm flipH="1">
            <a:off x="5216038" y="2947633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163" name="直接箭头连接符 162">
            <a:extLst>
              <a:ext uri="{FF2B5EF4-FFF2-40B4-BE49-F238E27FC236}">
                <a16:creationId xmlns:a16="http://schemas.microsoft.com/office/drawing/2014/main" id="{3E4C6FA4-8EB2-463C-A6E5-FDA80B4D30C5}"/>
              </a:ext>
            </a:extLst>
          </p:cNvPr>
          <p:cNvCxnSpPr/>
          <p:nvPr/>
        </p:nvCxnSpPr>
        <p:spPr>
          <a:xfrm flipH="1">
            <a:off x="4389115" y="2947217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164" name="直接箭头连接符 163">
            <a:extLst>
              <a:ext uri="{FF2B5EF4-FFF2-40B4-BE49-F238E27FC236}">
                <a16:creationId xmlns:a16="http://schemas.microsoft.com/office/drawing/2014/main" id="{314ABEB5-267B-485B-970B-670B9ACD1F3C}"/>
              </a:ext>
            </a:extLst>
          </p:cNvPr>
          <p:cNvCxnSpPr>
            <a:endCxn id="105" idx="0"/>
          </p:cNvCxnSpPr>
          <p:nvPr/>
        </p:nvCxnSpPr>
        <p:spPr>
          <a:xfrm flipH="1">
            <a:off x="3408481" y="2935580"/>
            <a:ext cx="287463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none" w="med" len="med"/>
          </a:ln>
          <a:effectLst/>
        </p:spPr>
      </p:cxnSp>
      <p:cxnSp>
        <p:nvCxnSpPr>
          <p:cNvPr id="165" name="直接箭头连接符 164">
            <a:extLst>
              <a:ext uri="{FF2B5EF4-FFF2-40B4-BE49-F238E27FC236}">
                <a16:creationId xmlns:a16="http://schemas.microsoft.com/office/drawing/2014/main" id="{3D634377-C2D1-4B1E-B23D-8BB36CC5724C}"/>
              </a:ext>
            </a:extLst>
          </p:cNvPr>
          <p:cNvCxnSpPr/>
          <p:nvPr/>
        </p:nvCxnSpPr>
        <p:spPr>
          <a:xfrm flipH="1">
            <a:off x="5221538" y="3795768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166" name="直接箭头连接符 165">
            <a:extLst>
              <a:ext uri="{FF2B5EF4-FFF2-40B4-BE49-F238E27FC236}">
                <a16:creationId xmlns:a16="http://schemas.microsoft.com/office/drawing/2014/main" id="{EF1CFDB4-CF83-47B2-8D8D-F6ECC4ADBADE}"/>
              </a:ext>
            </a:extLst>
          </p:cNvPr>
          <p:cNvCxnSpPr/>
          <p:nvPr/>
        </p:nvCxnSpPr>
        <p:spPr>
          <a:xfrm flipH="1">
            <a:off x="6052859" y="3814818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167" name="直接箭头连接符 166">
            <a:extLst>
              <a:ext uri="{FF2B5EF4-FFF2-40B4-BE49-F238E27FC236}">
                <a16:creationId xmlns:a16="http://schemas.microsoft.com/office/drawing/2014/main" id="{E63CE4B0-CF11-4C6A-8911-6EC9CB66B48C}"/>
              </a:ext>
            </a:extLst>
          </p:cNvPr>
          <p:cNvCxnSpPr/>
          <p:nvPr/>
        </p:nvCxnSpPr>
        <p:spPr>
          <a:xfrm flipH="1">
            <a:off x="4397510" y="3795352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168" name="直接箭头连接符 167">
            <a:extLst>
              <a:ext uri="{FF2B5EF4-FFF2-40B4-BE49-F238E27FC236}">
                <a16:creationId xmlns:a16="http://schemas.microsoft.com/office/drawing/2014/main" id="{93C641FE-1650-4D11-BD0F-D42B297D00EE}"/>
              </a:ext>
            </a:extLst>
          </p:cNvPr>
          <p:cNvCxnSpPr/>
          <p:nvPr/>
        </p:nvCxnSpPr>
        <p:spPr>
          <a:xfrm flipH="1">
            <a:off x="3570587" y="3794936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169" name="直接箭头连接符 168">
            <a:extLst>
              <a:ext uri="{FF2B5EF4-FFF2-40B4-BE49-F238E27FC236}">
                <a16:creationId xmlns:a16="http://schemas.microsoft.com/office/drawing/2014/main" id="{DBA780B0-B939-40F6-BEE3-3C0EE379A928}"/>
              </a:ext>
            </a:extLst>
          </p:cNvPr>
          <p:cNvCxnSpPr/>
          <p:nvPr/>
        </p:nvCxnSpPr>
        <p:spPr>
          <a:xfrm flipH="1">
            <a:off x="2576127" y="3794520"/>
            <a:ext cx="291356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none" w="med" len="med"/>
          </a:ln>
          <a:effectLst/>
        </p:spPr>
      </p:cxnSp>
      <p:grpSp>
        <p:nvGrpSpPr>
          <p:cNvPr id="170" name="组合 169">
            <a:extLst>
              <a:ext uri="{FF2B5EF4-FFF2-40B4-BE49-F238E27FC236}">
                <a16:creationId xmlns:a16="http://schemas.microsoft.com/office/drawing/2014/main" id="{6973932A-3CCD-4467-AB41-B84400E00D20}"/>
              </a:ext>
            </a:extLst>
          </p:cNvPr>
          <p:cNvGrpSpPr/>
          <p:nvPr/>
        </p:nvGrpSpPr>
        <p:grpSpPr>
          <a:xfrm>
            <a:off x="1062703" y="4768749"/>
            <a:ext cx="3853743" cy="1374823"/>
            <a:chOff x="5265517" y="2090638"/>
            <a:chExt cx="3853743" cy="1374823"/>
          </a:xfrm>
          <a:effectLst/>
        </p:grpSpPr>
        <p:sp>
          <p:nvSpPr>
            <p:cNvPr id="171" name="Line 40">
              <a:extLst>
                <a:ext uri="{FF2B5EF4-FFF2-40B4-BE49-F238E27FC236}">
                  <a16:creationId xmlns:a16="http://schemas.microsoft.com/office/drawing/2014/main" id="{2BB8CFF6-E97A-4750-AB83-18C6B6858C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51164" y="2090639"/>
              <a:ext cx="611102" cy="611102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172" name="Line 40">
              <a:extLst>
                <a:ext uri="{FF2B5EF4-FFF2-40B4-BE49-F238E27FC236}">
                  <a16:creationId xmlns:a16="http://schemas.microsoft.com/office/drawing/2014/main" id="{8309A7FE-FDDE-4B48-A16C-229E7DA6F0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870572" y="2090638"/>
              <a:ext cx="624177" cy="624177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eaLnBrk="0" hangingPunct="0"/>
              <a:endParaRPr lang="zh-CN" altLang="en-US" sz="2400" b="1" u="sng" kern="0" dirty="0">
                <a:solidFill>
                  <a:srgbClr val="FF3300"/>
                </a:solidFill>
                <a:ea typeface="微软雅黑" panose="020B0503020204020204" pitchFamily="34" charset="-122"/>
              </a:endParaRPr>
            </a:p>
          </p:txBody>
        </p:sp>
        <p:sp>
          <p:nvSpPr>
            <p:cNvPr id="173" name="Line 40">
              <a:extLst>
                <a:ext uri="{FF2B5EF4-FFF2-40B4-BE49-F238E27FC236}">
                  <a16:creationId xmlns:a16="http://schemas.microsoft.com/office/drawing/2014/main" id="{C71B34C8-4EDF-4D15-A4A0-170AE83A42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29992" y="2129433"/>
              <a:ext cx="589268" cy="589268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174" name="Line 40">
              <a:extLst>
                <a:ext uri="{FF2B5EF4-FFF2-40B4-BE49-F238E27FC236}">
                  <a16:creationId xmlns:a16="http://schemas.microsoft.com/office/drawing/2014/main" id="{A8C59845-49DB-4091-BD3F-9644FB26DC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07055" y="2123012"/>
              <a:ext cx="589159" cy="589159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eaLnBrk="0" hangingPunct="0"/>
              <a:endParaRPr lang="zh-CN" altLang="en-US" sz="2400" b="1" u="sng" kern="0" dirty="0">
                <a:solidFill>
                  <a:srgbClr val="FF3300"/>
                </a:solidFill>
                <a:ea typeface="微软雅黑" panose="020B0503020204020204" pitchFamily="34" charset="-122"/>
              </a:endParaRPr>
            </a:p>
          </p:txBody>
        </p:sp>
        <p:sp>
          <p:nvSpPr>
            <p:cNvPr id="175" name="Line 40">
              <a:extLst>
                <a:ext uri="{FF2B5EF4-FFF2-40B4-BE49-F238E27FC236}">
                  <a16:creationId xmlns:a16="http://schemas.microsoft.com/office/drawing/2014/main" id="{A30D421B-1469-4D63-887B-B182123984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65517" y="2947528"/>
              <a:ext cx="517933" cy="517933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</p:grpSp>
      <p:cxnSp>
        <p:nvCxnSpPr>
          <p:cNvPr id="176" name="直接箭头连接符 175">
            <a:extLst>
              <a:ext uri="{FF2B5EF4-FFF2-40B4-BE49-F238E27FC236}">
                <a16:creationId xmlns:a16="http://schemas.microsoft.com/office/drawing/2014/main" id="{602F60A0-2735-4E75-B462-DA5265E4DA29}"/>
              </a:ext>
            </a:extLst>
          </p:cNvPr>
          <p:cNvCxnSpPr/>
          <p:nvPr/>
        </p:nvCxnSpPr>
        <p:spPr>
          <a:xfrm flipH="1">
            <a:off x="4392307" y="4663715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177" name="直接箭头连接符 176">
            <a:extLst>
              <a:ext uri="{FF2B5EF4-FFF2-40B4-BE49-F238E27FC236}">
                <a16:creationId xmlns:a16="http://schemas.microsoft.com/office/drawing/2014/main" id="{F59FEA5C-125A-4116-95CC-671FB6CAD961}"/>
              </a:ext>
            </a:extLst>
          </p:cNvPr>
          <p:cNvCxnSpPr/>
          <p:nvPr/>
        </p:nvCxnSpPr>
        <p:spPr>
          <a:xfrm flipH="1">
            <a:off x="5223628" y="4682765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178" name="直接箭头连接符 177">
            <a:extLst>
              <a:ext uri="{FF2B5EF4-FFF2-40B4-BE49-F238E27FC236}">
                <a16:creationId xmlns:a16="http://schemas.microsoft.com/office/drawing/2014/main" id="{B80BB113-B65A-4705-AD8E-EA2402B2A304}"/>
              </a:ext>
            </a:extLst>
          </p:cNvPr>
          <p:cNvCxnSpPr/>
          <p:nvPr/>
        </p:nvCxnSpPr>
        <p:spPr>
          <a:xfrm flipH="1">
            <a:off x="3568279" y="4663299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179" name="直接箭头连接符 178">
            <a:extLst>
              <a:ext uri="{FF2B5EF4-FFF2-40B4-BE49-F238E27FC236}">
                <a16:creationId xmlns:a16="http://schemas.microsoft.com/office/drawing/2014/main" id="{800A1A77-BAB2-43E7-9101-7E712230A548}"/>
              </a:ext>
            </a:extLst>
          </p:cNvPr>
          <p:cNvCxnSpPr/>
          <p:nvPr/>
        </p:nvCxnSpPr>
        <p:spPr>
          <a:xfrm flipH="1">
            <a:off x="2741356" y="4662883"/>
            <a:ext cx="252994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triangle" w="med" len="med"/>
          </a:ln>
          <a:effectLst/>
        </p:spPr>
      </p:cxnSp>
      <p:cxnSp>
        <p:nvCxnSpPr>
          <p:cNvPr id="180" name="直接箭头连接符 179">
            <a:extLst>
              <a:ext uri="{FF2B5EF4-FFF2-40B4-BE49-F238E27FC236}">
                <a16:creationId xmlns:a16="http://schemas.microsoft.com/office/drawing/2014/main" id="{753296EC-CFC7-44F8-9B94-1A7F40CAF77A}"/>
              </a:ext>
            </a:extLst>
          </p:cNvPr>
          <p:cNvCxnSpPr/>
          <p:nvPr/>
        </p:nvCxnSpPr>
        <p:spPr>
          <a:xfrm flipH="1">
            <a:off x="1739798" y="4662467"/>
            <a:ext cx="292955" cy="0"/>
          </a:xfrm>
          <a:prstGeom prst="straightConnector1">
            <a:avLst/>
          </a:prstGeom>
          <a:noFill/>
          <a:ln w="12700" cap="sq">
            <a:solidFill>
              <a:srgbClr val="CC0000"/>
            </a:solidFill>
            <a:miter lim="800000"/>
            <a:headEnd/>
            <a:tailEnd type="none" w="med" len="med"/>
          </a:ln>
          <a:effectLst/>
        </p:spPr>
      </p:cxnSp>
      <p:grpSp>
        <p:nvGrpSpPr>
          <p:cNvPr id="181" name="组合 180">
            <a:extLst>
              <a:ext uri="{FF2B5EF4-FFF2-40B4-BE49-F238E27FC236}">
                <a16:creationId xmlns:a16="http://schemas.microsoft.com/office/drawing/2014/main" id="{E435057E-2758-461D-B769-EF51F61CE608}"/>
              </a:ext>
            </a:extLst>
          </p:cNvPr>
          <p:cNvGrpSpPr/>
          <p:nvPr/>
        </p:nvGrpSpPr>
        <p:grpSpPr>
          <a:xfrm>
            <a:off x="2667582" y="3921304"/>
            <a:ext cx="3078361" cy="609565"/>
            <a:chOff x="6027204" y="2104533"/>
            <a:chExt cx="3078361" cy="609565"/>
          </a:xfrm>
          <a:effectLst/>
        </p:grpSpPr>
        <p:sp>
          <p:nvSpPr>
            <p:cNvPr id="182" name="Line 40">
              <a:extLst>
                <a:ext uri="{FF2B5EF4-FFF2-40B4-BE49-F238E27FC236}">
                  <a16:creationId xmlns:a16="http://schemas.microsoft.com/office/drawing/2014/main" id="{093AC728-6D74-4DD4-9E65-920AD32A3D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27204" y="2106678"/>
              <a:ext cx="597251" cy="597251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183" name="Line 40">
              <a:extLst>
                <a:ext uri="{FF2B5EF4-FFF2-40B4-BE49-F238E27FC236}">
                  <a16:creationId xmlns:a16="http://schemas.microsoft.com/office/drawing/2014/main" id="{C45DB513-2577-4DB3-BDAA-66D15D5771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859687" y="2104533"/>
              <a:ext cx="599396" cy="599396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eaLnBrk="0" hangingPunct="0"/>
              <a:endParaRPr lang="zh-CN" altLang="en-US" sz="2400" b="1" u="sng" kern="0" dirty="0">
                <a:solidFill>
                  <a:srgbClr val="FF3300"/>
                </a:solidFill>
                <a:ea typeface="微软雅黑" panose="020B0503020204020204" pitchFamily="34" charset="-122"/>
              </a:endParaRPr>
            </a:p>
          </p:txBody>
        </p:sp>
        <p:sp>
          <p:nvSpPr>
            <p:cNvPr id="184" name="Line 40">
              <a:extLst>
                <a:ext uri="{FF2B5EF4-FFF2-40B4-BE49-F238E27FC236}">
                  <a16:creationId xmlns:a16="http://schemas.microsoft.com/office/drawing/2014/main" id="{31D6854F-79D0-40F4-A10A-EA9B2D81E1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13534" y="2111898"/>
              <a:ext cx="592031" cy="592031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185" name="Line 40">
              <a:extLst>
                <a:ext uri="{FF2B5EF4-FFF2-40B4-BE49-F238E27FC236}">
                  <a16:creationId xmlns:a16="http://schemas.microsoft.com/office/drawing/2014/main" id="{7ABBB2F0-0B75-4057-8EE0-65AF08822A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2472" y="2113310"/>
              <a:ext cx="600788" cy="600788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eaLnBrk="0" hangingPunct="0"/>
              <a:endParaRPr lang="zh-CN" altLang="en-US" sz="2400" b="1" u="sng" kern="0" dirty="0">
                <a:solidFill>
                  <a:srgbClr val="FF3300"/>
                </a:solidFill>
                <a:ea typeface="微软雅黑" panose="020B0503020204020204" pitchFamily="34" charset="-122"/>
              </a:endParaRPr>
            </a:p>
          </p:txBody>
        </p:sp>
      </p:grpSp>
      <p:grpSp>
        <p:nvGrpSpPr>
          <p:cNvPr id="186" name="组合 185">
            <a:extLst>
              <a:ext uri="{FF2B5EF4-FFF2-40B4-BE49-F238E27FC236}">
                <a16:creationId xmlns:a16="http://schemas.microsoft.com/office/drawing/2014/main" id="{27D29CBB-E12D-4EA5-9B4F-9ECD43A6E599}"/>
              </a:ext>
            </a:extLst>
          </p:cNvPr>
          <p:cNvGrpSpPr/>
          <p:nvPr/>
        </p:nvGrpSpPr>
        <p:grpSpPr>
          <a:xfrm>
            <a:off x="1894616" y="5523154"/>
            <a:ext cx="4082955" cy="149317"/>
            <a:chOff x="4371507" y="1942733"/>
            <a:chExt cx="4082955" cy="149317"/>
          </a:xfrm>
        </p:grpSpPr>
        <p:cxnSp>
          <p:nvCxnSpPr>
            <p:cNvPr id="187" name="直接箭头连接符 186">
              <a:extLst>
                <a:ext uri="{FF2B5EF4-FFF2-40B4-BE49-F238E27FC236}">
                  <a16:creationId xmlns:a16="http://schemas.microsoft.com/office/drawing/2014/main" id="{7F4F739F-74AB-44E2-835B-C323C9F46A68}"/>
                </a:ext>
              </a:extLst>
            </p:cNvPr>
            <p:cNvCxnSpPr/>
            <p:nvPr/>
          </p:nvCxnSpPr>
          <p:spPr>
            <a:xfrm flipH="1">
              <a:off x="8201468" y="1942733"/>
              <a:ext cx="252994" cy="0"/>
            </a:xfrm>
            <a:prstGeom prst="straightConnector1">
              <a:avLst/>
            </a:prstGeom>
            <a:noFill/>
            <a:ln w="12700" cap="sq">
              <a:solidFill>
                <a:schemeClr val="accent6">
                  <a:lumMod val="75000"/>
                </a:schemeClr>
              </a:solidFill>
              <a:miter lim="800000"/>
              <a:headEnd/>
              <a:tailEnd type="triangle" w="med" len="med"/>
            </a:ln>
            <a:effectLst/>
          </p:spPr>
        </p:cxnSp>
        <p:cxnSp>
          <p:nvCxnSpPr>
            <p:cNvPr id="188" name="直接箭头连接符 187">
              <a:extLst>
                <a:ext uri="{FF2B5EF4-FFF2-40B4-BE49-F238E27FC236}">
                  <a16:creationId xmlns:a16="http://schemas.microsoft.com/office/drawing/2014/main" id="{BEF6EC7A-6872-45D3-A4BE-855DE4AC8682}"/>
                </a:ext>
              </a:extLst>
            </p:cNvPr>
            <p:cNvCxnSpPr>
              <a:stCxn id="157" idx="2"/>
            </p:cNvCxnSpPr>
            <p:nvPr/>
          </p:nvCxnSpPr>
          <p:spPr>
            <a:xfrm flipH="1" flipV="1">
              <a:off x="6047359" y="2090077"/>
              <a:ext cx="486033" cy="1973"/>
            </a:xfrm>
            <a:prstGeom prst="straightConnector1">
              <a:avLst/>
            </a:prstGeom>
            <a:noFill/>
            <a:ln w="12700" cap="sq">
              <a:solidFill>
                <a:schemeClr val="accent6">
                  <a:lumMod val="75000"/>
                </a:schemeClr>
              </a:solidFill>
              <a:miter lim="800000"/>
              <a:headEnd/>
              <a:tailEnd type="triangle" w="med" len="med"/>
            </a:ln>
            <a:effectLst/>
          </p:spPr>
        </p:cxnSp>
        <p:cxnSp>
          <p:nvCxnSpPr>
            <p:cNvPr id="189" name="直接箭头连接符 188">
              <a:extLst>
                <a:ext uri="{FF2B5EF4-FFF2-40B4-BE49-F238E27FC236}">
                  <a16:creationId xmlns:a16="http://schemas.microsoft.com/office/drawing/2014/main" id="{4947EDDB-1354-4BA7-8EFA-69C9BCA65C2F}"/>
                </a:ext>
              </a:extLst>
            </p:cNvPr>
            <p:cNvCxnSpPr>
              <a:stCxn id="155" idx="2"/>
            </p:cNvCxnSpPr>
            <p:nvPr/>
          </p:nvCxnSpPr>
          <p:spPr>
            <a:xfrm flipH="1" flipV="1">
              <a:off x="5220436" y="2089661"/>
              <a:ext cx="485095" cy="2389"/>
            </a:xfrm>
            <a:prstGeom prst="straightConnector1">
              <a:avLst/>
            </a:prstGeom>
            <a:noFill/>
            <a:ln w="12700" cap="sq">
              <a:solidFill>
                <a:schemeClr val="accent6">
                  <a:lumMod val="75000"/>
                </a:schemeClr>
              </a:solidFill>
              <a:miter lim="800000"/>
              <a:headEnd/>
              <a:tailEnd type="triangle" w="med" len="med"/>
            </a:ln>
            <a:effectLst/>
          </p:spPr>
        </p:cxnSp>
        <p:cxnSp>
          <p:nvCxnSpPr>
            <p:cNvPr id="190" name="直接箭头连接符 189">
              <a:extLst>
                <a:ext uri="{FF2B5EF4-FFF2-40B4-BE49-F238E27FC236}">
                  <a16:creationId xmlns:a16="http://schemas.microsoft.com/office/drawing/2014/main" id="{6AB66859-0215-4D25-BC47-D2C683A99209}"/>
                </a:ext>
              </a:extLst>
            </p:cNvPr>
            <p:cNvCxnSpPr>
              <a:stCxn id="153" idx="2"/>
            </p:cNvCxnSpPr>
            <p:nvPr/>
          </p:nvCxnSpPr>
          <p:spPr>
            <a:xfrm flipH="1" flipV="1">
              <a:off x="4371507" y="2089662"/>
              <a:ext cx="506163" cy="2388"/>
            </a:xfrm>
            <a:prstGeom prst="straightConnector1">
              <a:avLst/>
            </a:prstGeom>
            <a:noFill/>
            <a:ln w="12700" cap="sq">
              <a:solidFill>
                <a:schemeClr val="accent6">
                  <a:lumMod val="75000"/>
                </a:schemeClr>
              </a:solidFill>
              <a:miter lim="800000"/>
              <a:headEnd/>
              <a:tailEnd type="triangle" w="med" len="med"/>
            </a:ln>
            <a:effectLst/>
          </p:spPr>
        </p:cxnSp>
      </p:grpSp>
      <p:grpSp>
        <p:nvGrpSpPr>
          <p:cNvPr id="191" name="组合 190">
            <a:extLst>
              <a:ext uri="{FF2B5EF4-FFF2-40B4-BE49-F238E27FC236}">
                <a16:creationId xmlns:a16="http://schemas.microsoft.com/office/drawing/2014/main" id="{5370A48F-686E-4609-8DBD-5ED4A91D41E1}"/>
              </a:ext>
            </a:extLst>
          </p:cNvPr>
          <p:cNvGrpSpPr/>
          <p:nvPr/>
        </p:nvGrpSpPr>
        <p:grpSpPr>
          <a:xfrm>
            <a:off x="2398715" y="4421144"/>
            <a:ext cx="2821721" cy="430887"/>
            <a:chOff x="6931268" y="1317105"/>
            <a:chExt cx="2821721" cy="430887"/>
          </a:xfrm>
          <a:effectLst/>
        </p:grpSpPr>
        <p:grpSp>
          <p:nvGrpSpPr>
            <p:cNvPr id="192" name="组合 191">
              <a:extLst>
                <a:ext uri="{FF2B5EF4-FFF2-40B4-BE49-F238E27FC236}">
                  <a16:creationId xmlns:a16="http://schemas.microsoft.com/office/drawing/2014/main" id="{AF35CB4E-6188-400A-86C1-62226FB2E3B9}"/>
                </a:ext>
              </a:extLst>
            </p:cNvPr>
            <p:cNvGrpSpPr/>
            <p:nvPr/>
          </p:nvGrpSpPr>
          <p:grpSpPr>
            <a:xfrm>
              <a:off x="9414851" y="1317105"/>
              <a:ext cx="338138" cy="430887"/>
              <a:chOff x="8686490" y="2190704"/>
              <a:chExt cx="338138" cy="430887"/>
            </a:xfrm>
          </p:grpSpPr>
          <p:sp>
            <p:nvSpPr>
              <p:cNvPr id="202" name="Oval 36">
                <a:extLst>
                  <a:ext uri="{FF2B5EF4-FFF2-40B4-BE49-F238E27FC236}">
                    <a16:creationId xmlns:a16="http://schemas.microsoft.com/office/drawing/2014/main" id="{4C23B209-7CEE-4B9A-9193-A883B3BF0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3" name="文本框 202">
                <a:extLst>
                  <a:ext uri="{FF2B5EF4-FFF2-40B4-BE49-F238E27FC236}">
                    <a16:creationId xmlns:a16="http://schemas.microsoft.com/office/drawing/2014/main" id="{79499A24-41A4-4DBB-80B6-EE93BB15BD7B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  <p:grpSp>
          <p:nvGrpSpPr>
            <p:cNvPr id="193" name="组合 192">
              <a:extLst>
                <a:ext uri="{FF2B5EF4-FFF2-40B4-BE49-F238E27FC236}">
                  <a16:creationId xmlns:a16="http://schemas.microsoft.com/office/drawing/2014/main" id="{82F4D4BB-4E27-4536-A841-EBA04557A75B}"/>
                </a:ext>
              </a:extLst>
            </p:cNvPr>
            <p:cNvGrpSpPr/>
            <p:nvPr/>
          </p:nvGrpSpPr>
          <p:grpSpPr>
            <a:xfrm>
              <a:off x="8586990" y="1317105"/>
              <a:ext cx="338138" cy="430887"/>
              <a:chOff x="8686490" y="2190704"/>
              <a:chExt cx="338138" cy="430887"/>
            </a:xfrm>
          </p:grpSpPr>
          <p:sp>
            <p:nvSpPr>
              <p:cNvPr id="200" name="Oval 36">
                <a:extLst>
                  <a:ext uri="{FF2B5EF4-FFF2-40B4-BE49-F238E27FC236}">
                    <a16:creationId xmlns:a16="http://schemas.microsoft.com/office/drawing/2014/main" id="{44F4BE2E-60B1-4D15-8C0C-6A4CC95AC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1" name="文本框 200">
                <a:extLst>
                  <a:ext uri="{FF2B5EF4-FFF2-40B4-BE49-F238E27FC236}">
                    <a16:creationId xmlns:a16="http://schemas.microsoft.com/office/drawing/2014/main" id="{56E2E09A-A3AB-469F-904C-18B7ACB7F5DE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  <p:grpSp>
          <p:nvGrpSpPr>
            <p:cNvPr id="194" name="组合 193">
              <a:extLst>
                <a:ext uri="{FF2B5EF4-FFF2-40B4-BE49-F238E27FC236}">
                  <a16:creationId xmlns:a16="http://schemas.microsoft.com/office/drawing/2014/main" id="{5130D25D-A0B5-48DF-8BD0-2F0A5AE11995}"/>
                </a:ext>
              </a:extLst>
            </p:cNvPr>
            <p:cNvGrpSpPr/>
            <p:nvPr/>
          </p:nvGrpSpPr>
          <p:grpSpPr>
            <a:xfrm>
              <a:off x="7759129" y="1317105"/>
              <a:ext cx="338138" cy="430887"/>
              <a:chOff x="8686490" y="2190704"/>
              <a:chExt cx="338138" cy="430887"/>
            </a:xfrm>
          </p:grpSpPr>
          <p:sp>
            <p:nvSpPr>
              <p:cNvPr id="198" name="Oval 36">
                <a:extLst>
                  <a:ext uri="{FF2B5EF4-FFF2-40B4-BE49-F238E27FC236}">
                    <a16:creationId xmlns:a16="http://schemas.microsoft.com/office/drawing/2014/main" id="{79295382-3F46-4586-8DDA-75B00C46A5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9" name="文本框 198">
                <a:extLst>
                  <a:ext uri="{FF2B5EF4-FFF2-40B4-BE49-F238E27FC236}">
                    <a16:creationId xmlns:a16="http://schemas.microsoft.com/office/drawing/2014/main" id="{2EDC9D7D-B7D6-4723-A606-92EF9A114409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  <p:grpSp>
          <p:nvGrpSpPr>
            <p:cNvPr id="195" name="组合 194">
              <a:extLst>
                <a:ext uri="{FF2B5EF4-FFF2-40B4-BE49-F238E27FC236}">
                  <a16:creationId xmlns:a16="http://schemas.microsoft.com/office/drawing/2014/main" id="{85D79EB0-3357-429A-AD47-C65E5339D654}"/>
                </a:ext>
              </a:extLst>
            </p:cNvPr>
            <p:cNvGrpSpPr/>
            <p:nvPr/>
          </p:nvGrpSpPr>
          <p:grpSpPr>
            <a:xfrm>
              <a:off x="6931268" y="1317105"/>
              <a:ext cx="338138" cy="430887"/>
              <a:chOff x="8686490" y="2190704"/>
              <a:chExt cx="338138" cy="430887"/>
            </a:xfrm>
          </p:grpSpPr>
          <p:sp>
            <p:nvSpPr>
              <p:cNvPr id="196" name="Oval 36">
                <a:extLst>
                  <a:ext uri="{FF2B5EF4-FFF2-40B4-BE49-F238E27FC236}">
                    <a16:creationId xmlns:a16="http://schemas.microsoft.com/office/drawing/2014/main" id="{EFDAFD68-D5BD-4A84-B60B-99C3109DF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6490" y="2271912"/>
                <a:ext cx="338138" cy="334962"/>
              </a:xfrm>
              <a:prstGeom prst="ellipse">
                <a:avLst/>
              </a:prstGeom>
              <a:solidFill>
                <a:srgbClr val="99FFCC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 anchorCtr="1"/>
              <a:lstStyle>
                <a:lvl1pPr marL="342900" indent="-3429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 u="sng">
                    <a:solidFill>
                      <a:srgbClr val="FF3300"/>
                    </a:solidFill>
                    <a:latin typeface="Arial" panose="020B060402020202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336699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zh-CN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7" name="文本框 196">
                <a:extLst>
                  <a:ext uri="{FF2B5EF4-FFF2-40B4-BE49-F238E27FC236}">
                    <a16:creationId xmlns:a16="http://schemas.microsoft.com/office/drawing/2014/main" id="{C7407F7A-C086-49AC-941F-76160BC70B47}"/>
                  </a:ext>
                </a:extLst>
              </p:cNvPr>
              <p:cNvSpPr txBox="1"/>
              <p:nvPr/>
            </p:nvSpPr>
            <p:spPr>
              <a:xfrm>
                <a:off x="8728627" y="2190704"/>
                <a:ext cx="266700" cy="43088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zh-CN" sz="2800" b="1" dirty="0">
                    <a:solidFill>
                      <a:srgbClr val="FF0000"/>
                    </a:solidFill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+</a:t>
                </a:r>
                <a:endParaRPr lang="zh-CN" altLang="en-US" sz="2800" b="1" dirty="0">
                  <a:solidFill>
                    <a:srgbClr val="FF0000"/>
                  </a:solidFill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</p:grpSp>
      <p:grpSp>
        <p:nvGrpSpPr>
          <p:cNvPr id="204" name="组合 203">
            <a:extLst>
              <a:ext uri="{FF2B5EF4-FFF2-40B4-BE49-F238E27FC236}">
                <a16:creationId xmlns:a16="http://schemas.microsoft.com/office/drawing/2014/main" id="{1456282D-F9D6-4AB8-8AB4-CC67F945CD5F}"/>
              </a:ext>
            </a:extLst>
          </p:cNvPr>
          <p:cNvGrpSpPr/>
          <p:nvPr/>
        </p:nvGrpSpPr>
        <p:grpSpPr>
          <a:xfrm>
            <a:off x="4233845" y="1820752"/>
            <a:ext cx="4061609" cy="307777"/>
            <a:chOff x="5452889" y="1916906"/>
            <a:chExt cx="4061609" cy="307777"/>
          </a:xfrm>
          <a:effectLst/>
        </p:grpSpPr>
        <p:sp>
          <p:nvSpPr>
            <p:cNvPr id="205" name="Text Box 3">
              <a:extLst>
                <a:ext uri="{FF2B5EF4-FFF2-40B4-BE49-F238E27FC236}">
                  <a16:creationId xmlns:a16="http://schemas.microsoft.com/office/drawing/2014/main" id="{86E5FF9F-5116-4EC3-8958-9E28512603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94638" y="1916906"/>
              <a:ext cx="76360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3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</a:p>
          </p:txBody>
        </p:sp>
        <p:sp>
          <p:nvSpPr>
            <p:cNvPr id="206" name="Text Box 4">
              <a:extLst>
                <a:ext uri="{FF2B5EF4-FFF2-40B4-BE49-F238E27FC236}">
                  <a16:creationId xmlns:a16="http://schemas.microsoft.com/office/drawing/2014/main" id="{F289F428-3B18-405B-BACA-993B5238A4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3390" y="1916906"/>
              <a:ext cx="76163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2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</a:p>
          </p:txBody>
        </p:sp>
        <p:sp>
          <p:nvSpPr>
            <p:cNvPr id="207" name="Text Box 5">
              <a:extLst>
                <a:ext uri="{FF2B5EF4-FFF2-40B4-BE49-F238E27FC236}">
                  <a16:creationId xmlns:a16="http://schemas.microsoft.com/office/drawing/2014/main" id="{54AC1C63-B1AD-443F-8686-673DF186BC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9442" y="1916906"/>
              <a:ext cx="76360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</a:p>
          </p:txBody>
        </p:sp>
        <p:sp>
          <p:nvSpPr>
            <p:cNvPr id="208" name="Text Box 6">
              <a:extLst>
                <a:ext uri="{FF2B5EF4-FFF2-40B4-BE49-F238E27FC236}">
                  <a16:creationId xmlns:a16="http://schemas.microsoft.com/office/drawing/2014/main" id="{E2FFE69E-0123-4BAC-86E8-D24FD77989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50894" y="1916906"/>
              <a:ext cx="76360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0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</a:p>
          </p:txBody>
        </p:sp>
        <p:sp>
          <p:nvSpPr>
            <p:cNvPr id="209" name="Text Box 7">
              <a:extLst>
                <a:ext uri="{FF2B5EF4-FFF2-40B4-BE49-F238E27FC236}">
                  <a16:creationId xmlns:a16="http://schemas.microsoft.com/office/drawing/2014/main" id="{1565B9F3-FB75-4D2C-A6A7-99EC4B7121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52889" y="1916906"/>
              <a:ext cx="76360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50000"/>
                </a:spcBef>
                <a:buClrTx/>
                <a:buFontTx/>
                <a:buNone/>
              </a:pP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X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4</a:t>
              </a:r>
              <a:r>
                <a:rPr lang="en-US" altLang="zh-CN" sz="1400" b="1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Y</a:t>
              </a:r>
              <a:r>
                <a:rPr lang="en-US" altLang="zh-CN" sz="1400" b="1" baseline="-25000" dirty="0">
                  <a:solidFill>
                    <a:srgbClr val="0000CC"/>
                  </a:solidFill>
                  <a:latin typeface="Courier New" panose="02070309020205020404" pitchFamily="49" charset="0"/>
                  <a:ea typeface="微软雅黑" panose="020B0503020204020204" pitchFamily="34" charset="-122"/>
                  <a:cs typeface="Courier New" panose="02070309020205020404" pitchFamily="49" charset="0"/>
                </a:rPr>
                <a:t>1</a:t>
              </a:r>
            </a:p>
          </p:txBody>
        </p:sp>
      </p:grpSp>
      <p:grpSp>
        <p:nvGrpSpPr>
          <p:cNvPr id="210" name="组合 209">
            <a:extLst>
              <a:ext uri="{FF2B5EF4-FFF2-40B4-BE49-F238E27FC236}">
                <a16:creationId xmlns:a16="http://schemas.microsoft.com/office/drawing/2014/main" id="{08EBFE35-07FE-4C02-B875-78AF6CC2EBCD}"/>
              </a:ext>
            </a:extLst>
          </p:cNvPr>
          <p:cNvGrpSpPr/>
          <p:nvPr/>
        </p:nvGrpSpPr>
        <p:grpSpPr>
          <a:xfrm>
            <a:off x="5177697" y="1693729"/>
            <a:ext cx="2729382" cy="288825"/>
            <a:chOff x="6009212" y="2457709"/>
            <a:chExt cx="2729382" cy="272917"/>
          </a:xfrm>
          <a:effectLst/>
        </p:grpSpPr>
        <p:sp>
          <p:nvSpPr>
            <p:cNvPr id="211" name="Line 40">
              <a:extLst>
                <a:ext uri="{FF2B5EF4-FFF2-40B4-BE49-F238E27FC236}">
                  <a16:creationId xmlns:a16="http://schemas.microsoft.com/office/drawing/2014/main" id="{AFD6CEA5-591C-49CB-A78D-CB702CBB5B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09212" y="2457709"/>
              <a:ext cx="264211" cy="264211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212" name="Line 40">
              <a:extLst>
                <a:ext uri="{FF2B5EF4-FFF2-40B4-BE49-F238E27FC236}">
                  <a16:creationId xmlns:a16="http://schemas.microsoft.com/office/drawing/2014/main" id="{D67829DE-AF14-464B-8458-FF4AA544B4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842555" y="2461004"/>
              <a:ext cx="260056" cy="260056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eaLnBrk="0" hangingPunct="0"/>
              <a:endParaRPr lang="zh-CN" altLang="en-US" sz="2400" b="1" u="sng" kern="0" dirty="0">
                <a:solidFill>
                  <a:srgbClr val="FF3300"/>
                </a:solidFill>
                <a:ea typeface="微软雅黑" panose="020B0503020204020204" pitchFamily="34" charset="-122"/>
              </a:endParaRPr>
            </a:p>
          </p:txBody>
        </p:sp>
        <p:sp>
          <p:nvSpPr>
            <p:cNvPr id="213" name="Line 40">
              <a:extLst>
                <a:ext uri="{FF2B5EF4-FFF2-40B4-BE49-F238E27FC236}">
                  <a16:creationId xmlns:a16="http://schemas.microsoft.com/office/drawing/2014/main" id="{5DD6194B-9DC3-4B97-87DE-C0F157351C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86831" y="2478864"/>
              <a:ext cx="251763" cy="251762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214" name="Line 40">
              <a:extLst>
                <a:ext uri="{FF2B5EF4-FFF2-40B4-BE49-F238E27FC236}">
                  <a16:creationId xmlns:a16="http://schemas.microsoft.com/office/drawing/2014/main" id="{C14668FC-7523-4335-AFFD-B72BDE14C5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58972" y="2457709"/>
              <a:ext cx="269886" cy="269886"/>
            </a:xfrm>
            <a:prstGeom prst="line">
              <a:avLst/>
            </a:prstGeom>
            <a:noFill/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 type="triangle" w="med" len="med"/>
            </a:ln>
            <a:effectLst>
              <a:outerShdw blurRad="50800" dist="50800" dir="5400000" algn="ctr" rotWithShape="0">
                <a:schemeClr val="bg1"/>
              </a:outerShdw>
            </a:effectLst>
          </p:spPr>
          <p:txBody>
            <a:bodyPr/>
            <a:lstStyle/>
            <a:p>
              <a:pPr eaLnBrk="0" hangingPunct="0"/>
              <a:endParaRPr lang="zh-CN" altLang="en-US" sz="2400" b="1" u="sng" kern="0" dirty="0">
                <a:solidFill>
                  <a:srgbClr val="FF3300"/>
                </a:solidFill>
                <a:ea typeface="微软雅黑" panose="020B0503020204020204" pitchFamily="34" charset="-122"/>
              </a:endParaRPr>
            </a:p>
          </p:txBody>
        </p:sp>
      </p:grpSp>
      <p:sp>
        <p:nvSpPr>
          <p:cNvPr id="215" name="Rectangle 151">
            <a:extLst>
              <a:ext uri="{FF2B5EF4-FFF2-40B4-BE49-F238E27FC236}">
                <a16:creationId xmlns:a16="http://schemas.microsoft.com/office/drawing/2014/main" id="{C4F1CEB8-6B35-467B-AE14-581C8C7463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5201" y="1480536"/>
            <a:ext cx="279244" cy="2951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>
            <a:lvl1pPr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1pPr>
            <a:lvl2pPr marL="742950" indent="-28575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2pPr>
            <a:lvl3pPr marL="11430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3pPr>
            <a:lvl4pPr marL="16002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4pPr>
            <a:lvl5pPr marL="20574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CC0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1200" i="0" u="none" strike="noStrike" kern="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</a:p>
        </p:txBody>
      </p:sp>
      <p:sp>
        <p:nvSpPr>
          <p:cNvPr id="216" name="Rectangle 151">
            <a:extLst>
              <a:ext uri="{FF2B5EF4-FFF2-40B4-BE49-F238E27FC236}">
                <a16:creationId xmlns:a16="http://schemas.microsoft.com/office/drawing/2014/main" id="{ECD7F1E1-6F06-44B0-AB28-0D07324DE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8527" y="1483647"/>
            <a:ext cx="279244" cy="2951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>
            <a:lvl1pPr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1pPr>
            <a:lvl2pPr marL="742950" indent="-28575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2pPr>
            <a:lvl3pPr marL="11430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3pPr>
            <a:lvl4pPr marL="16002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4pPr>
            <a:lvl5pPr marL="20574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CC0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1200" i="0" u="none" strike="noStrike" kern="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</a:p>
        </p:txBody>
      </p:sp>
      <p:sp>
        <p:nvSpPr>
          <p:cNvPr id="217" name="Rectangle 151">
            <a:extLst>
              <a:ext uri="{FF2B5EF4-FFF2-40B4-BE49-F238E27FC236}">
                <a16:creationId xmlns:a16="http://schemas.microsoft.com/office/drawing/2014/main" id="{7D42EB93-A85D-4E33-BBF9-3BD0BC7A2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1853" y="1486758"/>
            <a:ext cx="279244" cy="2951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>
            <a:lvl1pPr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1pPr>
            <a:lvl2pPr marL="742950" indent="-28575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2pPr>
            <a:lvl3pPr marL="11430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3pPr>
            <a:lvl4pPr marL="16002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4pPr>
            <a:lvl5pPr marL="20574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CC0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1200" i="0" u="none" strike="noStrike" kern="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</a:p>
        </p:txBody>
      </p:sp>
      <p:sp>
        <p:nvSpPr>
          <p:cNvPr id="218" name="Rectangle 151">
            <a:extLst>
              <a:ext uri="{FF2B5EF4-FFF2-40B4-BE49-F238E27FC236}">
                <a16:creationId xmlns:a16="http://schemas.microsoft.com/office/drawing/2014/main" id="{32886C31-4277-48F0-B8C5-4A45E2BFE1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5179" y="1489869"/>
            <a:ext cx="279244" cy="2951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>
            <a:lvl1pPr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1pPr>
            <a:lvl2pPr marL="742950" indent="-28575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2pPr>
            <a:lvl3pPr marL="11430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3pPr>
            <a:lvl4pPr marL="16002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4pPr>
            <a:lvl5pPr marL="20574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CC0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1200" i="0" u="none" strike="noStrike" kern="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</a:p>
        </p:txBody>
      </p:sp>
      <p:sp>
        <p:nvSpPr>
          <p:cNvPr id="219" name="Rectangle 151">
            <a:extLst>
              <a:ext uri="{FF2B5EF4-FFF2-40B4-BE49-F238E27FC236}">
                <a16:creationId xmlns:a16="http://schemas.microsoft.com/office/drawing/2014/main" id="{AC385126-7BB4-41D3-9246-30E6CC9542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2910" y="5387513"/>
            <a:ext cx="280403" cy="3139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>
            <a:lvl1pPr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1pPr>
            <a:lvl2pPr marL="742950" indent="-28575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2pPr>
            <a:lvl3pPr marL="11430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3pPr>
            <a:lvl4pPr marL="16002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4pPr>
            <a:lvl5pPr marL="2057400" indent="-228600"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 u="sng">
                <a:solidFill>
                  <a:srgbClr val="FF3300"/>
                </a:solidFill>
                <a:latin typeface="Arial" panose="020B060402020202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>
                <a:srgbClr val="CC0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1200" i="0" u="none" strike="noStrike" kern="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</a:p>
        </p:txBody>
      </p:sp>
      <p:sp>
        <p:nvSpPr>
          <p:cNvPr id="220" name="Rectangle 155">
            <a:extLst>
              <a:ext uri="{FF2B5EF4-FFF2-40B4-BE49-F238E27FC236}">
                <a16:creationId xmlns:a16="http://schemas.microsoft.com/office/drawing/2014/main" id="{CF6B9F90-2DBF-42F5-B46F-345409B6AD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303" y="894988"/>
            <a:ext cx="4164548" cy="17053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469900" indent="-469900" algn="l" rtl="0" eaLnBrk="0" fontAlgn="base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o"/>
              <a:defRPr sz="3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908050" indent="-436563" algn="l" rtl="0" eaLnBrk="0" fontAlgn="base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n"/>
              <a:defRPr sz="2600">
                <a:solidFill>
                  <a:schemeClr val="tx1"/>
                </a:solidFill>
                <a:latin typeface="+mn-lt"/>
                <a:ea typeface="+mn-ea"/>
              </a:defRPr>
            </a:lvl2pPr>
            <a:lvl3pPr marL="1304925" indent="-395288" algn="l" rtl="0" eaLnBrk="0" fontAlgn="base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o"/>
              <a:defRPr sz="2300">
                <a:solidFill>
                  <a:schemeClr val="tx1"/>
                </a:solidFill>
                <a:latin typeface="+mn-lt"/>
                <a:ea typeface="+mn-ea"/>
              </a:defRPr>
            </a:lvl3pPr>
            <a:lvl4pPr marL="1693863" indent="-387350" algn="l" rtl="0" eaLnBrk="0" fontAlgn="base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271713" indent="-398463" algn="l" rtl="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  <a:lvl6pPr marL="2728913" indent="-398463" algn="l" rtl="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3186113" indent="-398463" algn="l" rtl="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643313" indent="-398463" algn="l" rtl="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4100513" indent="-398463" algn="l" rtl="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342900" marR="0" lvl="0" indent="-342900" eaLnBrk="1" fontAlgn="base" hangingPunct="1">
              <a:lnSpc>
                <a:spcPct val="150000"/>
              </a:lnSpc>
              <a:spcBef>
                <a:spcPts val="1000"/>
              </a:spcBef>
              <a:spcAft>
                <a:spcPct val="0"/>
              </a:spcAft>
              <a:buClr>
                <a:srgbClr val="FFC000"/>
              </a:buClr>
              <a:buSzTx/>
              <a:buFont typeface="Wingdings" pitchFamily="2" charset="2"/>
              <a:buChar char="n"/>
              <a:tabLst/>
              <a:defRPr/>
            </a:pPr>
            <a:r>
              <a:rPr lang="en-US" altLang="zh-CN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n*(n-1)</a:t>
            </a:r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个全加器</a:t>
            </a:r>
            <a:endParaRPr lang="en-US" altLang="zh-CN" sz="2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 eaLnBrk="1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itchFamily="2" charset="2"/>
              <a:buChar char="n"/>
              <a:defRPr/>
            </a:pPr>
            <a:r>
              <a:rPr lang="en-US" altLang="zh-CN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(n-1)FA+(2(n-1)+4)T</a:t>
            </a:r>
            <a:endParaRPr lang="en-US" altLang="zh-CN" sz="2200" kern="0" dirty="0">
              <a:solidFill>
                <a:srgbClr val="000000"/>
              </a:solidFill>
              <a:latin typeface="Verdana"/>
              <a:ea typeface="宋体"/>
            </a:endParaRPr>
          </a:p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lr>
                <a:srgbClr val="CC0000"/>
              </a:buClr>
              <a:buSzTx/>
              <a:buNone/>
              <a:tabLst/>
              <a:defRPr/>
            </a:pPr>
            <a:endParaRPr kumimoji="0" lang="en-US" altLang="zh-CN" sz="2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宋体"/>
            </a:endParaRPr>
          </a:p>
        </p:txBody>
      </p:sp>
      <p:grpSp>
        <p:nvGrpSpPr>
          <p:cNvPr id="221" name="组合 220">
            <a:extLst>
              <a:ext uri="{FF2B5EF4-FFF2-40B4-BE49-F238E27FC236}">
                <a16:creationId xmlns:a16="http://schemas.microsoft.com/office/drawing/2014/main" id="{1523D9EC-1069-4FAD-AD86-B9E42F0517A4}"/>
              </a:ext>
            </a:extLst>
          </p:cNvPr>
          <p:cNvGrpSpPr/>
          <p:nvPr/>
        </p:nvGrpSpPr>
        <p:grpSpPr>
          <a:xfrm>
            <a:off x="4337811" y="1937902"/>
            <a:ext cx="3365270" cy="3448277"/>
            <a:chOff x="5692927" y="1790974"/>
            <a:chExt cx="3365270" cy="3448277"/>
          </a:xfrm>
        </p:grpSpPr>
        <p:sp>
          <p:nvSpPr>
            <p:cNvPr id="222" name="Line 40">
              <a:extLst>
                <a:ext uri="{FF2B5EF4-FFF2-40B4-BE49-F238E27FC236}">
                  <a16:creationId xmlns:a16="http://schemas.microsoft.com/office/drawing/2014/main" id="{43DF5838-09C7-40D9-AFA9-5F8CF17ADA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9665" y="2932710"/>
              <a:ext cx="592031" cy="59203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223" name="Oval 36">
              <a:extLst>
                <a:ext uri="{FF2B5EF4-FFF2-40B4-BE49-F238E27FC236}">
                  <a16:creationId xmlns:a16="http://schemas.microsoft.com/office/drawing/2014/main" id="{B88A9E43-9232-456D-9835-DD87ACCE2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37" y="3500592"/>
              <a:ext cx="338138" cy="334962"/>
            </a:xfrm>
            <a:prstGeom prst="ellipse">
              <a:avLst/>
            </a:prstGeom>
            <a:solidFill>
              <a:srgbClr val="99FFCC"/>
            </a:solidFill>
            <a:ln w="127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 anchorCtr="1"/>
            <a:lstStyle>
              <a:lvl1pPr marL="342900" indent="-3429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buFont typeface="Wingdings" panose="05000000000000000000" pitchFamily="2" charset="2"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224" name="Line 40">
              <a:extLst>
                <a:ext uri="{FF2B5EF4-FFF2-40B4-BE49-F238E27FC236}">
                  <a16:creationId xmlns:a16="http://schemas.microsoft.com/office/drawing/2014/main" id="{37F683EF-282C-43C3-A94A-1216C30BBE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78541" y="2066561"/>
              <a:ext cx="618729" cy="6187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225" name="Oval 36">
              <a:extLst>
                <a:ext uri="{FF2B5EF4-FFF2-40B4-BE49-F238E27FC236}">
                  <a16:creationId xmlns:a16="http://schemas.microsoft.com/office/drawing/2014/main" id="{E7F330CD-F86A-4F4C-B179-4EDA0F571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2198" y="2645102"/>
              <a:ext cx="338138" cy="334962"/>
            </a:xfrm>
            <a:prstGeom prst="ellipse">
              <a:avLst/>
            </a:prstGeom>
            <a:solidFill>
              <a:srgbClr val="99FFCC"/>
            </a:solidFill>
            <a:ln w="127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 anchorCtr="1"/>
            <a:lstStyle>
              <a:lvl1pPr marL="342900" indent="-3429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buFont typeface="Wingdings" panose="05000000000000000000" pitchFamily="2" charset="2"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226" name="Oval 36">
              <a:extLst>
                <a:ext uri="{FF2B5EF4-FFF2-40B4-BE49-F238E27FC236}">
                  <a16:creationId xmlns:a16="http://schemas.microsoft.com/office/drawing/2014/main" id="{0A1EEC09-ECA3-48E9-A7F3-E7A3EF451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0059" y="1790974"/>
              <a:ext cx="338138" cy="334962"/>
            </a:xfrm>
            <a:prstGeom prst="ellipse">
              <a:avLst/>
            </a:prstGeom>
            <a:solidFill>
              <a:srgbClr val="99FFCC"/>
            </a:solidFill>
            <a:ln w="127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 anchorCtr="1"/>
            <a:lstStyle>
              <a:lvl1pPr marL="342900" indent="-3429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buFont typeface="Wingdings" panose="05000000000000000000" pitchFamily="2" charset="2"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227" name="文本框 226">
              <a:extLst>
                <a:ext uri="{FF2B5EF4-FFF2-40B4-BE49-F238E27FC236}">
                  <a16:creationId xmlns:a16="http://schemas.microsoft.com/office/drawing/2014/main" id="{B0CBF457-4D45-44F9-894D-0F33FE7AF5F3}"/>
                </a:ext>
              </a:extLst>
            </p:cNvPr>
            <p:cNvSpPr txBox="1"/>
            <p:nvPr/>
          </p:nvSpPr>
          <p:spPr>
            <a:xfrm>
              <a:off x="8752325" y="1796569"/>
              <a:ext cx="266700" cy="307777"/>
            </a:xfrm>
            <a:prstGeom prst="rect">
              <a:avLst/>
            </a:prstGeom>
            <a:noFill/>
            <a:ln w="19050"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zh-CN" sz="2000" b="1" dirty="0">
                  <a:solidFill>
                    <a:srgbClr val="7030A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1</a:t>
              </a:r>
              <a:endParaRPr lang="zh-CN" altLang="en-US" sz="2000" b="1" dirty="0">
                <a:solidFill>
                  <a:srgbClr val="7030A0"/>
                </a:solidFill>
                <a:latin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sp>
          <p:nvSpPr>
            <p:cNvPr id="228" name="Line 40">
              <a:extLst>
                <a:ext uri="{FF2B5EF4-FFF2-40B4-BE49-F238E27FC236}">
                  <a16:creationId xmlns:a16="http://schemas.microsoft.com/office/drawing/2014/main" id="{EBE268CE-D6E5-4B6E-88DA-A211722284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692927" y="4649983"/>
              <a:ext cx="589268" cy="58926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229" name="Line 40">
              <a:extLst>
                <a:ext uri="{FF2B5EF4-FFF2-40B4-BE49-F238E27FC236}">
                  <a16:creationId xmlns:a16="http://schemas.microsoft.com/office/drawing/2014/main" id="{723B1637-51C5-4800-BC24-ED7AE0B909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09028" y="3792374"/>
              <a:ext cx="592031" cy="59203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triangle" w="med" len="med"/>
            </a:ln>
            <a:effectLst/>
          </p:spPr>
          <p:txBody>
            <a:bodyPr/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ea typeface="微软雅黑" panose="020B0503020204020204" pitchFamily="34" charset="-122"/>
              </a:endParaRPr>
            </a:p>
          </p:txBody>
        </p:sp>
        <p:sp>
          <p:nvSpPr>
            <p:cNvPr id="230" name="Oval 36">
              <a:extLst>
                <a:ext uri="{FF2B5EF4-FFF2-40B4-BE49-F238E27FC236}">
                  <a16:creationId xmlns:a16="http://schemas.microsoft.com/office/drawing/2014/main" id="{2E0E72AB-9F8E-46AC-99DB-B143BE355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414" y="4355424"/>
              <a:ext cx="338138" cy="334962"/>
            </a:xfrm>
            <a:prstGeom prst="ellipse">
              <a:avLst/>
            </a:prstGeom>
            <a:solidFill>
              <a:srgbClr val="99FFCC"/>
            </a:solidFill>
            <a:ln w="127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 anchorCtr="1"/>
            <a:lstStyle>
              <a:lvl1pPr marL="342900" indent="-3429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buFont typeface="Wingdings" panose="05000000000000000000" pitchFamily="2" charset="2"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231" name="文本框 230">
              <a:extLst>
                <a:ext uri="{FF2B5EF4-FFF2-40B4-BE49-F238E27FC236}">
                  <a16:creationId xmlns:a16="http://schemas.microsoft.com/office/drawing/2014/main" id="{DF18E2BF-8A57-4A56-9300-E0899B96AC77}"/>
                </a:ext>
              </a:extLst>
            </p:cNvPr>
            <p:cNvSpPr txBox="1"/>
            <p:nvPr/>
          </p:nvSpPr>
          <p:spPr>
            <a:xfrm>
              <a:off x="7929691" y="2658694"/>
              <a:ext cx="266700" cy="307777"/>
            </a:xfrm>
            <a:prstGeom prst="rect">
              <a:avLst/>
            </a:prstGeom>
            <a:noFill/>
            <a:ln w="19050"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zh-CN" sz="2000" b="1" dirty="0">
                  <a:solidFill>
                    <a:srgbClr val="7030A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2</a:t>
              </a:r>
              <a:endParaRPr lang="zh-CN" altLang="en-US" sz="2000" b="1" dirty="0">
                <a:solidFill>
                  <a:srgbClr val="7030A0"/>
                </a:solidFill>
                <a:latin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sp>
          <p:nvSpPr>
            <p:cNvPr id="232" name="文本框 231">
              <a:extLst>
                <a:ext uri="{FF2B5EF4-FFF2-40B4-BE49-F238E27FC236}">
                  <a16:creationId xmlns:a16="http://schemas.microsoft.com/office/drawing/2014/main" id="{D9B61194-8D9E-4F3D-A82E-71C74D6531DE}"/>
                </a:ext>
              </a:extLst>
            </p:cNvPr>
            <p:cNvSpPr txBox="1"/>
            <p:nvPr/>
          </p:nvSpPr>
          <p:spPr>
            <a:xfrm>
              <a:off x="7105973" y="3517144"/>
              <a:ext cx="266700" cy="307777"/>
            </a:xfrm>
            <a:prstGeom prst="rect">
              <a:avLst/>
            </a:prstGeom>
            <a:noFill/>
            <a:ln w="19050"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zh-CN" sz="2000" b="1" dirty="0">
                  <a:solidFill>
                    <a:srgbClr val="7030A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3</a:t>
              </a:r>
              <a:endParaRPr lang="zh-CN" altLang="en-US" sz="2000" b="1" dirty="0">
                <a:solidFill>
                  <a:srgbClr val="7030A0"/>
                </a:solidFill>
                <a:latin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sp>
          <p:nvSpPr>
            <p:cNvPr id="233" name="文本框 232">
              <a:extLst>
                <a:ext uri="{FF2B5EF4-FFF2-40B4-BE49-F238E27FC236}">
                  <a16:creationId xmlns:a16="http://schemas.microsoft.com/office/drawing/2014/main" id="{03289A1E-2702-4E46-9CAE-AA2E25667841}"/>
                </a:ext>
              </a:extLst>
            </p:cNvPr>
            <p:cNvSpPr txBox="1"/>
            <p:nvPr/>
          </p:nvSpPr>
          <p:spPr>
            <a:xfrm>
              <a:off x="6271562" y="4357777"/>
              <a:ext cx="266700" cy="307777"/>
            </a:xfrm>
            <a:prstGeom prst="rect">
              <a:avLst/>
            </a:prstGeom>
            <a:noFill/>
            <a:ln w="19050"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zh-CN" sz="2000" b="1" dirty="0">
                  <a:solidFill>
                    <a:srgbClr val="7030A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4</a:t>
              </a:r>
              <a:endParaRPr lang="zh-CN" altLang="en-US" sz="2000" b="1" dirty="0">
                <a:solidFill>
                  <a:srgbClr val="7030A0"/>
                </a:solidFill>
                <a:latin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</p:grpSp>
      <p:grpSp>
        <p:nvGrpSpPr>
          <p:cNvPr id="234" name="组合 233">
            <a:extLst>
              <a:ext uri="{FF2B5EF4-FFF2-40B4-BE49-F238E27FC236}">
                <a16:creationId xmlns:a16="http://schemas.microsoft.com/office/drawing/2014/main" id="{362F4E28-95C1-4474-A1AA-F29F41699F53}"/>
              </a:ext>
            </a:extLst>
          </p:cNvPr>
          <p:cNvGrpSpPr/>
          <p:nvPr/>
        </p:nvGrpSpPr>
        <p:grpSpPr>
          <a:xfrm>
            <a:off x="1562032" y="5357184"/>
            <a:ext cx="2821721" cy="334962"/>
            <a:chOff x="2917148" y="5210256"/>
            <a:chExt cx="2821721" cy="334962"/>
          </a:xfrm>
        </p:grpSpPr>
        <p:sp>
          <p:nvSpPr>
            <p:cNvPr id="235" name="Oval 36">
              <a:extLst>
                <a:ext uri="{FF2B5EF4-FFF2-40B4-BE49-F238E27FC236}">
                  <a16:creationId xmlns:a16="http://schemas.microsoft.com/office/drawing/2014/main" id="{FCB95DAB-13DF-47F7-A178-C200443E5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148" y="5210256"/>
              <a:ext cx="338138" cy="334962"/>
            </a:xfrm>
            <a:prstGeom prst="ellipse">
              <a:avLst/>
            </a:prstGeom>
            <a:solidFill>
              <a:srgbClr val="99FFCC"/>
            </a:solidFill>
            <a:ln w="127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 anchorCtr="1"/>
            <a:lstStyle>
              <a:lvl1pPr marL="342900" indent="-3429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buFont typeface="Wingdings" panose="05000000000000000000" pitchFamily="2" charset="2"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</a:endParaRPr>
            </a:p>
          </p:txBody>
        </p:sp>
        <p:cxnSp>
          <p:nvCxnSpPr>
            <p:cNvPr id="236" name="直接箭头连接符 235">
              <a:extLst>
                <a:ext uri="{FF2B5EF4-FFF2-40B4-BE49-F238E27FC236}">
                  <a16:creationId xmlns:a16="http://schemas.microsoft.com/office/drawing/2014/main" id="{8C8716A6-6BCC-4FD4-A65C-F17B2996463D}"/>
                </a:ext>
              </a:extLst>
            </p:cNvPr>
            <p:cNvCxnSpPr>
              <a:stCxn id="240" idx="2"/>
            </p:cNvCxnSpPr>
            <p:nvPr/>
          </p:nvCxnSpPr>
          <p:spPr>
            <a:xfrm flipH="1" flipV="1">
              <a:off x="4925584" y="5376642"/>
              <a:ext cx="486033" cy="1973"/>
            </a:xfrm>
            <a:prstGeom prst="straightConnector1">
              <a:avLst/>
            </a:prstGeom>
            <a:noFill/>
            <a:ln w="38100" cap="sq">
              <a:solidFill>
                <a:srgbClr val="FF0000"/>
              </a:solidFill>
              <a:miter lim="800000"/>
              <a:headEnd/>
              <a:tailEnd type="triangle" w="med" len="med"/>
            </a:ln>
            <a:effectLst/>
          </p:spPr>
        </p:cxnSp>
        <p:cxnSp>
          <p:nvCxnSpPr>
            <p:cNvPr id="237" name="直接箭头连接符 236">
              <a:extLst>
                <a:ext uri="{FF2B5EF4-FFF2-40B4-BE49-F238E27FC236}">
                  <a16:creationId xmlns:a16="http://schemas.microsoft.com/office/drawing/2014/main" id="{966568DA-18EF-4C09-A0E3-1B0A057FDF65}"/>
                </a:ext>
              </a:extLst>
            </p:cNvPr>
            <p:cNvCxnSpPr>
              <a:stCxn id="241" idx="2"/>
            </p:cNvCxnSpPr>
            <p:nvPr/>
          </p:nvCxnSpPr>
          <p:spPr>
            <a:xfrm flipH="1" flipV="1">
              <a:off x="4098662" y="5376227"/>
              <a:ext cx="474208" cy="1510"/>
            </a:xfrm>
            <a:prstGeom prst="straightConnector1">
              <a:avLst/>
            </a:prstGeom>
            <a:noFill/>
            <a:ln w="38100" cap="sq">
              <a:solidFill>
                <a:srgbClr val="FF0000"/>
              </a:solidFill>
              <a:miter lim="800000"/>
              <a:headEnd/>
              <a:tailEnd type="triangle" w="med" len="med"/>
            </a:ln>
            <a:effectLst/>
          </p:spPr>
        </p:cxnSp>
        <p:cxnSp>
          <p:nvCxnSpPr>
            <p:cNvPr id="238" name="直接箭头连接符 237">
              <a:extLst>
                <a:ext uri="{FF2B5EF4-FFF2-40B4-BE49-F238E27FC236}">
                  <a16:creationId xmlns:a16="http://schemas.microsoft.com/office/drawing/2014/main" id="{F6EFBC58-480B-412F-A9AF-F8AB349F3E51}"/>
                </a:ext>
              </a:extLst>
            </p:cNvPr>
            <p:cNvCxnSpPr>
              <a:stCxn id="239" idx="2"/>
            </p:cNvCxnSpPr>
            <p:nvPr/>
          </p:nvCxnSpPr>
          <p:spPr>
            <a:xfrm flipH="1" flipV="1">
              <a:off x="3249732" y="5376227"/>
              <a:ext cx="506163" cy="2388"/>
            </a:xfrm>
            <a:prstGeom prst="straightConnector1">
              <a:avLst/>
            </a:prstGeom>
            <a:noFill/>
            <a:ln w="38100" cap="sq">
              <a:solidFill>
                <a:srgbClr val="FF0000"/>
              </a:solidFill>
              <a:miter lim="800000"/>
              <a:headEnd/>
              <a:tailEnd type="triangle" w="med" len="med"/>
            </a:ln>
            <a:effectLst/>
          </p:spPr>
        </p:cxnSp>
        <p:sp>
          <p:nvSpPr>
            <p:cNvPr id="239" name="Oval 36">
              <a:extLst>
                <a:ext uri="{FF2B5EF4-FFF2-40B4-BE49-F238E27FC236}">
                  <a16:creationId xmlns:a16="http://schemas.microsoft.com/office/drawing/2014/main" id="{A5A77151-C951-4A3F-9AEB-7F7E2BEA2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009" y="5210256"/>
              <a:ext cx="338138" cy="334962"/>
            </a:xfrm>
            <a:prstGeom prst="ellipse">
              <a:avLst/>
            </a:prstGeom>
            <a:solidFill>
              <a:srgbClr val="99FFCC"/>
            </a:solidFill>
            <a:ln w="127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 anchorCtr="1"/>
            <a:lstStyle>
              <a:lvl1pPr marL="342900" indent="-3429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buFont typeface="Wingdings" panose="05000000000000000000" pitchFamily="2" charset="2"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240" name="Oval 36">
              <a:extLst>
                <a:ext uri="{FF2B5EF4-FFF2-40B4-BE49-F238E27FC236}">
                  <a16:creationId xmlns:a16="http://schemas.microsoft.com/office/drawing/2014/main" id="{15275B46-BB68-4EFA-B9D1-E5FD64BAA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731" y="5210256"/>
              <a:ext cx="338138" cy="334962"/>
            </a:xfrm>
            <a:prstGeom prst="ellipse">
              <a:avLst/>
            </a:prstGeom>
            <a:solidFill>
              <a:srgbClr val="99FFCC"/>
            </a:solidFill>
            <a:ln w="127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 anchorCtr="1"/>
            <a:lstStyle>
              <a:lvl1pPr marL="342900" indent="-3429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buFont typeface="Wingdings" panose="05000000000000000000" pitchFamily="2" charset="2"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241" name="Oval 36">
              <a:extLst>
                <a:ext uri="{FF2B5EF4-FFF2-40B4-BE49-F238E27FC236}">
                  <a16:creationId xmlns:a16="http://schemas.microsoft.com/office/drawing/2014/main" id="{1DAB5C1F-F72F-4505-8961-849F218CB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2870" y="5210256"/>
              <a:ext cx="338138" cy="334962"/>
            </a:xfrm>
            <a:prstGeom prst="ellipse">
              <a:avLst/>
            </a:prstGeom>
            <a:solidFill>
              <a:srgbClr val="99FFCC"/>
            </a:solidFill>
            <a:ln w="127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 anchorCtr="1"/>
            <a:lstStyle>
              <a:lvl1pPr marL="342900" indent="-3429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buFont typeface="Wingdings" panose="05000000000000000000" pitchFamily="2" charset="2"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</a:endParaRPr>
            </a:p>
          </p:txBody>
        </p:sp>
        <p:sp>
          <p:nvSpPr>
            <p:cNvPr id="242" name="文本框 241">
              <a:extLst>
                <a:ext uri="{FF2B5EF4-FFF2-40B4-BE49-F238E27FC236}">
                  <a16:creationId xmlns:a16="http://schemas.microsoft.com/office/drawing/2014/main" id="{0B83592E-9A5A-43DC-8D7A-298F88758773}"/>
                </a:ext>
              </a:extLst>
            </p:cNvPr>
            <p:cNvSpPr txBox="1"/>
            <p:nvPr/>
          </p:nvSpPr>
          <p:spPr>
            <a:xfrm>
              <a:off x="5447784" y="5219676"/>
              <a:ext cx="266700" cy="307777"/>
            </a:xfrm>
            <a:prstGeom prst="rect">
              <a:avLst/>
            </a:prstGeom>
            <a:noFill/>
            <a:ln w="19050"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zh-CN" sz="2000" b="1" dirty="0">
                  <a:solidFill>
                    <a:srgbClr val="7030A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5</a:t>
              </a:r>
              <a:endParaRPr lang="zh-CN" altLang="en-US" sz="2000" b="1" dirty="0">
                <a:solidFill>
                  <a:srgbClr val="7030A0"/>
                </a:solidFill>
                <a:latin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sp>
          <p:nvSpPr>
            <p:cNvPr id="243" name="文本框 242">
              <a:extLst>
                <a:ext uri="{FF2B5EF4-FFF2-40B4-BE49-F238E27FC236}">
                  <a16:creationId xmlns:a16="http://schemas.microsoft.com/office/drawing/2014/main" id="{51A94D1A-E6FB-4C53-9E34-784C09728FC6}"/>
                </a:ext>
              </a:extLst>
            </p:cNvPr>
            <p:cNvSpPr txBox="1"/>
            <p:nvPr/>
          </p:nvSpPr>
          <p:spPr>
            <a:xfrm>
              <a:off x="4610704" y="5230309"/>
              <a:ext cx="266700" cy="307777"/>
            </a:xfrm>
            <a:prstGeom prst="rect">
              <a:avLst/>
            </a:prstGeom>
            <a:noFill/>
            <a:ln w="19050"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zh-CN" sz="2000" b="1" dirty="0">
                  <a:solidFill>
                    <a:srgbClr val="7030A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6</a:t>
              </a:r>
              <a:endParaRPr lang="zh-CN" altLang="en-US" sz="2000" b="1" dirty="0">
                <a:solidFill>
                  <a:srgbClr val="7030A0"/>
                </a:solidFill>
                <a:latin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sp>
          <p:nvSpPr>
            <p:cNvPr id="244" name="文本框 243">
              <a:extLst>
                <a:ext uri="{FF2B5EF4-FFF2-40B4-BE49-F238E27FC236}">
                  <a16:creationId xmlns:a16="http://schemas.microsoft.com/office/drawing/2014/main" id="{5106536B-50BD-45E0-B776-E7C9FE20D64C}"/>
                </a:ext>
              </a:extLst>
            </p:cNvPr>
            <p:cNvSpPr txBox="1"/>
            <p:nvPr/>
          </p:nvSpPr>
          <p:spPr>
            <a:xfrm>
              <a:off x="3786171" y="5232673"/>
              <a:ext cx="266700" cy="307777"/>
            </a:xfrm>
            <a:prstGeom prst="rect">
              <a:avLst/>
            </a:prstGeom>
            <a:noFill/>
            <a:ln w="19050"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zh-CN" sz="2000" b="1" dirty="0">
                  <a:solidFill>
                    <a:srgbClr val="7030A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7</a:t>
              </a:r>
              <a:endParaRPr lang="zh-CN" altLang="en-US" sz="2000" b="1" dirty="0">
                <a:solidFill>
                  <a:srgbClr val="7030A0"/>
                </a:solidFill>
                <a:latin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sp>
          <p:nvSpPr>
            <p:cNvPr id="245" name="文本框 244">
              <a:extLst>
                <a:ext uri="{FF2B5EF4-FFF2-40B4-BE49-F238E27FC236}">
                  <a16:creationId xmlns:a16="http://schemas.microsoft.com/office/drawing/2014/main" id="{6ECCDE9B-E057-448D-A2E0-BCE3EE04C93D}"/>
                </a:ext>
              </a:extLst>
            </p:cNvPr>
            <p:cNvSpPr txBox="1"/>
            <p:nvPr/>
          </p:nvSpPr>
          <p:spPr>
            <a:xfrm>
              <a:off x="2948873" y="5226055"/>
              <a:ext cx="266700" cy="307777"/>
            </a:xfrm>
            <a:prstGeom prst="rect">
              <a:avLst/>
            </a:prstGeom>
            <a:noFill/>
            <a:ln w="19050"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zh-CN" sz="2000" b="1" dirty="0">
                  <a:solidFill>
                    <a:srgbClr val="7030A0"/>
                  </a:solidFill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8</a:t>
              </a:r>
              <a:endParaRPr lang="zh-CN" altLang="en-US" sz="2000" b="1" dirty="0">
                <a:solidFill>
                  <a:srgbClr val="7030A0"/>
                </a:solidFill>
                <a:latin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</p:grpSp>
      <p:sp>
        <p:nvSpPr>
          <p:cNvPr id="246" name="矩形 245">
            <a:extLst>
              <a:ext uri="{FF2B5EF4-FFF2-40B4-BE49-F238E27FC236}">
                <a16:creationId xmlns:a16="http://schemas.microsoft.com/office/drawing/2014/main" id="{E7ECF942-B92F-42F8-A57A-14863D6C9003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  <p:extLst>
      <p:ext uri="{BB962C8B-B14F-4D97-AF65-F5344CB8AC3E}">
        <p14:creationId xmlns:p14="http://schemas.microsoft.com/office/powerpoint/2010/main" val="1450390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animBg="1" autoUpdateAnimBg="0"/>
      <p:bldP spid="6" grpId="0" uiExpand="1" animBg="1" autoUpdateAnimBg="0"/>
      <p:bldP spid="7" grpId="0" uiExpand="1" animBg="1" autoUpdateAnimBg="0"/>
      <p:bldP spid="8" grpId="0" uiExpand="1" animBg="1" autoUpdateAnimBg="0"/>
      <p:bldP spid="9" grpId="0" uiExpand="1" animBg="1" autoUpdateAnimBg="0"/>
      <p:bldP spid="10" grpId="0" uiExpand="1" animBg="1" autoUpdateAnimBg="0"/>
      <p:bldP spid="11" grpId="0" uiExpand="1" animBg="1" autoUpdateAnimBg="0"/>
      <p:bldP spid="12" grpId="0" uiExpand="1" animBg="1" autoUpdateAnimBg="0"/>
      <p:bldP spid="220" grpId="0" uiExpand="1" build="p" autoUpdateAnimBg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3F7C57AD-0502-4649-B57B-ABFC1B897B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>
                <a:solidFill>
                  <a:srgbClr val="FF0000"/>
                </a:solidFill>
              </a:rPr>
              <a:t>有符号阵列乘法器结构</a:t>
            </a: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C10A21B8-8B02-4786-A480-3E5D35421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3607" y="908719"/>
            <a:ext cx="14807261" cy="457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zh-CN" altLang="en-US"/>
          </a:p>
        </p:txBody>
      </p:sp>
      <p:graphicFrame>
        <p:nvGraphicFramePr>
          <p:cNvPr id="5" name="对象 4">
            <a:extLst>
              <a:ext uri="{FF2B5EF4-FFF2-40B4-BE49-F238E27FC236}">
                <a16:creationId xmlns:a16="http://schemas.microsoft.com/office/drawing/2014/main" id="{30022307-C341-406A-BD8F-FB211F001BF1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593933375"/>
              </p:ext>
            </p:extLst>
          </p:nvPr>
        </p:nvGraphicFramePr>
        <p:xfrm>
          <a:off x="683568" y="908719"/>
          <a:ext cx="6735373" cy="523715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4112" name="Visio" r:id="rId3" imgW="4056104" imgH="3146581" progId="Visio.Drawing.11">
                  <p:embed/>
                </p:oleObj>
              </mc:Choice>
              <mc:Fallback>
                <p:oleObj name="Visio" r:id="rId3" imgW="4056104" imgH="3146581" progId="Visio.Drawing.11">
                  <p:embed/>
                  <p:pic>
                    <p:nvPicPr>
                      <p:cNvPr id="0" name="Object 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3568" y="908719"/>
                        <a:ext cx="6735373" cy="5237155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矩形 5">
            <a:extLst>
              <a:ext uri="{FF2B5EF4-FFF2-40B4-BE49-F238E27FC236}">
                <a16:creationId xmlns:a16="http://schemas.microsoft.com/office/drawing/2014/main" id="{87C296FB-B25E-4535-91CB-2E4DAD69E5BF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  <p:extLst>
      <p:ext uri="{BB962C8B-B14F-4D97-AF65-F5344CB8AC3E}">
        <p14:creationId xmlns:p14="http://schemas.microsoft.com/office/powerpoint/2010/main" val="1602298284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2.3 </a:t>
            </a:r>
            <a:r>
              <a:rPr lang="zh-CN" altLang="en-US" sz="4400" b="1" dirty="0">
                <a:solidFill>
                  <a:srgbClr val="FF0000"/>
                </a:solidFill>
              </a:rPr>
              <a:t>定点数乘法运算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1.</a:t>
            </a:r>
            <a:r>
              <a:rPr lang="zh-CN" altLang="en-US" dirty="0"/>
              <a:t>笔算乘法分析与改进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3.</a:t>
            </a:r>
            <a:r>
              <a:rPr lang="zh-CN" altLang="en-US" dirty="0"/>
              <a:t>补码乘法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2.</a:t>
            </a:r>
            <a:r>
              <a:rPr lang="zh-CN" altLang="en-US" dirty="0"/>
              <a:t>原码乘法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4. </a:t>
            </a:r>
            <a:r>
              <a:rPr lang="zh-CN" altLang="en-US" dirty="0"/>
              <a:t>阵列乘法器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21F81574-CBD8-4332-A1C2-5E708EC61371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2. 2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  <p:sp>
        <p:nvSpPr>
          <p:cNvPr id="9" name="Text Box 4">
            <a:extLst>
              <a:ext uri="{FF2B5EF4-FFF2-40B4-BE49-F238E27FC236}">
                <a16:creationId xmlns:a16="http://schemas.microsoft.com/office/drawing/2014/main" id="{CF94B1E2-0F6A-4B01-991C-CB9E1BC0DB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434" y="5530850"/>
            <a:ext cx="62484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5.MIPS</a:t>
            </a:r>
            <a:r>
              <a:rPr lang="zh-CN" altLang="en-US" dirty="0"/>
              <a:t>中的乘法</a:t>
            </a:r>
          </a:p>
        </p:txBody>
      </p:sp>
    </p:spTree>
    <p:extLst>
      <p:ext uri="{BB962C8B-B14F-4D97-AF65-F5344CB8AC3E}">
        <p14:creationId xmlns:p14="http://schemas.microsoft.com/office/powerpoint/2010/main" val="1323668238"/>
      </p:ext>
    </p:extLst>
  </p:cSld>
  <p:clrMapOvr>
    <a:masterClrMapping/>
  </p:clrMapOvr>
  <p:transition spd="slow"/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BB6CC20-6081-4BE3-84AA-E97448743F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五、</a:t>
            </a:r>
            <a:r>
              <a:rPr lang="en-US" altLang="zh-CN" dirty="0"/>
              <a:t>MIPS</a:t>
            </a:r>
            <a:r>
              <a:rPr lang="zh-CN" altLang="en-US" dirty="0"/>
              <a:t>中的乘法</a:t>
            </a:r>
          </a:p>
        </p:txBody>
      </p: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2DD7ABF3-6E4E-48A8-9F3A-E0154F41BA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1743944"/>
              </p:ext>
            </p:extLst>
          </p:nvPr>
        </p:nvGraphicFramePr>
        <p:xfrm>
          <a:off x="197767" y="1556792"/>
          <a:ext cx="8748465" cy="3923888"/>
        </p:xfrm>
        <a:graphic>
          <a:graphicData uri="http://schemas.openxmlformats.org/drawingml/2006/table">
            <a:tbl>
              <a:tblPr firstRow="1" firstCol="1" bandRow="1"/>
              <a:tblGrid>
                <a:gridCol w="1475656">
                  <a:extLst>
                    <a:ext uri="{9D8B030D-6E8A-4147-A177-3AD203B41FA5}">
                      <a16:colId xmlns:a16="http://schemas.microsoft.com/office/drawing/2014/main" val="3898313153"/>
                    </a:ext>
                  </a:extLst>
                </a:gridCol>
                <a:gridCol w="2448272">
                  <a:extLst>
                    <a:ext uri="{9D8B030D-6E8A-4147-A177-3AD203B41FA5}">
                      <a16:colId xmlns:a16="http://schemas.microsoft.com/office/drawing/2014/main" val="700637102"/>
                    </a:ext>
                  </a:extLst>
                </a:gridCol>
                <a:gridCol w="2736304">
                  <a:extLst>
                    <a:ext uri="{9D8B030D-6E8A-4147-A177-3AD203B41FA5}">
                      <a16:colId xmlns:a16="http://schemas.microsoft.com/office/drawing/2014/main" val="3200950497"/>
                    </a:ext>
                  </a:extLst>
                </a:gridCol>
                <a:gridCol w="2088233">
                  <a:extLst>
                    <a:ext uri="{9D8B030D-6E8A-4147-A177-3AD203B41FA5}">
                      <a16:colId xmlns:a16="http://schemas.microsoft.com/office/drawing/2014/main" val="4025886664"/>
                    </a:ext>
                  </a:extLst>
                </a:gridCol>
              </a:tblGrid>
              <a:tr h="784778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8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功能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8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汇编指令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8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含义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8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说明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4159285"/>
                  </a:ext>
                </a:extLst>
              </a:tr>
              <a:tr h="1569555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8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有符号</a:t>
                      </a:r>
                      <a:endParaRPr lang="en-US" altLang="zh-CN" sz="28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8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乘法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8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mult  $s1,$s2 </a:t>
                      </a:r>
                      <a:endParaRPr lang="zh-CN" sz="28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8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Hi,Lo=$s1</a:t>
                      </a:r>
                      <a:r>
                        <a:rPr lang="zh-CN" sz="28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×</a:t>
                      </a:r>
                      <a:r>
                        <a:rPr lang="en-US" sz="28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$s2</a:t>
                      </a:r>
                      <a:endParaRPr lang="zh-CN" sz="28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ctr">
                        <a:spcAft>
                          <a:spcPts val="0"/>
                        </a:spcAft>
                      </a:pPr>
                      <a:r>
                        <a:rPr lang="zh-CN" sz="28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二进制补码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32046"/>
                  </a:ext>
                </a:extLst>
              </a:tr>
              <a:tr h="1569555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8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无符号</a:t>
                      </a:r>
                      <a:endParaRPr lang="en-US" altLang="zh-CN" sz="28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8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乘法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8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multu  $s1,$s2 </a:t>
                      </a:r>
                      <a:endParaRPr lang="zh-CN" sz="28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8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Hi,Lo =$s1</a:t>
                      </a:r>
                      <a:r>
                        <a:rPr lang="zh-CN" sz="28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×</a:t>
                      </a:r>
                      <a:r>
                        <a:rPr lang="en-US" sz="28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$s2</a:t>
                      </a:r>
                      <a:endParaRPr lang="zh-CN" sz="28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ctr">
                        <a:spcAft>
                          <a:spcPts val="0"/>
                        </a:spcAft>
                      </a:pPr>
                      <a:r>
                        <a:rPr lang="zh-CN" sz="28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无符号整数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7550203"/>
                  </a:ext>
                </a:extLst>
              </a:tr>
            </a:tbl>
          </a:graphicData>
        </a:graphic>
      </p:graphicFrame>
      <p:sp>
        <p:nvSpPr>
          <p:cNvPr id="5" name="矩形 4">
            <a:extLst>
              <a:ext uri="{FF2B5EF4-FFF2-40B4-BE49-F238E27FC236}">
                <a16:creationId xmlns:a16="http://schemas.microsoft.com/office/drawing/2014/main" id="{3CB171BD-4FBE-41A1-A1DA-D0B18663AFA7}"/>
              </a:ext>
            </a:extLst>
          </p:cNvPr>
          <p:cNvSpPr/>
          <p:nvPr/>
        </p:nvSpPr>
        <p:spPr>
          <a:xfrm>
            <a:off x="1907704" y="5733256"/>
            <a:ext cx="5631670" cy="646331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r>
              <a:rPr lang="en-US" altLang="zh-CN" sz="3600" dirty="0">
                <a:solidFill>
                  <a:schemeClr val="tx1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Hi</a:t>
            </a:r>
            <a:r>
              <a:rPr lang="zh-CN" altLang="zh-CN" sz="3600" dirty="0">
                <a:solidFill>
                  <a:schemeClr val="tx1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和</a:t>
            </a:r>
            <a:r>
              <a:rPr lang="en-US" altLang="zh-CN" sz="3600" dirty="0">
                <a:solidFill>
                  <a:schemeClr val="tx1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Lo</a:t>
            </a:r>
            <a:r>
              <a:rPr lang="zh-CN" altLang="en-US" sz="3600" dirty="0">
                <a:solidFill>
                  <a:schemeClr val="tx1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是</a:t>
            </a:r>
            <a:r>
              <a:rPr lang="zh-CN" altLang="zh-CN" sz="3600" dirty="0">
                <a:solidFill>
                  <a:schemeClr val="tx1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两个特殊的寄存器</a:t>
            </a:r>
            <a:endParaRPr lang="zh-CN" altLang="en-US" sz="3600" dirty="0">
              <a:solidFill>
                <a:schemeClr val="tx1"/>
              </a:solidFill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0E1F3CC0-6681-4903-9E83-B820CF4EE7BE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2.3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定点数的乘法运算</a:t>
            </a:r>
          </a:p>
        </p:txBody>
      </p:sp>
    </p:spTree>
    <p:extLst>
      <p:ext uri="{BB962C8B-B14F-4D97-AF65-F5344CB8AC3E}">
        <p14:creationId xmlns:p14="http://schemas.microsoft.com/office/powerpoint/2010/main" val="328992151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zh-CN" altLang="en-US" sz="4400" b="1" dirty="0">
                <a:solidFill>
                  <a:srgbClr val="FF0000"/>
                </a:solidFill>
              </a:rPr>
              <a:t>第 </a:t>
            </a:r>
            <a:r>
              <a:rPr lang="en-US" altLang="zh-CN" sz="4400" b="1" dirty="0">
                <a:solidFill>
                  <a:srgbClr val="FF0000"/>
                </a:solidFill>
              </a:rPr>
              <a:t>2 </a:t>
            </a:r>
            <a:r>
              <a:rPr lang="zh-CN" altLang="en-US" sz="4400" b="1" dirty="0">
                <a:solidFill>
                  <a:srgbClr val="FF0000"/>
                </a:solidFill>
              </a:rPr>
              <a:t>章 运算方法和运算器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2. 1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数据的表示方法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2. 3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定点数乘法运算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901950"/>
            <a:ext cx="503488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2. 2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定点数的加减运算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gradFill>
            <a:gsLst>
              <a:gs pos="0">
                <a:srgbClr val="FFC000"/>
              </a:gs>
              <a:gs pos="74000">
                <a:schemeClr val="accent1">
                  <a:lumMod val="45000"/>
                  <a:lumOff val="55000"/>
                </a:schemeClr>
              </a:gs>
              <a:gs pos="83000">
                <a:schemeClr val="accent1">
                  <a:lumMod val="45000"/>
                  <a:lumOff val="55000"/>
                </a:schemeClr>
              </a:gs>
              <a:gs pos="100000">
                <a:schemeClr val="accent1">
                  <a:lumMod val="30000"/>
                  <a:lumOff val="70000"/>
                </a:schemeClr>
              </a:gs>
            </a:gsLst>
            <a:lin ang="5400000" scaled="1"/>
          </a:gradFill>
          <a:ln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/>
            </a:lvl2pPr>
            <a:lvl3pPr marL="1143000" indent="-228600">
              <a:spcBef>
                <a:spcPct val="20000"/>
              </a:spcBef>
              <a:buChar char="•"/>
              <a:defRPr sz="2400"/>
            </a:lvl3pPr>
            <a:lvl4pPr marL="1600200" indent="-228600">
              <a:spcBef>
                <a:spcPct val="20000"/>
              </a:spcBef>
              <a:buChar char="–"/>
              <a:defRPr sz="2000"/>
            </a:lvl4pPr>
            <a:lvl5pPr marL="2057400" indent="-228600">
              <a:spcBef>
                <a:spcPct val="20000"/>
              </a:spcBef>
              <a:buChar char="»"/>
              <a:defRPr sz="2000"/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/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  <a:cs typeface="+mn-cs"/>
              </a:rPr>
              <a:t>2. 4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  <a:cs typeface="+mn-cs"/>
              </a:rPr>
              <a:t>定点数除法运算</a:t>
            </a:r>
          </a:p>
        </p:txBody>
      </p:sp>
      <p:sp>
        <p:nvSpPr>
          <p:cNvPr id="2055" name="Text Box 7">
            <a:extLst>
              <a:ext uri="{FF2B5EF4-FFF2-40B4-BE49-F238E27FC236}">
                <a16:creationId xmlns:a16="http://schemas.microsoft.com/office/drawing/2014/main" id="{77AFEEF8-DA6B-4AA5-8798-E6DDB6745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5530850"/>
            <a:ext cx="6705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2. 5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浮点数的运算</a:t>
            </a: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58192A0E-F6BF-4CF3-A135-E4FF5A450C98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1779441826"/>
      </p:ext>
    </p:extLst>
  </p:cSld>
  <p:clrMapOvr>
    <a:masterClrMapping/>
  </p:clrMapOvr>
  <p:transition spd="slow"/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2. 4  </a:t>
            </a:r>
            <a:r>
              <a:rPr lang="zh-CN" altLang="en-US" sz="4400" b="1" dirty="0">
                <a:solidFill>
                  <a:srgbClr val="FF0000"/>
                </a:solidFill>
              </a:rPr>
              <a:t>定点数除法运算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1.</a:t>
            </a:r>
            <a:r>
              <a:rPr lang="zh-CN" altLang="en-US" dirty="0"/>
              <a:t>定点除法运算分析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补码除法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原码除法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4.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阵列除法器</a:t>
            </a:r>
          </a:p>
        </p:txBody>
      </p:sp>
      <p:sp>
        <p:nvSpPr>
          <p:cNvPr id="9" name="Text Box 4">
            <a:extLst>
              <a:ext uri="{FF2B5EF4-FFF2-40B4-BE49-F238E27FC236}">
                <a16:creationId xmlns:a16="http://schemas.microsoft.com/office/drawing/2014/main" id="{CF94B1E2-0F6A-4B01-991C-CB9E1BC0DB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434" y="55308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5.MIPS</a:t>
            </a:r>
            <a:r>
              <a:rPr lang="zh-CN" altLang="en-US" dirty="0"/>
              <a:t>中的除法</a:t>
            </a:r>
          </a:p>
        </p:txBody>
      </p:sp>
    </p:spTree>
    <p:extLst>
      <p:ext uri="{BB962C8B-B14F-4D97-AF65-F5344CB8AC3E}">
        <p14:creationId xmlns:p14="http://schemas.microsoft.com/office/powerpoint/2010/main" val="3862700228"/>
      </p:ext>
    </p:extLst>
  </p:cSld>
  <p:clrMapOvr>
    <a:masterClrMapping/>
  </p:clrMapOvr>
  <p:transition spd="slow"/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Text Box 2">
            <a:extLst>
              <a:ext uri="{FF2B5EF4-FFF2-40B4-BE49-F238E27FC236}">
                <a16:creationId xmlns:a16="http://schemas.microsoft.com/office/drawing/2014/main" id="{E6BC022E-4832-43CC-9B7F-811C39A1C4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152400"/>
            <a:ext cx="6427440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lvl="0" eaLnBrk="1" hangingPunct="1">
              <a:spcBef>
                <a:spcPct val="0"/>
              </a:spcBef>
              <a:buNone/>
            </a:pPr>
            <a:r>
              <a:rPr kumimoji="1" lang="zh-CN" altLang="en-US" sz="3600" b="1" dirty="0">
                <a:solidFill>
                  <a:srgbClr val="000000"/>
                </a:solidFill>
                <a:latin typeface="Times New Roman" panose="02020603050405020304" pitchFamily="18" charset="0"/>
              </a:rPr>
              <a:t>一、定点除法运算分析</a:t>
            </a:r>
            <a:endParaRPr kumimoji="1" lang="zh-CN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827" name="Text Box 3">
            <a:extLst>
              <a:ext uri="{FF2B5EF4-FFF2-40B4-BE49-F238E27FC236}">
                <a16:creationId xmlns:a16="http://schemas.microsoft.com/office/drawing/2014/main" id="{D4F51AA1-17FA-473A-B7DE-80B1942D58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075" y="838200"/>
            <a:ext cx="33686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1</a:t>
            </a:r>
            <a:r>
              <a:rPr kumimoji="1"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</a:rPr>
              <a:t>.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分析笔算除法</a:t>
            </a:r>
          </a:p>
        </p:txBody>
      </p:sp>
      <p:sp>
        <p:nvSpPr>
          <p:cNvPr id="77828" name="Text Box 4">
            <a:extLst>
              <a:ext uri="{FF2B5EF4-FFF2-40B4-BE49-F238E27FC236}">
                <a16:creationId xmlns:a16="http://schemas.microsoft.com/office/drawing/2014/main" id="{BA445801-AF0F-4875-AD6C-F680E1C5F9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0950" y="1281113"/>
            <a:ext cx="5867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=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0.1011   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= 0.1101  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求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÷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</a:p>
        </p:txBody>
      </p:sp>
      <p:sp>
        <p:nvSpPr>
          <p:cNvPr id="77829" name="Text Box 5">
            <a:extLst>
              <a:ext uri="{FF2B5EF4-FFF2-40B4-BE49-F238E27FC236}">
                <a16:creationId xmlns:a16="http://schemas.microsoft.com/office/drawing/2014/main" id="{DB007C6C-30D1-4E7B-A038-A5F5A9AD10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2362200"/>
            <a:ext cx="1752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0 . 1 0 1 1</a:t>
            </a:r>
          </a:p>
        </p:txBody>
      </p:sp>
      <p:sp>
        <p:nvSpPr>
          <p:cNvPr id="77830" name="Arc 6">
            <a:extLst>
              <a:ext uri="{FF2B5EF4-FFF2-40B4-BE49-F238E27FC236}">
                <a16:creationId xmlns:a16="http://schemas.microsoft.com/office/drawing/2014/main" id="{D3ED4244-D821-46BD-81B3-7E9965EB6556}"/>
              </a:ext>
            </a:extLst>
          </p:cNvPr>
          <p:cNvSpPr>
            <a:spLocks/>
          </p:cNvSpPr>
          <p:nvPr/>
        </p:nvSpPr>
        <p:spPr bwMode="auto">
          <a:xfrm>
            <a:off x="838200" y="2362200"/>
            <a:ext cx="1403350" cy="457200"/>
          </a:xfrm>
          <a:custGeom>
            <a:avLst/>
            <a:gdLst>
              <a:gd name="T0" fmla="*/ 0 w 21600"/>
              <a:gd name="T1" fmla="*/ 0 h 21600"/>
              <a:gd name="T2" fmla="*/ 2147483646 w 21600"/>
              <a:gd name="T3" fmla="*/ 204838279 h 21600"/>
              <a:gd name="T4" fmla="*/ 0 w 21600"/>
              <a:gd name="T5" fmla="*/ 204838279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-1" y="0"/>
                </a:lnTo>
                <a:close/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0 . 1 1 0 1</a:t>
            </a:r>
          </a:p>
        </p:txBody>
      </p:sp>
      <p:grpSp>
        <p:nvGrpSpPr>
          <p:cNvPr id="2" name="Group 7">
            <a:extLst>
              <a:ext uri="{FF2B5EF4-FFF2-40B4-BE49-F238E27FC236}">
                <a16:creationId xmlns:a16="http://schemas.microsoft.com/office/drawing/2014/main" id="{CEAFB01F-FAD7-4C53-8197-C7AD72AC0AEC}"/>
              </a:ext>
            </a:extLst>
          </p:cNvPr>
          <p:cNvGrpSpPr>
            <a:grpSpLocks/>
          </p:cNvGrpSpPr>
          <p:nvPr/>
        </p:nvGrpSpPr>
        <p:grpSpPr bwMode="auto">
          <a:xfrm>
            <a:off x="2097088" y="2286000"/>
            <a:ext cx="2798762" cy="490538"/>
            <a:chOff x="1321" y="1341"/>
            <a:chExt cx="1763" cy="309"/>
          </a:xfrm>
        </p:grpSpPr>
        <p:sp>
          <p:nvSpPr>
            <p:cNvPr id="80936" name="Freeform 8">
              <a:extLst>
                <a:ext uri="{FF2B5EF4-FFF2-40B4-BE49-F238E27FC236}">
                  <a16:creationId xmlns:a16="http://schemas.microsoft.com/office/drawing/2014/main" id="{62172725-3B04-49BD-A7CD-C884A285A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434"/>
              <a:ext cx="1624" cy="3"/>
            </a:xfrm>
            <a:custGeom>
              <a:avLst/>
              <a:gdLst>
                <a:gd name="T0" fmla="*/ 0 w 1624"/>
                <a:gd name="T1" fmla="*/ 3 h 3"/>
                <a:gd name="T2" fmla="*/ 1624 w 1624"/>
                <a:gd name="T3" fmla="*/ 0 h 3"/>
                <a:gd name="T4" fmla="*/ 0 60000 65536"/>
                <a:gd name="T5" fmla="*/ 0 60000 65536"/>
                <a:gd name="T6" fmla="*/ 0 w 1624"/>
                <a:gd name="T7" fmla="*/ 0 h 3"/>
                <a:gd name="T8" fmla="*/ 1624 w 1624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624" h="3">
                  <a:moveTo>
                    <a:pt x="0" y="3"/>
                  </a:moveTo>
                  <a:lnTo>
                    <a:pt x="162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0937" name="Text Box 9">
              <a:extLst>
                <a:ext uri="{FF2B5EF4-FFF2-40B4-BE49-F238E27FC236}">
                  <a16:creationId xmlns:a16="http://schemas.microsoft.com/office/drawing/2014/main" id="{6516ED81-CFE2-45E6-A6AD-D27E21F8BB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310" y="1352"/>
              <a:ext cx="30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⌒</a:t>
              </a:r>
            </a:p>
          </p:txBody>
        </p:sp>
      </p:grpSp>
      <p:sp>
        <p:nvSpPr>
          <p:cNvPr id="77834" name="Text Box 10">
            <a:extLst>
              <a:ext uri="{FF2B5EF4-FFF2-40B4-BE49-F238E27FC236}">
                <a16:creationId xmlns:a16="http://schemas.microsoft.com/office/drawing/2014/main" id="{5508A3E3-4283-49B8-91F7-F3C822893F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2735263"/>
            <a:ext cx="1631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0 . 0 1 1 0 1</a:t>
            </a:r>
          </a:p>
        </p:txBody>
      </p:sp>
      <p:sp>
        <p:nvSpPr>
          <p:cNvPr id="77835" name="Text Box 11">
            <a:extLst>
              <a:ext uri="{FF2B5EF4-FFF2-40B4-BE49-F238E27FC236}">
                <a16:creationId xmlns:a16="http://schemas.microsoft.com/office/drawing/2014/main" id="{8655379F-AD1B-448F-96E2-E56D67503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3022600"/>
            <a:ext cx="1631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0 . 0 1 0 0 1</a:t>
            </a:r>
          </a:p>
        </p:txBody>
      </p:sp>
      <p:sp>
        <p:nvSpPr>
          <p:cNvPr id="77836" name="Text Box 12">
            <a:extLst>
              <a:ext uri="{FF2B5EF4-FFF2-40B4-BE49-F238E27FC236}">
                <a16:creationId xmlns:a16="http://schemas.microsoft.com/office/drawing/2014/main" id="{75162175-2D5F-409E-BDDE-4D14B2E8FF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3395663"/>
            <a:ext cx="1860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0 . 0 0 1 1 0 1</a:t>
            </a:r>
          </a:p>
        </p:txBody>
      </p:sp>
      <p:sp>
        <p:nvSpPr>
          <p:cNvPr id="77837" name="Text Box 13">
            <a:extLst>
              <a:ext uri="{FF2B5EF4-FFF2-40B4-BE49-F238E27FC236}">
                <a16:creationId xmlns:a16="http://schemas.microsoft.com/office/drawing/2014/main" id="{29E9F440-3807-4BDB-BC90-678FE6939C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3683000"/>
            <a:ext cx="1860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0 . 0 0 0 1 0 1</a:t>
            </a:r>
          </a:p>
        </p:txBody>
      </p:sp>
      <p:sp>
        <p:nvSpPr>
          <p:cNvPr id="77838" name="Text Box 14">
            <a:extLst>
              <a:ext uri="{FF2B5EF4-FFF2-40B4-BE49-F238E27FC236}">
                <a16:creationId xmlns:a16="http://schemas.microsoft.com/office/drawing/2014/main" id="{461F3255-1F34-4312-9F07-894B846500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4056063"/>
            <a:ext cx="2317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0 . 0 0 0 0 1 1 0 1</a:t>
            </a:r>
          </a:p>
        </p:txBody>
      </p:sp>
      <p:sp>
        <p:nvSpPr>
          <p:cNvPr id="77839" name="Text Box 15">
            <a:extLst>
              <a:ext uri="{FF2B5EF4-FFF2-40B4-BE49-F238E27FC236}">
                <a16:creationId xmlns:a16="http://schemas.microsoft.com/office/drawing/2014/main" id="{EACB98D3-6834-4FC3-B125-866A66BAB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4343400"/>
            <a:ext cx="2317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0 . 0 0 0 0 0 1 1 1</a:t>
            </a:r>
          </a:p>
        </p:txBody>
      </p:sp>
      <p:sp>
        <p:nvSpPr>
          <p:cNvPr id="77840" name="Line 16">
            <a:extLst>
              <a:ext uri="{FF2B5EF4-FFF2-40B4-BE49-F238E27FC236}">
                <a16:creationId xmlns:a16="http://schemas.microsoft.com/office/drawing/2014/main" id="{EB16F868-1BF5-4FA2-A7D5-2C55DE232F43}"/>
              </a:ext>
            </a:extLst>
          </p:cNvPr>
          <p:cNvSpPr>
            <a:spLocks noChangeShapeType="1"/>
          </p:cNvSpPr>
          <p:nvPr/>
        </p:nvSpPr>
        <p:spPr bwMode="auto">
          <a:xfrm>
            <a:off x="2470150" y="3108325"/>
            <a:ext cx="24384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841" name="Line 17">
            <a:extLst>
              <a:ext uri="{FF2B5EF4-FFF2-40B4-BE49-F238E27FC236}">
                <a16:creationId xmlns:a16="http://schemas.microsoft.com/office/drawing/2014/main" id="{6C050D4D-084F-420E-B057-615A49D9E191}"/>
              </a:ext>
            </a:extLst>
          </p:cNvPr>
          <p:cNvSpPr>
            <a:spLocks noChangeShapeType="1"/>
          </p:cNvSpPr>
          <p:nvPr/>
        </p:nvSpPr>
        <p:spPr bwMode="auto">
          <a:xfrm>
            <a:off x="2470150" y="3768725"/>
            <a:ext cx="24384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842" name="Line 18">
            <a:extLst>
              <a:ext uri="{FF2B5EF4-FFF2-40B4-BE49-F238E27FC236}">
                <a16:creationId xmlns:a16="http://schemas.microsoft.com/office/drawing/2014/main" id="{739C52E1-E322-4202-AA05-B30E1DAF217A}"/>
              </a:ext>
            </a:extLst>
          </p:cNvPr>
          <p:cNvSpPr>
            <a:spLocks noChangeShapeType="1"/>
          </p:cNvSpPr>
          <p:nvPr/>
        </p:nvSpPr>
        <p:spPr bwMode="auto">
          <a:xfrm>
            <a:off x="2470150" y="4429125"/>
            <a:ext cx="24384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843" name="Text Box 19">
            <a:extLst>
              <a:ext uri="{FF2B5EF4-FFF2-40B4-BE49-F238E27FC236}">
                <a16:creationId xmlns:a16="http://schemas.microsoft.com/office/drawing/2014/main" id="{7349DA17-5A9C-452D-A223-5C3E15DAA2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9600" y="19859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1</a:t>
            </a:r>
          </a:p>
        </p:txBody>
      </p:sp>
      <p:sp>
        <p:nvSpPr>
          <p:cNvPr id="77844" name="Text Box 20">
            <a:extLst>
              <a:ext uri="{FF2B5EF4-FFF2-40B4-BE49-F238E27FC236}">
                <a16:creationId xmlns:a16="http://schemas.microsoft.com/office/drawing/2014/main" id="{3B1336DB-E575-4A6A-B1D0-2F50F71F79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1325" y="2108200"/>
            <a:ext cx="28606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33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商符单独处理</a:t>
            </a:r>
          </a:p>
        </p:txBody>
      </p:sp>
      <p:sp>
        <p:nvSpPr>
          <p:cNvPr id="77845" name="Text Box 21">
            <a:extLst>
              <a:ext uri="{FF2B5EF4-FFF2-40B4-BE49-F238E27FC236}">
                <a16:creationId xmlns:a16="http://schemas.microsoft.com/office/drawing/2014/main" id="{88DC6C00-74F1-4F7A-A504-74D2B625B6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1325" y="2706688"/>
            <a:ext cx="32416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心算上商</a:t>
            </a:r>
          </a:p>
        </p:txBody>
      </p:sp>
      <p:sp>
        <p:nvSpPr>
          <p:cNvPr id="77846" name="Text Box 22">
            <a:extLst>
              <a:ext uri="{FF2B5EF4-FFF2-40B4-BE49-F238E27FC236}">
                <a16:creationId xmlns:a16="http://schemas.microsoft.com/office/drawing/2014/main" id="{6A6492BC-7C70-40FB-8182-FDACC87084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1325" y="3306763"/>
            <a:ext cx="4156075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余数不动低位补“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0”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减右移一位的除数</a:t>
            </a:r>
          </a:p>
        </p:txBody>
      </p:sp>
      <p:sp>
        <p:nvSpPr>
          <p:cNvPr id="77847" name="Text Box 23">
            <a:extLst>
              <a:ext uri="{FF2B5EF4-FFF2-40B4-BE49-F238E27FC236}">
                <a16:creationId xmlns:a16="http://schemas.microsoft.com/office/drawing/2014/main" id="{881C3F4E-EAD5-42B4-9443-EA6A9EF086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1325" y="4271963"/>
            <a:ext cx="40036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上商位置不固定</a:t>
            </a:r>
          </a:p>
        </p:txBody>
      </p:sp>
      <p:grpSp>
        <p:nvGrpSpPr>
          <p:cNvPr id="3" name="Group 24">
            <a:extLst>
              <a:ext uri="{FF2B5EF4-FFF2-40B4-BE49-F238E27FC236}">
                <a16:creationId xmlns:a16="http://schemas.microsoft.com/office/drawing/2014/main" id="{80ACA56F-F6FB-4D95-91C7-505C28314183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5105400"/>
            <a:ext cx="3473450" cy="976313"/>
            <a:chOff x="720" y="2976"/>
            <a:chExt cx="2188" cy="615"/>
          </a:xfrm>
        </p:grpSpPr>
        <p:sp>
          <p:nvSpPr>
            <p:cNvPr id="80934" name="Text Box 25">
              <a:extLst>
                <a:ext uri="{FF2B5EF4-FFF2-40B4-BE49-F238E27FC236}">
                  <a16:creationId xmlns:a16="http://schemas.microsoft.com/office/drawing/2014/main" id="{642F5514-C0EE-4D07-977F-040F84794C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2976"/>
              <a:ext cx="1799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÷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 0. 1 1 0 1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0935" name="Text Box 26">
              <a:extLst>
                <a:ext uri="{FF2B5EF4-FFF2-40B4-BE49-F238E27FC236}">
                  <a16:creationId xmlns:a16="http://schemas.microsoft.com/office/drawing/2014/main" id="{D7DC7B89-58E2-47D7-A4F0-AA01F48714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3264"/>
              <a:ext cx="218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余数 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0. 0 0 0 0 0 1 1 1</a:t>
              </a:r>
            </a:p>
          </p:txBody>
        </p:sp>
      </p:grpSp>
      <p:sp>
        <p:nvSpPr>
          <p:cNvPr id="77851" name="Text Box 27">
            <a:extLst>
              <a:ext uri="{FF2B5EF4-FFF2-40B4-BE49-F238E27FC236}">
                <a16:creationId xmlns:a16="http://schemas.microsoft.com/office/drawing/2014/main" id="{272D8DE8-51CA-4056-87DB-7897F01EF6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9600" y="5105400"/>
            <a:ext cx="3276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商符心算求得</a:t>
            </a:r>
          </a:p>
        </p:txBody>
      </p:sp>
      <p:sp>
        <p:nvSpPr>
          <p:cNvPr id="77852" name="Text Box 28">
            <a:extLst>
              <a:ext uri="{FF2B5EF4-FFF2-40B4-BE49-F238E27FC236}">
                <a16:creationId xmlns:a16="http://schemas.microsoft.com/office/drawing/2014/main" id="{75F62133-1F86-458E-87BA-500CA875F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6200" y="2366963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77853" name="Text Box 29">
            <a:extLst>
              <a:ext uri="{FF2B5EF4-FFF2-40B4-BE49-F238E27FC236}">
                <a16:creationId xmlns:a16="http://schemas.microsoft.com/office/drawing/2014/main" id="{A764F2CC-5A5C-48D3-A6AF-891A15D565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1985963"/>
            <a:ext cx="990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0 .</a:t>
            </a:r>
          </a:p>
        </p:txBody>
      </p:sp>
      <p:sp>
        <p:nvSpPr>
          <p:cNvPr id="77854" name="Text Box 30">
            <a:extLst>
              <a:ext uri="{FF2B5EF4-FFF2-40B4-BE49-F238E27FC236}">
                <a16:creationId xmlns:a16="http://schemas.microsoft.com/office/drawing/2014/main" id="{74DA2794-AC19-4A98-9720-F599D9BB4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6200" y="1985963"/>
            <a:ext cx="533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</a:p>
        </p:txBody>
      </p:sp>
      <p:sp>
        <p:nvSpPr>
          <p:cNvPr id="77855" name="Text Box 31">
            <a:extLst>
              <a:ext uri="{FF2B5EF4-FFF2-40B4-BE49-F238E27FC236}">
                <a16:creationId xmlns:a16="http://schemas.microsoft.com/office/drawing/2014/main" id="{170C4455-0E77-4EE4-8266-13EE2B0F7C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3022600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77856" name="Text Box 32">
            <a:extLst>
              <a:ext uri="{FF2B5EF4-FFF2-40B4-BE49-F238E27FC236}">
                <a16:creationId xmlns:a16="http://schemas.microsoft.com/office/drawing/2014/main" id="{0F19CDCA-37B8-4CD8-85B5-D0027F15C9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1985963"/>
            <a:ext cx="533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</a:p>
        </p:txBody>
      </p:sp>
      <p:sp>
        <p:nvSpPr>
          <p:cNvPr id="77857" name="Text Box 33">
            <a:extLst>
              <a:ext uri="{FF2B5EF4-FFF2-40B4-BE49-F238E27FC236}">
                <a16:creationId xmlns:a16="http://schemas.microsoft.com/office/drawing/2014/main" id="{E3621073-7F00-4BC2-9B44-EBC0F98767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3400" y="3687763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77858" name="Text Box 34">
            <a:extLst>
              <a:ext uri="{FF2B5EF4-FFF2-40B4-BE49-F238E27FC236}">
                <a16:creationId xmlns:a16="http://schemas.microsoft.com/office/drawing/2014/main" id="{DF410072-4466-465E-93CF-9455CFCEA8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3400" y="1985963"/>
            <a:ext cx="533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77859" name="Text Box 35">
            <a:extLst>
              <a:ext uri="{FF2B5EF4-FFF2-40B4-BE49-F238E27FC236}">
                <a16:creationId xmlns:a16="http://schemas.microsoft.com/office/drawing/2014/main" id="{EE456776-6974-4330-98ED-8B8D1A8099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3687763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77860" name="Text Box 36">
            <a:extLst>
              <a:ext uri="{FF2B5EF4-FFF2-40B4-BE49-F238E27FC236}">
                <a16:creationId xmlns:a16="http://schemas.microsoft.com/office/drawing/2014/main" id="{0B6BC5BF-2E5C-4281-8D2E-D88DF65358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7800" y="2071688"/>
            <a:ext cx="5524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</a:p>
        </p:txBody>
      </p:sp>
      <p:sp>
        <p:nvSpPr>
          <p:cNvPr id="77861" name="Text Box 37">
            <a:extLst>
              <a:ext uri="{FF2B5EF4-FFF2-40B4-BE49-F238E27FC236}">
                <a16:creationId xmlns:a16="http://schemas.microsoft.com/office/drawing/2014/main" id="{F4947D5D-1485-4F81-9290-5DCA65C8A4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7800" y="2671763"/>
            <a:ext cx="5413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？</a:t>
            </a:r>
          </a:p>
        </p:txBody>
      </p:sp>
      <p:sp>
        <p:nvSpPr>
          <p:cNvPr id="77862" name="Text Box 38">
            <a:extLst>
              <a:ext uri="{FF2B5EF4-FFF2-40B4-BE49-F238E27FC236}">
                <a16:creationId xmlns:a16="http://schemas.microsoft.com/office/drawing/2014/main" id="{508A4473-F801-4A84-ABE9-9819CF993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7800" y="3281363"/>
            <a:ext cx="5413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？</a:t>
            </a:r>
          </a:p>
        </p:txBody>
      </p:sp>
      <p:sp>
        <p:nvSpPr>
          <p:cNvPr id="77863" name="Text Box 39">
            <a:extLst>
              <a:ext uri="{FF2B5EF4-FFF2-40B4-BE49-F238E27FC236}">
                <a16:creationId xmlns:a16="http://schemas.microsoft.com/office/drawing/2014/main" id="{946899EB-9991-48DE-B192-94E3C47528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7800" y="4271963"/>
            <a:ext cx="5413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？</a:t>
            </a:r>
          </a:p>
        </p:txBody>
      </p:sp>
      <p:sp>
        <p:nvSpPr>
          <p:cNvPr id="41" name="矩形 40">
            <a:extLst>
              <a:ext uri="{FF2B5EF4-FFF2-40B4-BE49-F238E27FC236}">
                <a16:creationId xmlns:a16="http://schemas.microsoft.com/office/drawing/2014/main" id="{D317FD9B-3DC1-417E-A5BE-524B09EFBD77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37525625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7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7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7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7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7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77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778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77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51" dur="500"/>
                                        <p:tgtEl>
                                          <p:spTgt spid="77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77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77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77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1" dur="500"/>
                                        <p:tgtEl>
                                          <p:spTgt spid="77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3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5" dur="500"/>
                                        <p:tgtEl>
                                          <p:spTgt spid="778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0" dur="500"/>
                                        <p:tgtEl>
                                          <p:spTgt spid="77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5" dur="500"/>
                                        <p:tgtEl>
                                          <p:spTgt spid="77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0" dur="500"/>
                                        <p:tgtEl>
                                          <p:spTgt spid="77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5" dur="500"/>
                                        <p:tgtEl>
                                          <p:spTgt spid="77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0" dur="500"/>
                                        <p:tgtEl>
                                          <p:spTgt spid="77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5" dur="500"/>
                                        <p:tgtEl>
                                          <p:spTgt spid="77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7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09" dur="500"/>
                                        <p:tgtEl>
                                          <p:spTgt spid="77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 nodeType="clickPar">
                      <p:stCondLst>
                        <p:cond delay="indefinite"/>
                      </p:stCondLst>
                      <p:childTnLst>
                        <p:par>
                          <p:cTn id="1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4" dur="500"/>
                                        <p:tgtEl>
                                          <p:spTgt spid="77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 nodeType="clickPar">
                      <p:stCondLst>
                        <p:cond delay="indefinite"/>
                      </p:stCondLst>
                      <p:childTnLst>
                        <p:par>
                          <p:cTn id="1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2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778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778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0" dur="500"/>
                                        <p:tgtEl>
                                          <p:spTgt spid="77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5" dur="500"/>
                                        <p:tgtEl>
                                          <p:spTgt spid="77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 nodeType="clickPar">
                      <p:stCondLst>
                        <p:cond delay="indefinite"/>
                      </p:stCondLst>
                      <p:childTnLst>
                        <p:par>
                          <p:cTn id="1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0" dur="500"/>
                                        <p:tgtEl>
                                          <p:spTgt spid="77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 nodeType="clickPar">
                      <p:stCondLst>
                        <p:cond delay="indefinite"/>
                      </p:stCondLst>
                      <p:childTnLst>
                        <p:par>
                          <p:cTn id="1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5" dur="500"/>
                                        <p:tgtEl>
                                          <p:spTgt spid="778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 nodeType="clickPar">
                      <p:stCondLst>
                        <p:cond delay="indefinite"/>
                      </p:stCondLst>
                      <p:childTnLst>
                        <p:par>
                          <p:cTn id="1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0" dur="500"/>
                                        <p:tgtEl>
                                          <p:spTgt spid="77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 nodeType="clickPar">
                      <p:stCondLst>
                        <p:cond delay="indefinite"/>
                      </p:stCondLst>
                      <p:childTnLst>
                        <p:par>
                          <p:cTn id="1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5" dur="500"/>
                                        <p:tgtEl>
                                          <p:spTgt spid="778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 nodeType="clickPar">
                      <p:stCondLst>
                        <p:cond delay="indefinite"/>
                      </p:stCondLst>
                      <p:childTnLst>
                        <p:par>
                          <p:cTn id="1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0" dur="500"/>
                                        <p:tgtEl>
                                          <p:spTgt spid="77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 nodeType="clickPar">
                      <p:stCondLst>
                        <p:cond delay="indefinite"/>
                      </p:stCondLst>
                      <p:childTnLst>
                        <p:par>
                          <p:cTn id="1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5" dur="500"/>
                                        <p:tgtEl>
                                          <p:spTgt spid="77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827" grpId="0" autoUpdateAnimBg="0"/>
      <p:bldP spid="77828" grpId="0" autoUpdateAnimBg="0"/>
      <p:bldP spid="77829" grpId="0" autoUpdateAnimBg="0"/>
      <p:bldP spid="77830" grpId="0" autoUpdateAnimBg="0"/>
      <p:bldP spid="77834" grpId="0" autoUpdateAnimBg="0"/>
      <p:bldP spid="77835" grpId="0" autoUpdateAnimBg="0"/>
      <p:bldP spid="77836" grpId="0" autoUpdateAnimBg="0"/>
      <p:bldP spid="77837" grpId="0" autoUpdateAnimBg="0"/>
      <p:bldP spid="77838" grpId="0" autoUpdateAnimBg="0"/>
      <p:bldP spid="77839" grpId="0" autoUpdateAnimBg="0"/>
      <p:bldP spid="77843" grpId="0" autoUpdateAnimBg="0"/>
      <p:bldP spid="77844" grpId="0" autoUpdateAnimBg="0"/>
      <p:bldP spid="77845" grpId="0" autoUpdateAnimBg="0"/>
      <p:bldP spid="77846" grpId="0" autoUpdateAnimBg="0"/>
      <p:bldP spid="77847" grpId="0" autoUpdateAnimBg="0"/>
      <p:bldP spid="77851" grpId="0" autoUpdateAnimBg="0"/>
      <p:bldP spid="77852" grpId="0" autoUpdateAnimBg="0"/>
      <p:bldP spid="77853" grpId="0" autoUpdateAnimBg="0"/>
      <p:bldP spid="77854" grpId="0" autoUpdateAnimBg="0"/>
      <p:bldP spid="77855" grpId="0" autoUpdateAnimBg="0"/>
      <p:bldP spid="77856" grpId="0" autoUpdateAnimBg="0"/>
      <p:bldP spid="77857" grpId="0" autoUpdateAnimBg="0"/>
      <p:bldP spid="77858" grpId="0" autoUpdateAnimBg="0"/>
      <p:bldP spid="77859" grpId="0" autoUpdateAnimBg="0"/>
      <p:bldP spid="77860" grpId="0" autoUpdateAnimBg="0"/>
      <p:bldP spid="77861" grpId="0" autoUpdateAnimBg="0"/>
      <p:bldP spid="77862" grpId="0" autoUpdateAnimBg="0"/>
      <p:bldP spid="77863" grpId="0" autoUpdateAnimBg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Text Box 2">
            <a:extLst>
              <a:ext uri="{FF2B5EF4-FFF2-40B4-BE49-F238E27FC236}">
                <a16:creationId xmlns:a16="http://schemas.microsoft.com/office/drawing/2014/main" id="{A0B3BA3B-A79D-4F49-ACDA-2D413F3EEC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228600"/>
            <a:ext cx="61468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笔算除法和机器除法的比较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44D0EAC3-BA40-4EA7-9FFE-8E9A74FEF892}"/>
              </a:ext>
            </a:extLst>
          </p:cNvPr>
          <p:cNvGrpSpPr>
            <a:grpSpLocks/>
          </p:cNvGrpSpPr>
          <p:nvPr/>
        </p:nvGrpSpPr>
        <p:grpSpPr bwMode="auto">
          <a:xfrm>
            <a:off x="1295400" y="1295400"/>
            <a:ext cx="5270500" cy="541338"/>
            <a:chOff x="816" y="816"/>
            <a:chExt cx="3320" cy="341"/>
          </a:xfrm>
        </p:grpSpPr>
        <p:sp>
          <p:nvSpPr>
            <p:cNvPr id="81941" name="Text Box 4">
              <a:extLst>
                <a:ext uri="{FF2B5EF4-FFF2-40B4-BE49-F238E27FC236}">
                  <a16:creationId xmlns:a16="http://schemas.microsoft.com/office/drawing/2014/main" id="{5270A3EB-144C-4906-8BF4-3C2F59D12D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" y="816"/>
              <a:ext cx="10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笔算除法</a:t>
              </a:r>
            </a:p>
          </p:txBody>
        </p:sp>
        <p:sp>
          <p:nvSpPr>
            <p:cNvPr id="81942" name="Text Box 5">
              <a:extLst>
                <a:ext uri="{FF2B5EF4-FFF2-40B4-BE49-F238E27FC236}">
                  <a16:creationId xmlns:a16="http://schemas.microsoft.com/office/drawing/2014/main" id="{D184CE2A-ED2B-4E44-A259-40C74FD1B3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4" y="830"/>
              <a:ext cx="135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机器除法</a:t>
              </a:r>
            </a:p>
          </p:txBody>
        </p:sp>
      </p:grpSp>
      <p:sp>
        <p:nvSpPr>
          <p:cNvPr id="78854" name="Text Box 6">
            <a:extLst>
              <a:ext uri="{FF2B5EF4-FFF2-40B4-BE49-F238E27FC236}">
                <a16:creationId xmlns:a16="http://schemas.microsoft.com/office/drawing/2014/main" id="{4253A8DC-4CEE-4620-B242-AE2737E03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" y="1995488"/>
            <a:ext cx="23272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商符单独处理</a:t>
            </a:r>
          </a:p>
        </p:txBody>
      </p:sp>
      <p:sp>
        <p:nvSpPr>
          <p:cNvPr id="78855" name="Text Box 7">
            <a:extLst>
              <a:ext uri="{FF2B5EF4-FFF2-40B4-BE49-F238E27FC236}">
                <a16:creationId xmlns:a16="http://schemas.microsoft.com/office/drawing/2014/main" id="{4BD680D4-C788-4707-BE8F-C771E790E1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" y="2579688"/>
            <a:ext cx="16129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心算上商</a:t>
            </a:r>
          </a:p>
        </p:txBody>
      </p:sp>
      <p:sp>
        <p:nvSpPr>
          <p:cNvPr id="78856" name="Text Box 8">
            <a:extLst>
              <a:ext uri="{FF2B5EF4-FFF2-40B4-BE49-F238E27FC236}">
                <a16:creationId xmlns:a16="http://schemas.microsoft.com/office/drawing/2014/main" id="{269DA061-58DB-43BE-A657-06F5973456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0763" y="1995488"/>
            <a:ext cx="31162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符号位异或形成</a:t>
            </a:r>
          </a:p>
        </p:txBody>
      </p:sp>
      <p:sp>
        <p:nvSpPr>
          <p:cNvPr id="78857" name="Text Box 9">
            <a:extLst>
              <a:ext uri="{FF2B5EF4-FFF2-40B4-BE49-F238E27FC236}">
                <a16:creationId xmlns:a16="http://schemas.microsoft.com/office/drawing/2014/main" id="{BFD2C533-7741-4648-8663-B18123F6FB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0763" y="2579688"/>
            <a:ext cx="33194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|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|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|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|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＞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上商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</a:p>
        </p:txBody>
      </p:sp>
      <p:sp>
        <p:nvSpPr>
          <p:cNvPr id="78858" name="Text Box 10">
            <a:extLst>
              <a:ext uri="{FF2B5EF4-FFF2-40B4-BE49-F238E27FC236}">
                <a16:creationId xmlns:a16="http://schemas.microsoft.com/office/drawing/2014/main" id="{C54700F6-4BEE-4105-9AF3-AB8BB06564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0763" y="3163888"/>
            <a:ext cx="33194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|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|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|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|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＜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上商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grpSp>
        <p:nvGrpSpPr>
          <p:cNvPr id="3" name="Group 11">
            <a:extLst>
              <a:ext uri="{FF2B5EF4-FFF2-40B4-BE49-F238E27FC236}">
                <a16:creationId xmlns:a16="http://schemas.microsoft.com/office/drawing/2014/main" id="{04DA8942-2C65-4A1B-A00C-60779EAAF927}"/>
              </a:ext>
            </a:extLst>
          </p:cNvPr>
          <p:cNvGrpSpPr>
            <a:grpSpLocks/>
          </p:cNvGrpSpPr>
          <p:nvPr/>
        </p:nvGrpSpPr>
        <p:grpSpPr bwMode="auto">
          <a:xfrm>
            <a:off x="1050925" y="3748088"/>
            <a:ext cx="3406775" cy="998537"/>
            <a:chOff x="662" y="2361"/>
            <a:chExt cx="2146" cy="629"/>
          </a:xfrm>
        </p:grpSpPr>
        <p:sp>
          <p:nvSpPr>
            <p:cNvPr id="81939" name="Text Box 12">
              <a:extLst>
                <a:ext uri="{FF2B5EF4-FFF2-40B4-BE49-F238E27FC236}">
                  <a16:creationId xmlns:a16="http://schemas.microsoft.com/office/drawing/2014/main" id="{3A0A8565-22EB-4C1C-8916-4C5E01F08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2" y="2361"/>
              <a:ext cx="214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余数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不动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低位补“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0”</a:t>
              </a:r>
            </a:p>
          </p:txBody>
        </p:sp>
        <p:sp>
          <p:nvSpPr>
            <p:cNvPr id="81940" name="Text Box 13">
              <a:extLst>
                <a:ext uri="{FF2B5EF4-FFF2-40B4-BE49-F238E27FC236}">
                  <a16:creationId xmlns:a16="http://schemas.microsoft.com/office/drawing/2014/main" id="{9CE22069-1A13-4FB1-9378-51EAC553EA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2" y="2663"/>
              <a:ext cx="198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减右移一位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的除数</a:t>
              </a:r>
            </a:p>
          </p:txBody>
        </p:sp>
      </p:grpSp>
      <p:sp>
        <p:nvSpPr>
          <p:cNvPr id="78862" name="Text Box 14">
            <a:extLst>
              <a:ext uri="{FF2B5EF4-FFF2-40B4-BE49-F238E27FC236}">
                <a16:creationId xmlns:a16="http://schemas.microsoft.com/office/drawing/2014/main" id="{23FAE6FB-4F8F-44EE-9E8A-F242FEFFE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" y="4916488"/>
            <a:ext cx="25939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倍字长加法器</a:t>
            </a:r>
          </a:p>
        </p:txBody>
      </p:sp>
      <p:sp>
        <p:nvSpPr>
          <p:cNvPr id="78863" name="Text Box 15">
            <a:extLst>
              <a:ext uri="{FF2B5EF4-FFF2-40B4-BE49-F238E27FC236}">
                <a16:creationId xmlns:a16="http://schemas.microsoft.com/office/drawing/2014/main" id="{F74B1251-75D8-4668-8A87-A14EAE3E6A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" y="5522913"/>
            <a:ext cx="27844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上商位置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不固定</a:t>
            </a:r>
          </a:p>
        </p:txBody>
      </p:sp>
      <p:grpSp>
        <p:nvGrpSpPr>
          <p:cNvPr id="4" name="Group 16">
            <a:extLst>
              <a:ext uri="{FF2B5EF4-FFF2-40B4-BE49-F238E27FC236}">
                <a16:creationId xmlns:a16="http://schemas.microsoft.com/office/drawing/2014/main" id="{A370287A-D4AD-4072-87C3-E3928B5C2BD5}"/>
              </a:ext>
            </a:extLst>
          </p:cNvPr>
          <p:cNvGrpSpPr>
            <a:grpSpLocks/>
          </p:cNvGrpSpPr>
          <p:nvPr/>
        </p:nvGrpSpPr>
        <p:grpSpPr bwMode="auto">
          <a:xfrm>
            <a:off x="4830763" y="3770313"/>
            <a:ext cx="4124325" cy="962025"/>
            <a:chOff x="2741" y="2375"/>
            <a:chExt cx="2598" cy="606"/>
          </a:xfrm>
        </p:grpSpPr>
        <p:sp>
          <p:nvSpPr>
            <p:cNvPr id="81937" name="Text Box 17">
              <a:extLst>
                <a:ext uri="{FF2B5EF4-FFF2-40B4-BE49-F238E27FC236}">
                  <a16:creationId xmlns:a16="http://schemas.microsoft.com/office/drawing/2014/main" id="{B1CEFA19-1BB8-4312-AD1A-608A1A00F0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1" y="2375"/>
              <a:ext cx="259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余数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左移一位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低位补“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0”</a:t>
              </a:r>
            </a:p>
          </p:txBody>
        </p:sp>
        <p:sp>
          <p:nvSpPr>
            <p:cNvPr id="81938" name="Text Box 18">
              <a:extLst>
                <a:ext uri="{FF2B5EF4-FFF2-40B4-BE49-F238E27FC236}">
                  <a16:creationId xmlns:a16="http://schemas.microsoft.com/office/drawing/2014/main" id="{F963462D-6EBB-4411-9183-9418C84DBC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1" y="2654"/>
              <a:ext cx="85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减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除数</a:t>
              </a:r>
            </a:p>
          </p:txBody>
        </p:sp>
      </p:grpSp>
      <p:sp>
        <p:nvSpPr>
          <p:cNvPr id="78867" name="Text Box 19">
            <a:extLst>
              <a:ext uri="{FF2B5EF4-FFF2-40B4-BE49-F238E27FC236}">
                <a16:creationId xmlns:a16="http://schemas.microsoft.com/office/drawing/2014/main" id="{6D2F3D5F-F3F5-4EE3-95F0-34ABA58C7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0763" y="4916488"/>
            <a:ext cx="31162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倍字长加法器</a:t>
            </a:r>
          </a:p>
        </p:txBody>
      </p:sp>
      <p:sp>
        <p:nvSpPr>
          <p:cNvPr id="78868" name="Text Box 20">
            <a:extLst>
              <a:ext uri="{FF2B5EF4-FFF2-40B4-BE49-F238E27FC236}">
                <a16:creationId xmlns:a16="http://schemas.microsoft.com/office/drawing/2014/main" id="{F8D22EC5-80F4-4C02-9C6B-BB7C8EDA5D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0763" y="5500688"/>
            <a:ext cx="38020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在寄存器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最末位上商</a:t>
            </a:r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1AD123E4-9034-4526-9802-99FDA75195B6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7129025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88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8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8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8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8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78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78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78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78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854" grpId="0" autoUpdateAnimBg="0"/>
      <p:bldP spid="78855" grpId="0" autoUpdateAnimBg="0"/>
      <p:bldP spid="78856" grpId="0" autoUpdateAnimBg="0"/>
      <p:bldP spid="78857" grpId="0" autoUpdateAnimBg="0"/>
      <p:bldP spid="78858" grpId="0" autoUpdateAnimBg="0"/>
      <p:bldP spid="78862" grpId="0" autoUpdateAnimBg="0"/>
      <p:bldP spid="78863" grpId="0" autoUpdateAnimBg="0"/>
      <p:bldP spid="78867" grpId="0" autoUpdateAnimBg="0"/>
      <p:bldP spid="78868" grpId="0" autoUpdateAnimBg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2. 4  </a:t>
            </a:r>
            <a:r>
              <a:rPr lang="zh-CN" altLang="en-US" sz="4400" b="1" dirty="0">
                <a:solidFill>
                  <a:srgbClr val="FF0000"/>
                </a:solidFill>
              </a:rPr>
              <a:t>定点数除法运算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1.</a:t>
            </a:r>
            <a:r>
              <a:rPr lang="zh-CN" altLang="en-US" dirty="0"/>
              <a:t>定点除法运算分析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补码除法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2.</a:t>
            </a:r>
            <a:r>
              <a:rPr lang="zh-CN" altLang="en-US" dirty="0"/>
              <a:t>原码除法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4.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阵列除法器</a:t>
            </a:r>
          </a:p>
        </p:txBody>
      </p:sp>
      <p:sp>
        <p:nvSpPr>
          <p:cNvPr id="9" name="Text Box 4">
            <a:extLst>
              <a:ext uri="{FF2B5EF4-FFF2-40B4-BE49-F238E27FC236}">
                <a16:creationId xmlns:a16="http://schemas.microsoft.com/office/drawing/2014/main" id="{CF94B1E2-0F6A-4B01-991C-CB9E1BC0DB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434" y="55308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5.MIPS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中的除法</a:t>
            </a: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DA3FE719-0731-4EF0-A79E-6B90F9D9ABD2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1791009650"/>
      </p:ext>
    </p:extLst>
  </p:cSld>
  <p:clrMapOvr>
    <a:masterClrMapping/>
  </p:clrMapOvr>
  <p:transition spd="slow"/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Text Box 2">
            <a:extLst>
              <a:ext uri="{FF2B5EF4-FFF2-40B4-BE49-F238E27FC236}">
                <a16:creationId xmlns:a16="http://schemas.microsoft.com/office/drawing/2014/main" id="{93EB10F3-D87E-4564-A621-6297814663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273050"/>
            <a:ext cx="389413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二、</a:t>
            </a:r>
            <a:r>
              <a:rPr kumimoji="1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原码除法</a:t>
            </a:r>
          </a:p>
        </p:txBody>
      </p:sp>
      <p:sp>
        <p:nvSpPr>
          <p:cNvPr id="79875" name="Text Box 3">
            <a:extLst>
              <a:ext uri="{FF2B5EF4-FFF2-40B4-BE49-F238E27FC236}">
                <a16:creationId xmlns:a16="http://schemas.microsoft.com/office/drawing/2014/main" id="{E63E5392-A2A0-4BA5-A464-2697A2AD76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1713" y="990600"/>
            <a:ext cx="717068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以小数为例，如何判断上商？</a:t>
            </a:r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CA2842F4-5D26-4769-BD70-463F5C64A010}"/>
              </a:ext>
            </a:extLst>
          </p:cNvPr>
          <p:cNvGrpSpPr>
            <a:grpSpLocks/>
          </p:cNvGrpSpPr>
          <p:nvPr/>
        </p:nvGrpSpPr>
        <p:grpSpPr bwMode="auto">
          <a:xfrm>
            <a:off x="1333500" y="1590675"/>
            <a:ext cx="3379788" cy="519113"/>
            <a:chOff x="998" y="1002"/>
            <a:chExt cx="2129" cy="327"/>
          </a:xfrm>
        </p:grpSpPr>
        <p:sp>
          <p:nvSpPr>
            <p:cNvPr id="82985" name="Text Box 5">
              <a:extLst>
                <a:ext uri="{FF2B5EF4-FFF2-40B4-BE49-F238E27FC236}">
                  <a16:creationId xmlns:a16="http://schemas.microsoft.com/office/drawing/2014/main" id="{62ED333A-454C-43D4-BB2C-5F70B33A56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" y="1002"/>
              <a:ext cx="2129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[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]</a:t>
              </a:r>
              <a:r>
                <a:rPr kumimoji="1" lang="zh-CN" altLang="en-US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原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.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 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</a:p>
          </p:txBody>
        </p:sp>
        <p:sp>
          <p:nvSpPr>
            <p:cNvPr id="82986" name="Text Box 6">
              <a:extLst>
                <a:ext uri="{FF2B5EF4-FFF2-40B4-BE49-F238E27FC236}">
                  <a16:creationId xmlns:a16="http://schemas.microsoft.com/office/drawing/2014/main" id="{A82C5AFC-0BAE-4099-AB36-ACB20EBE7D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48" y="1002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grpSp>
        <p:nvGrpSpPr>
          <p:cNvPr id="3" name="Group 7">
            <a:extLst>
              <a:ext uri="{FF2B5EF4-FFF2-40B4-BE49-F238E27FC236}">
                <a16:creationId xmlns:a16="http://schemas.microsoft.com/office/drawing/2014/main" id="{9B1B2B7C-6EFC-418A-8F02-F4F47B991C4D}"/>
              </a:ext>
            </a:extLst>
          </p:cNvPr>
          <p:cNvGrpSpPr>
            <a:grpSpLocks/>
          </p:cNvGrpSpPr>
          <p:nvPr/>
        </p:nvGrpSpPr>
        <p:grpSpPr bwMode="auto">
          <a:xfrm>
            <a:off x="1333500" y="2071688"/>
            <a:ext cx="3295650" cy="519112"/>
            <a:chOff x="1008" y="1305"/>
            <a:chExt cx="2076" cy="327"/>
          </a:xfrm>
        </p:grpSpPr>
        <p:sp>
          <p:nvSpPr>
            <p:cNvPr id="82983" name="Text Box 8">
              <a:extLst>
                <a:ext uri="{FF2B5EF4-FFF2-40B4-BE49-F238E27FC236}">
                  <a16:creationId xmlns:a16="http://schemas.microsoft.com/office/drawing/2014/main" id="{A4376346-0185-44AF-BCA9-84FDBD0055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" y="1305"/>
              <a:ext cx="207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[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]</a:t>
              </a:r>
              <a:r>
                <a:rPr kumimoji="1" lang="zh-CN" altLang="en-US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原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.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 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</a:p>
          </p:txBody>
        </p:sp>
        <p:sp>
          <p:nvSpPr>
            <p:cNvPr id="82984" name="Text Box 9">
              <a:extLst>
                <a:ext uri="{FF2B5EF4-FFF2-40B4-BE49-F238E27FC236}">
                  <a16:creationId xmlns:a16="http://schemas.microsoft.com/office/drawing/2014/main" id="{5217295A-AFDF-40E1-8B9B-3B4BEDA779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48" y="1305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grpSp>
        <p:nvGrpSpPr>
          <p:cNvPr id="4" name="Group 10">
            <a:extLst>
              <a:ext uri="{FF2B5EF4-FFF2-40B4-BE49-F238E27FC236}">
                <a16:creationId xmlns:a16="http://schemas.microsoft.com/office/drawing/2014/main" id="{BFDB7CFC-31DD-497F-8219-5F7DD7DA7E68}"/>
              </a:ext>
            </a:extLst>
          </p:cNvPr>
          <p:cNvGrpSpPr>
            <a:grpSpLocks/>
          </p:cNvGrpSpPr>
          <p:nvPr/>
        </p:nvGrpSpPr>
        <p:grpSpPr bwMode="auto">
          <a:xfrm>
            <a:off x="1133475" y="3200400"/>
            <a:ext cx="6678613" cy="874713"/>
            <a:chOff x="714" y="2016"/>
            <a:chExt cx="4207" cy="551"/>
          </a:xfrm>
        </p:grpSpPr>
        <p:sp>
          <p:nvSpPr>
            <p:cNvPr id="82980" name="Text Box 11">
              <a:extLst>
                <a:ext uri="{FF2B5EF4-FFF2-40B4-BE49-F238E27FC236}">
                  <a16:creationId xmlns:a16="http://schemas.microsoft.com/office/drawing/2014/main" id="{2208C0BF-C97D-4FD1-AE15-B564F32585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4" y="2049"/>
              <a:ext cx="4207" cy="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式中  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*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0</a:t>
              </a:r>
              <a:r>
                <a:rPr kumimoji="1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. 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  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</a:t>
              </a: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为 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的绝对值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   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*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0</a:t>
              </a:r>
              <a:r>
                <a:rPr kumimoji="1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. 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   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</a:t>
              </a: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为 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的绝对值</a:t>
              </a:r>
            </a:p>
          </p:txBody>
        </p:sp>
        <p:sp>
          <p:nvSpPr>
            <p:cNvPr id="82981" name="Text Box 12">
              <a:extLst>
                <a:ext uri="{FF2B5EF4-FFF2-40B4-BE49-F238E27FC236}">
                  <a16:creationId xmlns:a16="http://schemas.microsoft.com/office/drawing/2014/main" id="{02A04356-9744-45F9-8034-2902C767D6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4" y="2016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  <p:sp>
          <p:nvSpPr>
            <p:cNvPr id="82982" name="Text Box 13">
              <a:extLst>
                <a:ext uri="{FF2B5EF4-FFF2-40B4-BE49-F238E27FC236}">
                  <a16:creationId xmlns:a16="http://schemas.microsoft.com/office/drawing/2014/main" id="{063CEFDE-31A2-49A9-8FCE-28E467607F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8" y="2247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</a:t>
              </a:r>
            </a:p>
          </p:txBody>
        </p:sp>
      </p:grpSp>
      <p:grpSp>
        <p:nvGrpSpPr>
          <p:cNvPr id="5" name="Group 14">
            <a:extLst>
              <a:ext uri="{FF2B5EF4-FFF2-40B4-BE49-F238E27FC236}">
                <a16:creationId xmlns:a16="http://schemas.microsoft.com/office/drawing/2014/main" id="{3C0EF125-D293-4F24-84DE-2CC9747ED11D}"/>
              </a:ext>
            </a:extLst>
          </p:cNvPr>
          <p:cNvGrpSpPr>
            <a:grpSpLocks/>
          </p:cNvGrpSpPr>
          <p:nvPr/>
        </p:nvGrpSpPr>
        <p:grpSpPr bwMode="auto">
          <a:xfrm>
            <a:off x="1279525" y="4648200"/>
            <a:ext cx="3781425" cy="763588"/>
            <a:chOff x="806" y="2928"/>
            <a:chExt cx="2382" cy="481"/>
          </a:xfrm>
        </p:grpSpPr>
        <p:sp>
          <p:nvSpPr>
            <p:cNvPr id="82975" name="Text Box 15">
              <a:extLst>
                <a:ext uri="{FF2B5EF4-FFF2-40B4-BE49-F238E27FC236}">
                  <a16:creationId xmlns:a16="http://schemas.microsoft.com/office/drawing/2014/main" id="{62A0C09F-FB1B-4F59-ADE7-967249BDF8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" y="3024"/>
              <a:ext cx="204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数值部分为绝对值相除</a:t>
              </a:r>
            </a:p>
          </p:txBody>
        </p:sp>
        <p:grpSp>
          <p:nvGrpSpPr>
            <p:cNvPr id="82976" name="Group 16">
              <a:extLst>
                <a:ext uri="{FF2B5EF4-FFF2-40B4-BE49-F238E27FC236}">
                  <a16:creationId xmlns:a16="http://schemas.microsoft.com/office/drawing/2014/main" id="{05232AAC-5462-4C49-B8D4-3A9752E33C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2928"/>
              <a:ext cx="308" cy="481"/>
              <a:chOff x="2880" y="2928"/>
              <a:chExt cx="308" cy="481"/>
            </a:xfrm>
          </p:grpSpPr>
          <p:sp>
            <p:nvSpPr>
              <p:cNvPr id="82977" name="Text Box 17">
                <a:extLst>
                  <a:ext uri="{FF2B5EF4-FFF2-40B4-BE49-F238E27FC236}">
                    <a16:creationId xmlns:a16="http://schemas.microsoft.com/office/drawing/2014/main" id="{9F2761E7-32CA-45A3-9433-8AB127A195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80" y="2928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x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*</a:t>
                </a:r>
              </a:p>
            </p:txBody>
          </p:sp>
          <p:sp>
            <p:nvSpPr>
              <p:cNvPr id="82978" name="Text Box 18">
                <a:extLst>
                  <a:ext uri="{FF2B5EF4-FFF2-40B4-BE49-F238E27FC236}">
                    <a16:creationId xmlns:a16="http://schemas.microsoft.com/office/drawing/2014/main" id="{0AC839B4-D9C3-4D72-B512-6FDAE1FC95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80" y="3121"/>
                <a:ext cx="297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*</a:t>
                </a:r>
              </a:p>
            </p:txBody>
          </p:sp>
          <p:sp>
            <p:nvSpPr>
              <p:cNvPr id="82979" name="Line 19">
                <a:extLst>
                  <a:ext uri="{FF2B5EF4-FFF2-40B4-BE49-F238E27FC236}">
                    <a16:creationId xmlns:a16="http://schemas.microsoft.com/office/drawing/2014/main" id="{2305C0E8-2DEC-44C6-99B9-EDCBF3CC01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3190"/>
                <a:ext cx="190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sp>
        <p:nvSpPr>
          <p:cNvPr id="79892" name="Text Box 20">
            <a:extLst>
              <a:ext uri="{FF2B5EF4-FFF2-40B4-BE49-F238E27FC236}">
                <a16:creationId xmlns:a16="http://schemas.microsoft.com/office/drawing/2014/main" id="{BAB1D80B-29FF-4284-BE41-CBF3D4E6E5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0125" y="5888038"/>
            <a:ext cx="2251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被除数不等于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79893" name="Text Box 21">
            <a:extLst>
              <a:ext uri="{FF2B5EF4-FFF2-40B4-BE49-F238E27FC236}">
                <a16:creationId xmlns:a16="http://schemas.microsoft.com/office/drawing/2014/main" id="{F3415642-B1D4-4566-B56F-272D189233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0125" y="6324600"/>
            <a:ext cx="19446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除数不能为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grpSp>
        <p:nvGrpSpPr>
          <p:cNvPr id="8" name="Group 22">
            <a:extLst>
              <a:ext uri="{FF2B5EF4-FFF2-40B4-BE49-F238E27FC236}">
                <a16:creationId xmlns:a16="http://schemas.microsoft.com/office/drawing/2014/main" id="{9B54DC13-44F2-4483-84E7-F96D85299D5E}"/>
              </a:ext>
            </a:extLst>
          </p:cNvPr>
          <p:cNvGrpSpPr>
            <a:grpSpLocks/>
          </p:cNvGrpSpPr>
          <p:nvPr/>
        </p:nvGrpSpPr>
        <p:grpSpPr bwMode="auto">
          <a:xfrm>
            <a:off x="2270125" y="5451475"/>
            <a:ext cx="6311900" cy="457200"/>
            <a:chOff x="1430" y="3434"/>
            <a:chExt cx="3976" cy="288"/>
          </a:xfrm>
        </p:grpSpPr>
        <p:sp>
          <p:nvSpPr>
            <p:cNvPr id="82973" name="Text Box 23">
              <a:extLst>
                <a:ext uri="{FF2B5EF4-FFF2-40B4-BE49-F238E27FC236}">
                  <a16:creationId xmlns:a16="http://schemas.microsoft.com/office/drawing/2014/main" id="{16C66FD8-6AF9-4055-9800-26A538581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0" y="3434"/>
              <a:ext cx="193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小数定点除法 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* </a:t>
              </a: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＜ 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*</a:t>
              </a:r>
            </a:p>
          </p:txBody>
        </p:sp>
        <p:sp>
          <p:nvSpPr>
            <p:cNvPr id="82974" name="Text Box 24">
              <a:extLst>
                <a:ext uri="{FF2B5EF4-FFF2-40B4-BE49-F238E27FC236}">
                  <a16:creationId xmlns:a16="http://schemas.microsoft.com/office/drawing/2014/main" id="{3677644D-9D72-4414-B862-5055351C33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1" y="3434"/>
              <a:ext cx="194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整数定点除法 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* </a:t>
              </a: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＞</a:t>
              </a: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*</a:t>
              </a:r>
            </a:p>
          </p:txBody>
        </p:sp>
      </p:grpSp>
      <p:grpSp>
        <p:nvGrpSpPr>
          <p:cNvPr id="9" name="Group 25">
            <a:extLst>
              <a:ext uri="{FF2B5EF4-FFF2-40B4-BE49-F238E27FC236}">
                <a16:creationId xmlns:a16="http://schemas.microsoft.com/office/drawing/2014/main" id="{93B89E64-4965-41F8-9DEA-EA00AAF096A1}"/>
              </a:ext>
            </a:extLst>
          </p:cNvPr>
          <p:cNvGrpSpPr>
            <a:grpSpLocks/>
          </p:cNvGrpSpPr>
          <p:nvPr/>
        </p:nvGrpSpPr>
        <p:grpSpPr bwMode="auto">
          <a:xfrm>
            <a:off x="1279525" y="4267200"/>
            <a:ext cx="3998913" cy="519113"/>
            <a:chOff x="806" y="2688"/>
            <a:chExt cx="2519" cy="327"/>
          </a:xfrm>
        </p:grpSpPr>
        <p:sp>
          <p:nvSpPr>
            <p:cNvPr id="82971" name="Text Box 26">
              <a:extLst>
                <a:ext uri="{FF2B5EF4-FFF2-40B4-BE49-F238E27FC236}">
                  <a16:creationId xmlns:a16="http://schemas.microsoft.com/office/drawing/2014/main" id="{F8295290-3BE8-4CF1-A23A-DED68844A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" y="2688"/>
              <a:ext cx="2519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商的符号位单独处理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82972" name="AutoShape 27">
              <a:extLst>
                <a:ext uri="{FF2B5EF4-FFF2-40B4-BE49-F238E27FC236}">
                  <a16:creationId xmlns:a16="http://schemas.microsoft.com/office/drawing/2014/main" id="{DBE408AB-5C8D-43A3-BC50-2CCC30216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2792"/>
              <a:ext cx="147" cy="147"/>
            </a:xfrm>
            <a:prstGeom prst="flowChartOr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1" name="Group 28">
            <a:extLst>
              <a:ext uri="{FF2B5EF4-FFF2-40B4-BE49-F238E27FC236}">
                <a16:creationId xmlns:a16="http://schemas.microsoft.com/office/drawing/2014/main" id="{0D4F0D2B-C62F-41B6-88D3-56672AD80979}"/>
              </a:ext>
            </a:extLst>
          </p:cNvPr>
          <p:cNvGrpSpPr>
            <a:grpSpLocks/>
          </p:cNvGrpSpPr>
          <p:nvPr/>
        </p:nvGrpSpPr>
        <p:grpSpPr bwMode="auto">
          <a:xfrm>
            <a:off x="1331913" y="2420938"/>
            <a:ext cx="3171825" cy="777875"/>
            <a:chOff x="839" y="1525"/>
            <a:chExt cx="1998" cy="490"/>
          </a:xfrm>
        </p:grpSpPr>
        <p:grpSp>
          <p:nvGrpSpPr>
            <p:cNvPr id="82960" name="Group 29">
              <a:extLst>
                <a:ext uri="{FF2B5EF4-FFF2-40B4-BE49-F238E27FC236}">
                  <a16:creationId xmlns:a16="http://schemas.microsoft.com/office/drawing/2014/main" id="{B65BC5B3-BB06-4C3F-A36A-3589C88DC7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9" y="1525"/>
              <a:ext cx="1998" cy="490"/>
              <a:chOff x="839" y="1525"/>
              <a:chExt cx="1998" cy="490"/>
            </a:xfrm>
          </p:grpSpPr>
          <p:sp>
            <p:nvSpPr>
              <p:cNvPr id="82962" name="Text Box 30">
                <a:extLst>
                  <a:ext uri="{FF2B5EF4-FFF2-40B4-BE49-F238E27FC236}">
                    <a16:creationId xmlns:a16="http://schemas.microsoft.com/office/drawing/2014/main" id="{F933959A-4DFC-459B-AD75-D022DF5F57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9" y="1615"/>
                <a:ext cx="1683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[    ]</a:t>
                </a:r>
                <a:r>
                  <a:rPr kumimoji="1" lang="zh-CN" altLang="en-US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原</a:t>
                </a:r>
                <a:r>
                  <a: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 (</a:t>
                </a: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x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    </a:t>
                </a: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).</a:t>
                </a:r>
              </a:p>
            </p:txBody>
          </p:sp>
          <p:grpSp>
            <p:nvGrpSpPr>
              <p:cNvPr id="82963" name="Group 31">
                <a:extLst>
                  <a:ext uri="{FF2B5EF4-FFF2-40B4-BE49-F238E27FC236}">
                    <a16:creationId xmlns:a16="http://schemas.microsoft.com/office/drawing/2014/main" id="{35E1BB6A-A317-405E-8374-999F4AD5EA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73" y="1525"/>
                <a:ext cx="212" cy="454"/>
                <a:chOff x="1056" y="1728"/>
                <a:chExt cx="212" cy="454"/>
              </a:xfrm>
            </p:grpSpPr>
            <p:sp>
              <p:nvSpPr>
                <p:cNvPr id="82968" name="Text Box 32">
                  <a:extLst>
                    <a:ext uri="{FF2B5EF4-FFF2-40B4-BE49-F238E27FC236}">
                      <a16:creationId xmlns:a16="http://schemas.microsoft.com/office/drawing/2014/main" id="{ED29B3DA-33D6-4B0D-AD93-B5F6C9888A5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56" y="1728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x</a:t>
                  </a:r>
                </a:p>
              </p:txBody>
            </p:sp>
            <p:sp>
              <p:nvSpPr>
                <p:cNvPr id="82969" name="Text Box 33">
                  <a:extLst>
                    <a:ext uri="{FF2B5EF4-FFF2-40B4-BE49-F238E27FC236}">
                      <a16:creationId xmlns:a16="http://schemas.microsoft.com/office/drawing/2014/main" id="{4208C2E7-CC97-49B5-A59C-20EE7FB693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56" y="1894"/>
                  <a:ext cx="201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</a:p>
              </p:txBody>
            </p:sp>
            <p:sp>
              <p:nvSpPr>
                <p:cNvPr id="82970" name="Line 34">
                  <a:extLst>
                    <a:ext uri="{FF2B5EF4-FFF2-40B4-BE49-F238E27FC236}">
                      <a16:creationId xmlns:a16="http://schemas.microsoft.com/office/drawing/2014/main" id="{66CAE7FD-8629-4A34-A9CD-B3D5FADC54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70" y="1990"/>
                  <a:ext cx="190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82964" name="Group 35">
                <a:extLst>
                  <a:ext uri="{FF2B5EF4-FFF2-40B4-BE49-F238E27FC236}">
                    <a16:creationId xmlns:a16="http://schemas.microsoft.com/office/drawing/2014/main" id="{0EB1CA24-6801-4AFA-BDE9-9B377093CB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29" y="1525"/>
                <a:ext cx="308" cy="490"/>
                <a:chOff x="2529" y="1525"/>
                <a:chExt cx="308" cy="490"/>
              </a:xfrm>
            </p:grpSpPr>
            <p:sp>
              <p:nvSpPr>
                <p:cNvPr id="82965" name="Text Box 36">
                  <a:extLst>
                    <a:ext uri="{FF2B5EF4-FFF2-40B4-BE49-F238E27FC236}">
                      <a16:creationId xmlns:a16="http://schemas.microsoft.com/office/drawing/2014/main" id="{38DB4908-1782-41A9-9CD7-2088029A4B8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529" y="1525"/>
                  <a:ext cx="308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x</a:t>
                  </a:r>
                  <a:r>
                    <a:rPr kumimoji="1" lang="en-US" altLang="zh-CN" sz="24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*</a:t>
                  </a:r>
                </a:p>
              </p:txBody>
            </p:sp>
            <p:sp>
              <p:nvSpPr>
                <p:cNvPr id="82966" name="Text Box 37">
                  <a:extLst>
                    <a:ext uri="{FF2B5EF4-FFF2-40B4-BE49-F238E27FC236}">
                      <a16:creationId xmlns:a16="http://schemas.microsoft.com/office/drawing/2014/main" id="{996C6A35-81B6-4736-A280-7ECA86095E1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529" y="1727"/>
                  <a:ext cx="297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4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*</a:t>
                  </a:r>
                </a:p>
              </p:txBody>
            </p:sp>
            <p:sp>
              <p:nvSpPr>
                <p:cNvPr id="82967" name="Line 38">
                  <a:extLst>
                    <a:ext uri="{FF2B5EF4-FFF2-40B4-BE49-F238E27FC236}">
                      <a16:creationId xmlns:a16="http://schemas.microsoft.com/office/drawing/2014/main" id="{39E04794-9D0E-44E1-BE94-0D65C3CA99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543" y="1787"/>
                  <a:ext cx="190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82961" name="AutoShape 39">
              <a:extLst>
                <a:ext uri="{FF2B5EF4-FFF2-40B4-BE49-F238E27FC236}">
                  <a16:creationId xmlns:a16="http://schemas.microsoft.com/office/drawing/2014/main" id="{43F4B623-5A82-4EBB-AC81-B91E4B231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0" y="1730"/>
              <a:ext cx="147" cy="147"/>
            </a:xfrm>
            <a:prstGeom prst="flowChartOr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79912" name="Text Box 40">
            <a:extLst>
              <a:ext uri="{FF2B5EF4-FFF2-40B4-BE49-F238E27FC236}">
                <a16:creationId xmlns:a16="http://schemas.microsoft.com/office/drawing/2014/main" id="{94E0E189-ED20-4280-BA7F-CDCB204F2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1713" y="5348288"/>
            <a:ext cx="1066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约定</a:t>
            </a:r>
          </a:p>
        </p:txBody>
      </p:sp>
      <p:sp>
        <p:nvSpPr>
          <p:cNvPr id="43" name="矩形 42">
            <a:extLst>
              <a:ext uri="{FF2B5EF4-FFF2-40B4-BE49-F238E27FC236}">
                <a16:creationId xmlns:a16="http://schemas.microsoft.com/office/drawing/2014/main" id="{BE55CCA2-01A4-4C7D-893E-3F44D03B569C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420296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9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799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79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79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875" grpId="0" autoUpdateAnimBg="0"/>
      <p:bldP spid="79892" grpId="0" autoUpdateAnimBg="0"/>
      <p:bldP spid="79893" grpId="0" autoUpdateAnimBg="0"/>
      <p:bldP spid="79912" grpId="0" autoUpdateAnimBg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Text Box 2">
            <a:extLst>
              <a:ext uri="{FF2B5EF4-FFF2-40B4-BE49-F238E27FC236}">
                <a16:creationId xmlns:a16="http://schemas.microsoft.com/office/drawing/2014/main" id="{35513AAA-8B34-473D-ADD1-B0C74D1D4D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152400"/>
            <a:ext cx="3886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1.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恢复余数法</a:t>
            </a:r>
          </a:p>
        </p:txBody>
      </p:sp>
      <p:sp>
        <p:nvSpPr>
          <p:cNvPr id="80899" name="Text Box 3">
            <a:extLst>
              <a:ext uri="{FF2B5EF4-FFF2-40B4-BE49-F238E27FC236}">
                <a16:creationId xmlns:a16="http://schemas.microsoft.com/office/drawing/2014/main" id="{F95AD98E-DD42-4054-8E5C-86B2FB77FE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3563" y="266700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0 . 1 0 1 1</a:t>
            </a:r>
          </a:p>
        </p:txBody>
      </p:sp>
      <p:sp>
        <p:nvSpPr>
          <p:cNvPr id="80900" name="Text Box 4">
            <a:extLst>
              <a:ext uri="{FF2B5EF4-FFF2-40B4-BE49-F238E27FC236}">
                <a16:creationId xmlns:a16="http://schemas.microsoft.com/office/drawing/2014/main" id="{CB07E6A1-6C28-4D65-BFA2-5EE3EFB8F8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3563" y="3081338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1 . 0 0 1 1</a:t>
            </a:r>
          </a:p>
        </p:txBody>
      </p:sp>
      <p:sp>
        <p:nvSpPr>
          <p:cNvPr id="80901" name="Text Box 5">
            <a:extLst>
              <a:ext uri="{FF2B5EF4-FFF2-40B4-BE49-F238E27FC236}">
                <a16:creationId xmlns:a16="http://schemas.microsoft.com/office/drawing/2014/main" id="{3DB8CEDD-DF01-41D0-96B9-4208AA985A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3563" y="506095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1 . 0 0 1 1</a:t>
            </a:r>
          </a:p>
        </p:txBody>
      </p:sp>
      <p:sp>
        <p:nvSpPr>
          <p:cNvPr id="80902" name="Text Box 6">
            <a:extLst>
              <a:ext uri="{FF2B5EF4-FFF2-40B4-BE49-F238E27FC236}">
                <a16:creationId xmlns:a16="http://schemas.microsoft.com/office/drawing/2014/main" id="{6B913C24-85B9-4A5C-8FB4-E08890E69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3563" y="625792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1 . 0 0 1 1</a:t>
            </a:r>
          </a:p>
        </p:txBody>
      </p:sp>
      <p:sp>
        <p:nvSpPr>
          <p:cNvPr id="80903" name="Text Box 7">
            <a:extLst>
              <a:ext uri="{FF2B5EF4-FFF2-40B4-BE49-F238E27FC236}">
                <a16:creationId xmlns:a16="http://schemas.microsoft.com/office/drawing/2014/main" id="{29F31254-500D-4C1C-91F1-F82DDC7E02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6200" y="266700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0 . 0 0 0 0</a:t>
            </a:r>
          </a:p>
        </p:txBody>
      </p:sp>
      <p:sp>
        <p:nvSpPr>
          <p:cNvPr id="80904" name="Line 8">
            <a:extLst>
              <a:ext uri="{FF2B5EF4-FFF2-40B4-BE49-F238E27FC236}">
                <a16:creationId xmlns:a16="http://schemas.microsoft.com/office/drawing/2014/main" id="{5AA6E754-7E05-41FB-9977-D17E587D0FF0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3505200"/>
            <a:ext cx="67818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905" name="Text Box 9">
            <a:extLst>
              <a:ext uri="{FF2B5EF4-FFF2-40B4-BE49-F238E27FC236}">
                <a16:creationId xmlns:a16="http://schemas.microsoft.com/office/drawing/2014/main" id="{750EC4CA-3ECC-4E8C-B22B-F3B9D1277C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3081338"/>
            <a:ext cx="12414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+[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80906" name="Text Box 10">
            <a:extLst>
              <a:ext uri="{FF2B5EF4-FFF2-40B4-BE49-F238E27FC236}">
                <a16:creationId xmlns:a16="http://schemas.microsoft.com/office/drawing/2014/main" id="{7ED11876-5EA6-443D-B4E4-25E8599315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1250" y="345122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grpSp>
        <p:nvGrpSpPr>
          <p:cNvPr id="2" name="Group 11">
            <a:extLst>
              <a:ext uri="{FF2B5EF4-FFF2-40B4-BE49-F238E27FC236}">
                <a16:creationId xmlns:a16="http://schemas.microsoft.com/office/drawing/2014/main" id="{6F3EA542-62F7-4A30-AB2E-79A463DF1451}"/>
              </a:ext>
            </a:extLst>
          </p:cNvPr>
          <p:cNvGrpSpPr>
            <a:grpSpLocks/>
          </p:cNvGrpSpPr>
          <p:nvPr/>
        </p:nvGrpSpPr>
        <p:grpSpPr bwMode="auto">
          <a:xfrm>
            <a:off x="1833563" y="3451225"/>
            <a:ext cx="6110287" cy="457200"/>
            <a:chOff x="1155" y="2174"/>
            <a:chExt cx="3849" cy="288"/>
          </a:xfrm>
        </p:grpSpPr>
        <p:sp>
          <p:nvSpPr>
            <p:cNvPr id="84045" name="Text Box 12">
              <a:extLst>
                <a:ext uri="{FF2B5EF4-FFF2-40B4-BE49-F238E27FC236}">
                  <a16:creationId xmlns:a16="http://schemas.microsoft.com/office/drawing/2014/main" id="{5E6866F2-7EB7-4480-8984-2A533BF05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5" y="2174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1 . 1 1 1 0</a:t>
              </a:r>
            </a:p>
          </p:txBody>
        </p:sp>
        <p:sp>
          <p:nvSpPr>
            <p:cNvPr id="84046" name="Text Box 13">
              <a:extLst>
                <a:ext uri="{FF2B5EF4-FFF2-40B4-BE49-F238E27FC236}">
                  <a16:creationId xmlns:a16="http://schemas.microsoft.com/office/drawing/2014/main" id="{43E37790-80B0-4AF4-90D8-F32A914434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198"/>
              <a:ext cx="13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余数为负，上商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sp>
        <p:nvSpPr>
          <p:cNvPr id="80910" name="Text Box 14">
            <a:extLst>
              <a:ext uri="{FF2B5EF4-FFF2-40B4-BE49-F238E27FC236}">
                <a16:creationId xmlns:a16="http://schemas.microsoft.com/office/drawing/2014/main" id="{241B8855-C3BA-48E9-9FEC-7014454B6C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386397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0 . 1 1 0 1</a:t>
            </a:r>
          </a:p>
        </p:txBody>
      </p:sp>
      <p:sp>
        <p:nvSpPr>
          <p:cNvPr id="80911" name="Text Box 15">
            <a:extLst>
              <a:ext uri="{FF2B5EF4-FFF2-40B4-BE49-F238E27FC236}">
                <a16:creationId xmlns:a16="http://schemas.microsoft.com/office/drawing/2014/main" id="{922DEC34-9D05-40C1-85E5-95CE165A66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3863975"/>
            <a:ext cx="1200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恢复余数</a:t>
            </a:r>
            <a:endParaRPr kumimoji="1" lang="zh-CN" altLang="en-US" sz="2400" b="1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3" name="Group 16">
            <a:extLst>
              <a:ext uri="{FF2B5EF4-FFF2-40B4-BE49-F238E27FC236}">
                <a16:creationId xmlns:a16="http://schemas.microsoft.com/office/drawing/2014/main" id="{910964E4-D825-457C-9D89-78DF3AF6B7C7}"/>
              </a:ext>
            </a:extLst>
          </p:cNvPr>
          <p:cNvGrpSpPr>
            <a:grpSpLocks/>
          </p:cNvGrpSpPr>
          <p:nvPr/>
        </p:nvGrpSpPr>
        <p:grpSpPr bwMode="auto">
          <a:xfrm>
            <a:off x="1833563" y="5430838"/>
            <a:ext cx="6110287" cy="457200"/>
            <a:chOff x="1155" y="3421"/>
            <a:chExt cx="3849" cy="288"/>
          </a:xfrm>
        </p:grpSpPr>
        <p:sp>
          <p:nvSpPr>
            <p:cNvPr id="84041" name="Text Box 17">
              <a:extLst>
                <a:ext uri="{FF2B5EF4-FFF2-40B4-BE49-F238E27FC236}">
                  <a16:creationId xmlns:a16="http://schemas.microsoft.com/office/drawing/2014/main" id="{4D1232CE-0D51-4808-A4E4-14020B395C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6" y="3421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grpSp>
          <p:nvGrpSpPr>
            <p:cNvPr id="84042" name="Group 18">
              <a:extLst>
                <a:ext uri="{FF2B5EF4-FFF2-40B4-BE49-F238E27FC236}">
                  <a16:creationId xmlns:a16="http://schemas.microsoft.com/office/drawing/2014/main" id="{39CCC202-702C-4F6F-90D7-1768831376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55" y="3421"/>
              <a:ext cx="3849" cy="288"/>
              <a:chOff x="1155" y="3421"/>
              <a:chExt cx="3849" cy="288"/>
            </a:xfrm>
          </p:grpSpPr>
          <p:sp>
            <p:nvSpPr>
              <p:cNvPr id="84043" name="Text Box 19">
                <a:extLst>
                  <a:ext uri="{FF2B5EF4-FFF2-40B4-BE49-F238E27FC236}">
                    <a16:creationId xmlns:a16="http://schemas.microsoft.com/office/drawing/2014/main" id="{FF506B82-D7D1-4F0C-9140-A9814C78C4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5" y="3421"/>
                <a:ext cx="88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0 . 1 0 0 1</a:t>
                </a:r>
              </a:p>
            </p:txBody>
          </p:sp>
          <p:sp>
            <p:nvSpPr>
              <p:cNvPr id="84044" name="Text Box 20">
                <a:extLst>
                  <a:ext uri="{FF2B5EF4-FFF2-40B4-BE49-F238E27FC236}">
                    <a16:creationId xmlns:a16="http://schemas.microsoft.com/office/drawing/2014/main" id="{118F0655-9260-4C7A-B6BC-E2751F4D25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48" y="3446"/>
                <a:ext cx="13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余数为正，上商 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</p:grpSp>
      <p:sp>
        <p:nvSpPr>
          <p:cNvPr id="80917" name="Text Box 21">
            <a:extLst>
              <a:ext uri="{FF2B5EF4-FFF2-40B4-BE49-F238E27FC236}">
                <a16:creationId xmlns:a16="http://schemas.microsoft.com/office/drawing/2014/main" id="{E533D5E4-B2C8-4B10-B802-FDF74581A6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6257925"/>
            <a:ext cx="12414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+[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80918" name="Line 22">
            <a:extLst>
              <a:ext uri="{FF2B5EF4-FFF2-40B4-BE49-F238E27FC236}">
                <a16:creationId xmlns:a16="http://schemas.microsoft.com/office/drawing/2014/main" id="{4D4022FA-1C64-4F49-B4E5-373BF8D17E21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4289425"/>
            <a:ext cx="67818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919" name="Line 23">
            <a:extLst>
              <a:ext uri="{FF2B5EF4-FFF2-40B4-BE49-F238E27FC236}">
                <a16:creationId xmlns:a16="http://schemas.microsoft.com/office/drawing/2014/main" id="{FFE3FB02-3D09-485A-BA7E-9E9587D8A023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5486400"/>
            <a:ext cx="67818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7" name="Group 24">
            <a:extLst>
              <a:ext uri="{FF2B5EF4-FFF2-40B4-BE49-F238E27FC236}">
                <a16:creationId xmlns:a16="http://schemas.microsoft.com/office/drawing/2014/main" id="{C69E2181-4C30-4E6E-A11B-1817DAB122C3}"/>
              </a:ext>
            </a:extLst>
          </p:cNvPr>
          <p:cNvGrpSpPr>
            <a:grpSpLocks/>
          </p:cNvGrpSpPr>
          <p:nvPr/>
        </p:nvGrpSpPr>
        <p:grpSpPr bwMode="auto">
          <a:xfrm>
            <a:off x="1833563" y="4648200"/>
            <a:ext cx="4659312" cy="457200"/>
            <a:chOff x="1155" y="2928"/>
            <a:chExt cx="2935" cy="288"/>
          </a:xfrm>
        </p:grpSpPr>
        <p:sp>
          <p:nvSpPr>
            <p:cNvPr id="84036" name="Text Box 25">
              <a:extLst>
                <a:ext uri="{FF2B5EF4-FFF2-40B4-BE49-F238E27FC236}">
                  <a16:creationId xmlns:a16="http://schemas.microsoft.com/office/drawing/2014/main" id="{C2DDE380-89A4-4DDA-B9B0-6A09210FB2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5" y="2928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1 . 0 1 1 0</a:t>
              </a:r>
            </a:p>
          </p:txBody>
        </p:sp>
        <p:sp>
          <p:nvSpPr>
            <p:cNvPr id="84037" name="Text Box 26">
              <a:extLst>
                <a:ext uri="{FF2B5EF4-FFF2-40B4-BE49-F238E27FC236}">
                  <a16:creationId xmlns:a16="http://schemas.microsoft.com/office/drawing/2014/main" id="{CA34BC15-220D-4A6B-B08E-2426D0C56F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6" y="2928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grpSp>
          <p:nvGrpSpPr>
            <p:cNvPr id="84038" name="Group 27">
              <a:extLst>
                <a:ext uri="{FF2B5EF4-FFF2-40B4-BE49-F238E27FC236}">
                  <a16:creationId xmlns:a16="http://schemas.microsoft.com/office/drawing/2014/main" id="{0E2F13D1-9C45-489C-B806-0A3F49B2FA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96" y="2928"/>
              <a:ext cx="394" cy="288"/>
              <a:chOff x="3696" y="2928"/>
              <a:chExt cx="394" cy="288"/>
            </a:xfrm>
          </p:grpSpPr>
          <p:sp>
            <p:nvSpPr>
              <p:cNvPr id="84039" name="Text Box 28">
                <a:extLst>
                  <a:ext uri="{FF2B5EF4-FFF2-40B4-BE49-F238E27FC236}">
                    <a16:creationId xmlns:a16="http://schemas.microsoft.com/office/drawing/2014/main" id="{F1A070DC-E747-488E-BC2E-162FAB5FE1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78" y="2928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84040" name="Line 29">
                <a:extLst>
                  <a:ext uri="{FF2B5EF4-FFF2-40B4-BE49-F238E27FC236}">
                    <a16:creationId xmlns:a16="http://schemas.microsoft.com/office/drawing/2014/main" id="{90A59B18-BB09-4BB3-92F8-528BC5A8F6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96" y="3065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9" name="Group 30">
            <a:extLst>
              <a:ext uri="{FF2B5EF4-FFF2-40B4-BE49-F238E27FC236}">
                <a16:creationId xmlns:a16="http://schemas.microsoft.com/office/drawing/2014/main" id="{5242DC6E-8A0B-4508-8B28-39035EC7FE23}"/>
              </a:ext>
            </a:extLst>
          </p:cNvPr>
          <p:cNvGrpSpPr>
            <a:grpSpLocks/>
          </p:cNvGrpSpPr>
          <p:nvPr/>
        </p:nvGrpSpPr>
        <p:grpSpPr bwMode="auto">
          <a:xfrm>
            <a:off x="1833563" y="5845175"/>
            <a:ext cx="4659312" cy="457200"/>
            <a:chOff x="1155" y="3682"/>
            <a:chExt cx="2935" cy="288"/>
          </a:xfrm>
        </p:grpSpPr>
        <p:sp>
          <p:nvSpPr>
            <p:cNvPr id="84032" name="Text Box 31">
              <a:extLst>
                <a:ext uri="{FF2B5EF4-FFF2-40B4-BE49-F238E27FC236}">
                  <a16:creationId xmlns:a16="http://schemas.microsoft.com/office/drawing/2014/main" id="{EAD5C25F-447E-414F-96BA-C652013E2C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5" y="3682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1 . 0 0 1 0</a:t>
              </a:r>
            </a:p>
          </p:txBody>
        </p:sp>
        <p:sp>
          <p:nvSpPr>
            <p:cNvPr id="84033" name="Text Box 32">
              <a:extLst>
                <a:ext uri="{FF2B5EF4-FFF2-40B4-BE49-F238E27FC236}">
                  <a16:creationId xmlns:a16="http://schemas.microsoft.com/office/drawing/2014/main" id="{9B3AF6F7-F3A6-42A0-9C99-4D46049BF6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2" y="3682"/>
              <a:ext cx="35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0 1</a:t>
              </a:r>
            </a:p>
          </p:txBody>
        </p:sp>
        <p:sp>
          <p:nvSpPr>
            <p:cNvPr id="84034" name="Text Box 33">
              <a:extLst>
                <a:ext uri="{FF2B5EF4-FFF2-40B4-BE49-F238E27FC236}">
                  <a16:creationId xmlns:a16="http://schemas.microsoft.com/office/drawing/2014/main" id="{E18D3FB2-8E6A-4465-9A4C-D33C29DD75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8" y="368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4035" name="Line 34">
              <a:extLst>
                <a:ext uri="{FF2B5EF4-FFF2-40B4-BE49-F238E27FC236}">
                  <a16:creationId xmlns:a16="http://schemas.microsoft.com/office/drawing/2014/main" id="{4AAE95C9-EE7D-4666-A6D9-D714D28E49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96" y="3819"/>
              <a:ext cx="192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0931" name="Text Box 35">
            <a:extLst>
              <a:ext uri="{FF2B5EF4-FFF2-40B4-BE49-F238E27FC236}">
                <a16:creationId xmlns:a16="http://schemas.microsoft.com/office/drawing/2014/main" id="{B39BDA47-FBAD-477B-BE7F-7AD593B128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5060950"/>
            <a:ext cx="11652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+[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80932" name="Text Box 36">
            <a:extLst>
              <a:ext uri="{FF2B5EF4-FFF2-40B4-BE49-F238E27FC236}">
                <a16:creationId xmlns:a16="http://schemas.microsoft.com/office/drawing/2014/main" id="{0F921C3B-F6DD-4079-A5EE-103EA7D79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1173163"/>
            <a:ext cx="10001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解：</a:t>
            </a:r>
          </a:p>
        </p:txBody>
      </p:sp>
      <p:grpSp>
        <p:nvGrpSpPr>
          <p:cNvPr id="10" name="Group 37">
            <a:extLst>
              <a:ext uri="{FF2B5EF4-FFF2-40B4-BE49-F238E27FC236}">
                <a16:creationId xmlns:a16="http://schemas.microsoft.com/office/drawing/2014/main" id="{097159B3-6356-4EBB-9BBC-B2BB960C9FA6}"/>
              </a:ext>
            </a:extLst>
          </p:cNvPr>
          <p:cNvGrpSpPr>
            <a:grpSpLocks/>
          </p:cNvGrpSpPr>
          <p:nvPr/>
        </p:nvGrpSpPr>
        <p:grpSpPr bwMode="auto">
          <a:xfrm>
            <a:off x="1524000" y="2179638"/>
            <a:ext cx="6781800" cy="4498975"/>
            <a:chOff x="960" y="1373"/>
            <a:chExt cx="4272" cy="2834"/>
          </a:xfrm>
        </p:grpSpPr>
        <p:sp>
          <p:nvSpPr>
            <p:cNvPr id="84027" name="Line 38">
              <a:extLst>
                <a:ext uri="{FF2B5EF4-FFF2-40B4-BE49-F238E27FC236}">
                  <a16:creationId xmlns:a16="http://schemas.microsoft.com/office/drawing/2014/main" id="{DF8B3151-D78F-4C3A-A67D-2C103C6487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4" y="1385"/>
              <a:ext cx="0" cy="282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028" name="Line 39">
              <a:extLst>
                <a:ext uri="{FF2B5EF4-FFF2-40B4-BE49-F238E27FC236}">
                  <a16:creationId xmlns:a16="http://schemas.microsoft.com/office/drawing/2014/main" id="{CEE607D8-57BC-4D72-8F0E-6D0D55CBF2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" y="1385"/>
              <a:ext cx="0" cy="282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029" name="Text Box 40">
              <a:extLst>
                <a:ext uri="{FF2B5EF4-FFF2-40B4-BE49-F238E27FC236}">
                  <a16:creationId xmlns:a16="http://schemas.microsoft.com/office/drawing/2014/main" id="{ADD9DCE1-C64D-4C75-A0BA-231929C82E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" y="1411"/>
              <a:ext cx="369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被除数（余数）            商                       说      明</a:t>
              </a:r>
            </a:p>
          </p:txBody>
        </p:sp>
        <p:sp>
          <p:nvSpPr>
            <p:cNvPr id="84030" name="Line 41">
              <a:extLst>
                <a:ext uri="{FF2B5EF4-FFF2-40B4-BE49-F238E27FC236}">
                  <a16:creationId xmlns:a16="http://schemas.microsoft.com/office/drawing/2014/main" id="{C469D95B-1761-4591-9F10-7E624D469B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1680"/>
              <a:ext cx="427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031" name="Line 42">
              <a:extLst>
                <a:ext uri="{FF2B5EF4-FFF2-40B4-BE49-F238E27FC236}">
                  <a16:creationId xmlns:a16="http://schemas.microsoft.com/office/drawing/2014/main" id="{C8A0A6B2-A615-45A8-9BBD-A7ECC4C3FA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1373"/>
              <a:ext cx="427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0939" name="Text Box 43">
            <a:extLst>
              <a:ext uri="{FF2B5EF4-FFF2-40B4-BE49-F238E27FC236}">
                <a16:creationId xmlns:a16="http://schemas.microsoft.com/office/drawing/2014/main" id="{309D0493-0F3F-48A4-BCE4-B5D4873768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277938"/>
            <a:ext cx="37512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原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1.1011   [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原</a:t>
            </a: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1.1101</a:t>
            </a:r>
          </a:p>
        </p:txBody>
      </p:sp>
      <p:grpSp>
        <p:nvGrpSpPr>
          <p:cNvPr id="11" name="Group 44">
            <a:extLst>
              <a:ext uri="{FF2B5EF4-FFF2-40B4-BE49-F238E27FC236}">
                <a16:creationId xmlns:a16="http://schemas.microsoft.com/office/drawing/2014/main" id="{28642CE9-B9EB-48A8-AF4D-2DBDE4F40589}"/>
              </a:ext>
            </a:extLst>
          </p:cNvPr>
          <p:cNvGrpSpPr>
            <a:grpSpLocks/>
          </p:cNvGrpSpPr>
          <p:nvPr/>
        </p:nvGrpSpPr>
        <p:grpSpPr bwMode="auto">
          <a:xfrm>
            <a:off x="1066800" y="1741488"/>
            <a:ext cx="3011488" cy="457200"/>
            <a:chOff x="672" y="1097"/>
            <a:chExt cx="1897" cy="288"/>
          </a:xfrm>
        </p:grpSpPr>
        <p:sp>
          <p:nvSpPr>
            <p:cNvPr id="84024" name="Text Box 45">
              <a:extLst>
                <a:ext uri="{FF2B5EF4-FFF2-40B4-BE49-F238E27FC236}">
                  <a16:creationId xmlns:a16="http://schemas.microsoft.com/office/drawing/2014/main" id="{52E9E028-1E0C-455A-A9EA-9BDC8743B8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" y="1097"/>
              <a:ext cx="189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495300" indent="-49530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495300" marR="0" lvl="0" indent="-49530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①   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</a:t>
              </a:r>
              <a:r>
                <a:rPr kumimoji="1" lang="en-US" altLang="zh-CN" sz="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1 </a:t>
              </a:r>
              <a:r>
                <a:rPr kumimoji="1" lang="en-US" altLang="zh-CN" sz="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</a:t>
              </a:r>
              <a:r>
                <a:rPr kumimoji="1" lang="en-US" altLang="zh-CN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= 0</a:t>
              </a:r>
            </a:p>
          </p:txBody>
        </p:sp>
        <p:sp>
          <p:nvSpPr>
            <p:cNvPr id="84025" name="AutoShape 46">
              <a:extLst>
                <a:ext uri="{FF2B5EF4-FFF2-40B4-BE49-F238E27FC236}">
                  <a16:creationId xmlns:a16="http://schemas.microsoft.com/office/drawing/2014/main" id="{EB2F06F4-6523-4924-ADC1-647388D19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7" y="1171"/>
              <a:ext cx="125" cy="125"/>
            </a:xfrm>
            <a:prstGeom prst="flowChartOr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026" name="AutoShape 47">
              <a:extLst>
                <a:ext uri="{FF2B5EF4-FFF2-40B4-BE49-F238E27FC236}">
                  <a16:creationId xmlns:a16="http://schemas.microsoft.com/office/drawing/2014/main" id="{33154CDB-08D1-4877-AB4F-956FE9E18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1171"/>
              <a:ext cx="125" cy="125"/>
            </a:xfrm>
            <a:prstGeom prst="flowChartOr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0944" name="Text Box 48">
            <a:extLst>
              <a:ext uri="{FF2B5EF4-FFF2-40B4-BE49-F238E27FC236}">
                <a16:creationId xmlns:a16="http://schemas.microsoft.com/office/drawing/2014/main" id="{02E13038-69AE-4C55-A451-E46510F6EB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3150" y="2189163"/>
            <a:ext cx="4905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95300" indent="-4953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95300" marR="0" lvl="0" indent="-4953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②</a:t>
            </a:r>
          </a:p>
        </p:txBody>
      </p:sp>
      <p:grpSp>
        <p:nvGrpSpPr>
          <p:cNvPr id="14" name="Group 49">
            <a:extLst>
              <a:ext uri="{FF2B5EF4-FFF2-40B4-BE49-F238E27FC236}">
                <a16:creationId xmlns:a16="http://schemas.microsoft.com/office/drawing/2014/main" id="{C93816A9-C8FE-4E52-AE1A-325A37156808}"/>
              </a:ext>
            </a:extLst>
          </p:cNvPr>
          <p:cNvGrpSpPr>
            <a:grpSpLocks/>
          </p:cNvGrpSpPr>
          <p:nvPr/>
        </p:nvGrpSpPr>
        <p:grpSpPr bwMode="auto">
          <a:xfrm>
            <a:off x="457200" y="609600"/>
            <a:ext cx="6721475" cy="720725"/>
            <a:chOff x="288" y="384"/>
            <a:chExt cx="4234" cy="454"/>
          </a:xfrm>
        </p:grpSpPr>
        <p:grpSp>
          <p:nvGrpSpPr>
            <p:cNvPr id="84014" name="Group 50">
              <a:extLst>
                <a:ext uri="{FF2B5EF4-FFF2-40B4-BE49-F238E27FC236}">
                  <a16:creationId xmlns:a16="http://schemas.microsoft.com/office/drawing/2014/main" id="{D88885E5-5E5C-4ED1-9EA8-68BB4F3532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384"/>
              <a:ext cx="3466" cy="454"/>
              <a:chOff x="1056" y="384"/>
              <a:chExt cx="3466" cy="454"/>
            </a:xfrm>
          </p:grpSpPr>
          <p:sp>
            <p:nvSpPr>
              <p:cNvPr id="84016" name="Text Box 51">
                <a:extLst>
                  <a:ext uri="{FF2B5EF4-FFF2-40B4-BE49-F238E27FC236}">
                    <a16:creationId xmlns:a16="http://schemas.microsoft.com/office/drawing/2014/main" id="{3695F236-FB2C-494A-9000-6E033E45F1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56" y="512"/>
                <a:ext cx="225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x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= 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– 0.1011   </a:t>
                </a:r>
                <a:r>
                  <a:rPr kumimoji="1" lang="en-US" altLang="zh-CN" sz="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 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 </a:t>
                </a:r>
                <a:r>
                  <a:rPr kumimoji="1" lang="en-US" altLang="zh-CN" sz="24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y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 = – 0.1101</a:t>
                </a:r>
              </a:p>
            </p:txBody>
          </p:sp>
          <p:sp>
            <p:nvSpPr>
              <p:cNvPr id="84017" name="Text Box 52">
                <a:extLst>
                  <a:ext uri="{FF2B5EF4-FFF2-40B4-BE49-F238E27FC236}">
                    <a16:creationId xmlns:a16="http://schemas.microsoft.com/office/drawing/2014/main" id="{955905AC-63DD-4452-8325-CAC17EB833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10" y="500"/>
                <a:ext cx="30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求</a:t>
                </a:r>
              </a:p>
            </p:txBody>
          </p:sp>
          <p:grpSp>
            <p:nvGrpSpPr>
              <p:cNvPr id="84018" name="Group 53">
                <a:extLst>
                  <a:ext uri="{FF2B5EF4-FFF2-40B4-BE49-F238E27FC236}">
                    <a16:creationId xmlns:a16="http://schemas.microsoft.com/office/drawing/2014/main" id="{93BC84DA-6ED3-49F6-86AD-384EDED4F1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72" y="384"/>
                <a:ext cx="650" cy="454"/>
                <a:chOff x="902" y="1536"/>
                <a:chExt cx="650" cy="454"/>
              </a:xfrm>
            </p:grpSpPr>
            <p:sp>
              <p:nvSpPr>
                <p:cNvPr id="84019" name="Text Box 54">
                  <a:extLst>
                    <a:ext uri="{FF2B5EF4-FFF2-40B4-BE49-F238E27FC236}">
                      <a16:creationId xmlns:a16="http://schemas.microsoft.com/office/drawing/2014/main" id="{E3DA48ED-5101-4A42-B67A-82AF48CC552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02" y="1626"/>
                  <a:ext cx="650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[    ]</a:t>
                  </a:r>
                  <a:r>
                    <a:rPr kumimoji="1" lang="zh-CN" altLang="en-US" sz="20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原</a:t>
                  </a:r>
                  <a:r>
                    <a: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 </a:t>
                  </a:r>
                </a:p>
              </p:txBody>
            </p:sp>
            <p:grpSp>
              <p:nvGrpSpPr>
                <p:cNvPr id="84020" name="Group 55">
                  <a:extLst>
                    <a:ext uri="{FF2B5EF4-FFF2-40B4-BE49-F238E27FC236}">
                      <a16:creationId xmlns:a16="http://schemas.microsoft.com/office/drawing/2014/main" id="{C92137CA-69F6-43D5-AAFF-253A484215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036" y="1536"/>
                  <a:ext cx="212" cy="454"/>
                  <a:chOff x="1056" y="1728"/>
                  <a:chExt cx="212" cy="454"/>
                </a:xfrm>
              </p:grpSpPr>
              <p:sp>
                <p:nvSpPr>
                  <p:cNvPr id="84021" name="Text Box 56">
                    <a:extLst>
                      <a:ext uri="{FF2B5EF4-FFF2-40B4-BE49-F238E27FC236}">
                        <a16:creationId xmlns:a16="http://schemas.microsoft.com/office/drawing/2014/main" id="{B0569807-C23F-410E-9993-46E86E5A005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056" y="1728"/>
                    <a:ext cx="212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4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x</a:t>
                    </a:r>
                  </a:p>
                </p:txBody>
              </p:sp>
              <p:sp>
                <p:nvSpPr>
                  <p:cNvPr id="84022" name="Text Box 57">
                    <a:extLst>
                      <a:ext uri="{FF2B5EF4-FFF2-40B4-BE49-F238E27FC236}">
                        <a16:creationId xmlns:a16="http://schemas.microsoft.com/office/drawing/2014/main" id="{FD8CBA61-728D-4A79-8170-B30A246A01C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056" y="1894"/>
                    <a:ext cx="201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4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y</a:t>
                    </a:r>
                  </a:p>
                </p:txBody>
              </p:sp>
              <p:sp>
                <p:nvSpPr>
                  <p:cNvPr id="84023" name="Line 58">
                    <a:extLst>
                      <a:ext uri="{FF2B5EF4-FFF2-40B4-BE49-F238E27FC236}">
                        <a16:creationId xmlns:a16="http://schemas.microsoft.com/office/drawing/2014/main" id="{C7A17105-10B9-4650-8A2D-8B46B91D64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070" y="1990"/>
                    <a:ext cx="190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84015" name="Text Box 59">
              <a:extLst>
                <a:ext uri="{FF2B5EF4-FFF2-40B4-BE49-F238E27FC236}">
                  <a16:creationId xmlns:a16="http://schemas.microsoft.com/office/drawing/2014/main" id="{074FD98E-1135-4893-AC02-71F624F33A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" y="489"/>
              <a:ext cx="815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例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2.4-1</a:t>
              </a:r>
            </a:p>
          </p:txBody>
        </p:sp>
      </p:grpSp>
      <p:sp>
        <p:nvSpPr>
          <p:cNvPr id="80956" name="Text Box 60">
            <a:extLst>
              <a:ext uri="{FF2B5EF4-FFF2-40B4-BE49-F238E27FC236}">
                <a16:creationId xmlns:a16="http://schemas.microsoft.com/office/drawing/2014/main" id="{B2B658E5-D5EA-4999-BE96-5B20C9EFA0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1250" y="5430838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</a:p>
        </p:txBody>
      </p:sp>
      <p:grpSp>
        <p:nvGrpSpPr>
          <p:cNvPr id="27" name="Group 61">
            <a:extLst>
              <a:ext uri="{FF2B5EF4-FFF2-40B4-BE49-F238E27FC236}">
                <a16:creationId xmlns:a16="http://schemas.microsoft.com/office/drawing/2014/main" id="{C3337FAB-5D27-4356-B35F-26C80065E913}"/>
              </a:ext>
            </a:extLst>
          </p:cNvPr>
          <p:cNvGrpSpPr>
            <a:grpSpLocks/>
          </p:cNvGrpSpPr>
          <p:nvPr/>
        </p:nvGrpSpPr>
        <p:grpSpPr bwMode="auto">
          <a:xfrm>
            <a:off x="1833563" y="4233863"/>
            <a:ext cx="5665787" cy="457200"/>
            <a:chOff x="1155" y="2667"/>
            <a:chExt cx="3569" cy="288"/>
          </a:xfrm>
        </p:grpSpPr>
        <p:sp>
          <p:nvSpPr>
            <p:cNvPr id="84011" name="Text Box 62">
              <a:extLst>
                <a:ext uri="{FF2B5EF4-FFF2-40B4-BE49-F238E27FC236}">
                  <a16:creationId xmlns:a16="http://schemas.microsoft.com/office/drawing/2014/main" id="{C0810A2E-A7FE-4251-B141-D62AED1B7F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5" y="2667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0 . 1 0 1 1</a:t>
              </a:r>
            </a:p>
          </p:txBody>
        </p:sp>
        <p:sp>
          <p:nvSpPr>
            <p:cNvPr id="84012" name="Text Box 63">
              <a:extLst>
                <a:ext uri="{FF2B5EF4-FFF2-40B4-BE49-F238E27FC236}">
                  <a16:creationId xmlns:a16="http://schemas.microsoft.com/office/drawing/2014/main" id="{A3D6C030-9EF9-4D13-9808-741ADB128D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667"/>
              <a:ext cx="10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恢复后的余数</a:t>
              </a:r>
            </a:p>
          </p:txBody>
        </p:sp>
        <p:sp>
          <p:nvSpPr>
            <p:cNvPr id="84013" name="Text Box 64">
              <a:extLst>
                <a:ext uri="{FF2B5EF4-FFF2-40B4-BE49-F238E27FC236}">
                  <a16:creationId xmlns:a16="http://schemas.microsoft.com/office/drawing/2014/main" id="{867D1186-2CAE-4414-B667-8D202C9244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0" y="2667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sp>
        <p:nvSpPr>
          <p:cNvPr id="80961" name="Text Box 65">
            <a:extLst>
              <a:ext uri="{FF2B5EF4-FFF2-40B4-BE49-F238E27FC236}">
                <a16:creationId xmlns:a16="http://schemas.microsoft.com/office/drawing/2014/main" id="{D6EB4B74-06CB-4176-AECD-265D19DDE5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3849688"/>
            <a:ext cx="1676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+[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80962" name="Text Box 66">
            <a:extLst>
              <a:ext uri="{FF2B5EF4-FFF2-40B4-BE49-F238E27FC236}">
                <a16:creationId xmlns:a16="http://schemas.microsoft.com/office/drawing/2014/main" id="{F1E68708-3D22-4DA5-81AB-0C8C5A6865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0" y="1277938"/>
            <a:ext cx="4191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0.1101  [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1.0011</a:t>
            </a:r>
          </a:p>
        </p:txBody>
      </p:sp>
      <p:sp>
        <p:nvSpPr>
          <p:cNvPr id="80963" name="AutoShape 67">
            <a:extLst>
              <a:ext uri="{FF2B5EF4-FFF2-40B4-BE49-F238E27FC236}">
                <a16:creationId xmlns:a16="http://schemas.microsoft.com/office/drawing/2014/main" id="{CC8AB091-4734-47C2-818B-C7711FE37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8" y="4495800"/>
            <a:ext cx="1317625" cy="450850"/>
          </a:xfrm>
          <a:prstGeom prst="wedgeRoundRectCallout">
            <a:avLst>
              <a:gd name="adj1" fmla="val 58681"/>
              <a:gd name="adj2" fmla="val 31250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逻辑左移</a:t>
            </a:r>
          </a:p>
        </p:txBody>
      </p:sp>
      <p:sp>
        <p:nvSpPr>
          <p:cNvPr id="80964" name="AutoShape 68">
            <a:extLst>
              <a:ext uri="{FF2B5EF4-FFF2-40B4-BE49-F238E27FC236}">
                <a16:creationId xmlns:a16="http://schemas.microsoft.com/office/drawing/2014/main" id="{1488C14E-3ECF-4B6E-A651-E3C832DA0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8" y="5715000"/>
            <a:ext cx="1317625" cy="450850"/>
          </a:xfrm>
          <a:prstGeom prst="wedgeRoundRectCallout">
            <a:avLst>
              <a:gd name="adj1" fmla="val 58681"/>
              <a:gd name="adj2" fmla="val 31250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逻辑左移</a:t>
            </a:r>
          </a:p>
        </p:txBody>
      </p:sp>
      <p:grpSp>
        <p:nvGrpSpPr>
          <p:cNvPr id="28" name="Group 70">
            <a:extLst>
              <a:ext uri="{FF2B5EF4-FFF2-40B4-BE49-F238E27FC236}">
                <a16:creationId xmlns:a16="http://schemas.microsoft.com/office/drawing/2014/main" id="{D086E037-653B-4D50-B024-7BBD9ACA4D1D}"/>
              </a:ext>
            </a:extLst>
          </p:cNvPr>
          <p:cNvGrpSpPr>
            <a:grpSpLocks/>
          </p:cNvGrpSpPr>
          <p:nvPr/>
        </p:nvGrpSpPr>
        <p:grpSpPr bwMode="auto">
          <a:xfrm>
            <a:off x="1835150" y="2708275"/>
            <a:ext cx="1368425" cy="1944688"/>
            <a:chOff x="1156" y="1706"/>
            <a:chExt cx="862" cy="1225"/>
          </a:xfrm>
        </p:grpSpPr>
        <p:sp>
          <p:nvSpPr>
            <p:cNvPr id="84009" name="AutoShape 71">
              <a:extLst>
                <a:ext uri="{FF2B5EF4-FFF2-40B4-BE49-F238E27FC236}">
                  <a16:creationId xmlns:a16="http://schemas.microsoft.com/office/drawing/2014/main" id="{07A67763-0215-4A55-8CD7-EAB8F68B9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6" y="1706"/>
              <a:ext cx="862" cy="227"/>
            </a:xfrm>
            <a:prstGeom prst="flowChartAlternateProcess">
              <a:avLst/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010" name="AutoShape 72">
              <a:extLst>
                <a:ext uri="{FF2B5EF4-FFF2-40B4-BE49-F238E27FC236}">
                  <a16:creationId xmlns:a16="http://schemas.microsoft.com/office/drawing/2014/main" id="{A8FEB093-CBA7-4F7F-BDBD-D5F6CC62F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6" y="2704"/>
              <a:ext cx="862" cy="227"/>
            </a:xfrm>
            <a:prstGeom prst="flowChartAlternateProcess">
              <a:avLst/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0970" name="Text Box 74">
            <a:extLst>
              <a:ext uri="{FF2B5EF4-FFF2-40B4-BE49-F238E27FC236}">
                <a16:creationId xmlns:a16="http://schemas.microsoft.com/office/drawing/2014/main" id="{A6C542CE-4F71-49C1-AFB8-5B161E116C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7813" y="3068638"/>
            <a:ext cx="43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+</a:t>
            </a:r>
          </a:p>
        </p:txBody>
      </p:sp>
      <p:sp>
        <p:nvSpPr>
          <p:cNvPr id="80971" name="Text Box 75">
            <a:extLst>
              <a:ext uri="{FF2B5EF4-FFF2-40B4-BE49-F238E27FC236}">
                <a16:creationId xmlns:a16="http://schemas.microsoft.com/office/drawing/2014/main" id="{49581006-53D5-4015-9F63-C04D4F9439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7813" y="3835400"/>
            <a:ext cx="43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+</a:t>
            </a:r>
          </a:p>
        </p:txBody>
      </p:sp>
      <p:sp>
        <p:nvSpPr>
          <p:cNvPr id="80972" name="Text Box 76">
            <a:extLst>
              <a:ext uri="{FF2B5EF4-FFF2-40B4-BE49-F238E27FC236}">
                <a16:creationId xmlns:a16="http://schemas.microsoft.com/office/drawing/2014/main" id="{7F7944FE-1887-4091-9950-C699B9442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7813" y="5059363"/>
            <a:ext cx="43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+</a:t>
            </a:r>
          </a:p>
        </p:txBody>
      </p:sp>
      <p:sp>
        <p:nvSpPr>
          <p:cNvPr id="80973" name="Text Box 77">
            <a:extLst>
              <a:ext uri="{FF2B5EF4-FFF2-40B4-BE49-F238E27FC236}">
                <a16:creationId xmlns:a16="http://schemas.microsoft.com/office/drawing/2014/main" id="{22A8895B-6921-4660-8724-65D4C7C98C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7813" y="6237288"/>
            <a:ext cx="43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+</a:t>
            </a:r>
          </a:p>
        </p:txBody>
      </p:sp>
      <p:sp>
        <p:nvSpPr>
          <p:cNvPr id="80974" name="Line 78">
            <a:extLst>
              <a:ext uri="{FF2B5EF4-FFF2-40B4-BE49-F238E27FC236}">
                <a16:creationId xmlns:a16="http://schemas.microsoft.com/office/drawing/2014/main" id="{DFD1F84D-C513-4505-9415-A0678ED9513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35113" y="6669088"/>
            <a:ext cx="67818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矩形 78">
            <a:extLst>
              <a:ext uri="{FF2B5EF4-FFF2-40B4-BE49-F238E27FC236}">
                <a16:creationId xmlns:a16="http://schemas.microsoft.com/office/drawing/2014/main" id="{BC6747A9-DD00-4FF0-97ED-CB06D56020B7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3871272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0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0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0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80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80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80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809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80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0" dur="500"/>
                                        <p:tgtEl>
                                          <p:spTgt spid="80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2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64" dur="500"/>
                                        <p:tgtEl>
                                          <p:spTgt spid="80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4" dur="500"/>
                                        <p:tgtEl>
                                          <p:spTgt spid="80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9" dur="500"/>
                                        <p:tgtEl>
                                          <p:spTgt spid="809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4" dur="500"/>
                                        <p:tgtEl>
                                          <p:spTgt spid="80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9" dur="500"/>
                                        <p:tgtEl>
                                          <p:spTgt spid="80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80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4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96" dur="500"/>
                                        <p:tgtEl>
                                          <p:spTgt spid="809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6" dur="500"/>
                                        <p:tgtEl>
                                          <p:spTgt spid="80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1" dur="500"/>
                                        <p:tgtEl>
                                          <p:spTgt spid="80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 nodeType="clickPar">
                      <p:stCondLst>
                        <p:cond delay="indefinite"/>
                      </p:stCondLst>
                      <p:childTnLst>
                        <p:par>
                          <p:cTn id="1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6" dur="500"/>
                                        <p:tgtEl>
                                          <p:spTgt spid="80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9" dur="500"/>
                                        <p:tgtEl>
                                          <p:spTgt spid="80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31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33" dur="500"/>
                                        <p:tgtEl>
                                          <p:spTgt spid="80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 nodeType="clickPar">
                      <p:stCondLst>
                        <p:cond delay="indefinite"/>
                      </p:stCondLst>
                      <p:childTnLst>
                        <p:par>
                          <p:cTn id="1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 nodeType="clickPar">
                      <p:stCondLst>
                        <p:cond delay="indefinite"/>
                      </p:stCondLst>
                      <p:childTnLst>
                        <p:par>
                          <p:cTn id="1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3" dur="500"/>
                                        <p:tgtEl>
                                          <p:spTgt spid="80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 nodeType="clickPar">
                      <p:stCondLst>
                        <p:cond delay="indefinite"/>
                      </p:stCondLst>
                      <p:childTnLst>
                        <p:par>
                          <p:cTn id="1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 nodeType="clickPar">
                      <p:stCondLst>
                        <p:cond delay="indefinite"/>
                      </p:stCondLst>
                      <p:childTnLst>
                        <p:par>
                          <p:cTn id="1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3" dur="500"/>
                                        <p:tgtEl>
                                          <p:spTgt spid="80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8" dur="500"/>
                                        <p:tgtEl>
                                          <p:spTgt spid="809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3" dur="500"/>
                                        <p:tgtEl>
                                          <p:spTgt spid="80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6" dur="500"/>
                                        <p:tgtEl>
                                          <p:spTgt spid="80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68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0" dur="500"/>
                                        <p:tgtEl>
                                          <p:spTgt spid="80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899" grpId="0" autoUpdateAnimBg="0"/>
      <p:bldP spid="80900" grpId="0" autoUpdateAnimBg="0"/>
      <p:bldP spid="80901" grpId="0" autoUpdateAnimBg="0"/>
      <p:bldP spid="80902" grpId="0" autoUpdateAnimBg="0"/>
      <p:bldP spid="80903" grpId="0" autoUpdateAnimBg="0"/>
      <p:bldP spid="80905" grpId="0" autoUpdateAnimBg="0"/>
      <p:bldP spid="80906" grpId="0" autoUpdateAnimBg="0"/>
      <p:bldP spid="80910" grpId="0" autoUpdateAnimBg="0"/>
      <p:bldP spid="80911" grpId="0" autoUpdateAnimBg="0"/>
      <p:bldP spid="80917" grpId="0" autoUpdateAnimBg="0"/>
      <p:bldP spid="80931" grpId="0" autoUpdateAnimBg="0"/>
      <p:bldP spid="80932" grpId="0" autoUpdateAnimBg="0"/>
      <p:bldP spid="80939" grpId="0" autoUpdateAnimBg="0"/>
      <p:bldP spid="80944" grpId="0" autoUpdateAnimBg="0"/>
      <p:bldP spid="80956" grpId="0" autoUpdateAnimBg="0"/>
      <p:bldP spid="80961" grpId="0" autoUpdateAnimBg="0"/>
      <p:bldP spid="80962" grpId="0" autoUpdateAnimBg="0"/>
      <p:bldP spid="80963" grpId="0" animBg="1" autoUpdateAnimBg="0"/>
      <p:bldP spid="80964" grpId="0" animBg="1" autoUpdateAnimBg="0"/>
      <p:bldP spid="80970" grpId="0"/>
      <p:bldP spid="80971" grpId="0"/>
      <p:bldP spid="80972" grpId="0"/>
      <p:bldP spid="80973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C88E39F6-CA46-47BF-A056-27094B312E00}"/>
              </a:ext>
            </a:extLst>
          </p:cNvPr>
          <p:cNvGrpSpPr>
            <a:grpSpLocks/>
          </p:cNvGrpSpPr>
          <p:nvPr/>
        </p:nvGrpSpPr>
        <p:grpSpPr bwMode="auto">
          <a:xfrm>
            <a:off x="1431925" y="815975"/>
            <a:ext cx="6054725" cy="457200"/>
            <a:chOff x="710" y="514"/>
            <a:chExt cx="3814" cy="288"/>
          </a:xfrm>
        </p:grpSpPr>
        <p:sp>
          <p:nvSpPr>
            <p:cNvPr id="85067" name="Text Box 3">
              <a:extLst>
                <a:ext uri="{FF2B5EF4-FFF2-40B4-BE49-F238E27FC236}">
                  <a16:creationId xmlns:a16="http://schemas.microsoft.com/office/drawing/2014/main" id="{AB28D47E-89C4-4A80-A986-A52F2EB02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0" y="514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0 . 0 1 0 1</a:t>
              </a:r>
            </a:p>
          </p:txBody>
        </p:sp>
        <p:sp>
          <p:nvSpPr>
            <p:cNvPr id="85068" name="Text Box 4">
              <a:extLst>
                <a:ext uri="{FF2B5EF4-FFF2-40B4-BE49-F238E27FC236}">
                  <a16:creationId xmlns:a16="http://schemas.microsoft.com/office/drawing/2014/main" id="{5CFD2334-13CE-4854-A329-D3451C77C4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4" y="514"/>
              <a:ext cx="35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0 1</a:t>
              </a:r>
            </a:p>
          </p:txBody>
        </p:sp>
        <p:sp>
          <p:nvSpPr>
            <p:cNvPr id="85069" name="Text Box 5">
              <a:extLst>
                <a:ext uri="{FF2B5EF4-FFF2-40B4-BE49-F238E27FC236}">
                  <a16:creationId xmlns:a16="http://schemas.microsoft.com/office/drawing/2014/main" id="{8AE8047B-FDB3-4E04-96AC-6C6FDBAAD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8" y="514"/>
              <a:ext cx="13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余数为正，上商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grpSp>
        <p:nvGrpSpPr>
          <p:cNvPr id="84995" name="Group 6">
            <a:extLst>
              <a:ext uri="{FF2B5EF4-FFF2-40B4-BE49-F238E27FC236}">
                <a16:creationId xmlns:a16="http://schemas.microsoft.com/office/drawing/2014/main" id="{37FE959C-619F-4610-B48B-DC9989614980}"/>
              </a:ext>
            </a:extLst>
          </p:cNvPr>
          <p:cNvGrpSpPr>
            <a:grpSpLocks/>
          </p:cNvGrpSpPr>
          <p:nvPr/>
        </p:nvGrpSpPr>
        <p:grpSpPr bwMode="auto">
          <a:xfrm>
            <a:off x="1066800" y="457200"/>
            <a:ext cx="6781800" cy="3808413"/>
            <a:chOff x="480" y="288"/>
            <a:chExt cx="4272" cy="2399"/>
          </a:xfrm>
        </p:grpSpPr>
        <p:sp>
          <p:nvSpPr>
            <p:cNvPr id="85063" name="Line 7">
              <a:extLst>
                <a:ext uri="{FF2B5EF4-FFF2-40B4-BE49-F238E27FC236}">
                  <a16:creationId xmlns:a16="http://schemas.microsoft.com/office/drawing/2014/main" id="{5A857AD9-B034-410B-8A3A-4DDB5FD157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336"/>
              <a:ext cx="0" cy="235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5064" name="Line 8">
              <a:extLst>
                <a:ext uri="{FF2B5EF4-FFF2-40B4-BE49-F238E27FC236}">
                  <a16:creationId xmlns:a16="http://schemas.microsoft.com/office/drawing/2014/main" id="{00E24A2A-AA90-43B0-9D1B-E9D8FA878B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4" y="336"/>
              <a:ext cx="0" cy="235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5065" name="Line 9">
              <a:extLst>
                <a:ext uri="{FF2B5EF4-FFF2-40B4-BE49-F238E27FC236}">
                  <a16:creationId xmlns:a16="http://schemas.microsoft.com/office/drawing/2014/main" id="{F5A70507-F677-49CC-A4E5-22E69A59AE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" y="552"/>
              <a:ext cx="427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5066" name="Text Box 10">
              <a:extLst>
                <a:ext uri="{FF2B5EF4-FFF2-40B4-BE49-F238E27FC236}">
                  <a16:creationId xmlns:a16="http://schemas.microsoft.com/office/drawing/2014/main" id="{E429535F-0852-4C42-8375-62FF34E64D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88"/>
              <a:ext cx="368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被除数（余数）            商                       说      明</a:t>
              </a:r>
            </a:p>
          </p:txBody>
        </p:sp>
      </p:grpSp>
      <p:sp>
        <p:nvSpPr>
          <p:cNvPr id="81931" name="Text Box 11">
            <a:extLst>
              <a:ext uri="{FF2B5EF4-FFF2-40B4-BE49-F238E27FC236}">
                <a16:creationId xmlns:a16="http://schemas.microsoft.com/office/drawing/2014/main" id="{353A713C-28EC-409C-AB05-696CDFBE9B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1925" y="160972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1 . 0 0 1 1</a:t>
            </a:r>
          </a:p>
        </p:txBody>
      </p:sp>
      <p:sp>
        <p:nvSpPr>
          <p:cNvPr id="81932" name="Text Box 12">
            <a:extLst>
              <a:ext uri="{FF2B5EF4-FFF2-40B4-BE49-F238E27FC236}">
                <a16:creationId xmlns:a16="http://schemas.microsoft.com/office/drawing/2014/main" id="{5D805DA0-7679-49BA-BE4C-28D66045F6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1925" y="234315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0 . 1 1 0 1</a:t>
            </a:r>
          </a:p>
        </p:txBody>
      </p:sp>
      <p:sp>
        <p:nvSpPr>
          <p:cNvPr id="81933" name="Text Box 13">
            <a:extLst>
              <a:ext uri="{FF2B5EF4-FFF2-40B4-BE49-F238E27FC236}">
                <a16:creationId xmlns:a16="http://schemas.microsoft.com/office/drawing/2014/main" id="{76219A9C-A153-4486-9F81-DA63DD0CA7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1925" y="347345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1 . 0 0 1 1</a:t>
            </a:r>
          </a:p>
        </p:txBody>
      </p:sp>
      <p:grpSp>
        <p:nvGrpSpPr>
          <p:cNvPr id="6" name="Group 14">
            <a:extLst>
              <a:ext uri="{FF2B5EF4-FFF2-40B4-BE49-F238E27FC236}">
                <a16:creationId xmlns:a16="http://schemas.microsoft.com/office/drawing/2014/main" id="{3B813476-5BCB-4476-A72A-1BE7630A7C22}"/>
              </a:ext>
            </a:extLst>
          </p:cNvPr>
          <p:cNvGrpSpPr>
            <a:grpSpLocks/>
          </p:cNvGrpSpPr>
          <p:nvPr/>
        </p:nvGrpSpPr>
        <p:grpSpPr bwMode="auto">
          <a:xfrm>
            <a:off x="1431925" y="1212850"/>
            <a:ext cx="4603750" cy="457200"/>
            <a:chOff x="710" y="764"/>
            <a:chExt cx="2900" cy="288"/>
          </a:xfrm>
        </p:grpSpPr>
        <p:grpSp>
          <p:nvGrpSpPr>
            <p:cNvPr id="85058" name="Group 15">
              <a:extLst>
                <a:ext uri="{FF2B5EF4-FFF2-40B4-BE49-F238E27FC236}">
                  <a16:creationId xmlns:a16="http://schemas.microsoft.com/office/drawing/2014/main" id="{9ADE3F27-9B3F-4FC9-8B70-1E015C9CA3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6" y="764"/>
              <a:ext cx="394" cy="288"/>
              <a:chOff x="3216" y="780"/>
              <a:chExt cx="394" cy="288"/>
            </a:xfrm>
          </p:grpSpPr>
          <p:sp>
            <p:nvSpPr>
              <p:cNvPr id="85061" name="Text Box 16">
                <a:extLst>
                  <a:ext uri="{FF2B5EF4-FFF2-40B4-BE49-F238E27FC236}">
                    <a16:creationId xmlns:a16="http://schemas.microsoft.com/office/drawing/2014/main" id="{CC6DED77-904A-4975-90EE-AA08FC6807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98" y="780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85062" name="Line 17">
                <a:extLst>
                  <a:ext uri="{FF2B5EF4-FFF2-40B4-BE49-F238E27FC236}">
                    <a16:creationId xmlns:a16="http://schemas.microsoft.com/office/drawing/2014/main" id="{E321A2FA-8604-464B-BA64-C2AAED85D9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16" y="917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85059" name="Text Box 18">
              <a:extLst>
                <a:ext uri="{FF2B5EF4-FFF2-40B4-BE49-F238E27FC236}">
                  <a16:creationId xmlns:a16="http://schemas.microsoft.com/office/drawing/2014/main" id="{5244A1F9-BA5F-48CC-98F5-16677A3F0F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0" y="764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0 . 1 0 1 0</a:t>
              </a:r>
            </a:p>
          </p:txBody>
        </p:sp>
        <p:sp>
          <p:nvSpPr>
            <p:cNvPr id="85060" name="Text Box 19">
              <a:extLst>
                <a:ext uri="{FF2B5EF4-FFF2-40B4-BE49-F238E27FC236}">
                  <a16:creationId xmlns:a16="http://schemas.microsoft.com/office/drawing/2014/main" id="{4929C789-E203-4E51-ADAE-89CAD0492D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0" y="764"/>
              <a:ext cx="50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0 1 1</a:t>
              </a:r>
            </a:p>
          </p:txBody>
        </p:sp>
      </p:grpSp>
      <p:sp>
        <p:nvSpPr>
          <p:cNvPr id="81940" name="Line 20">
            <a:extLst>
              <a:ext uri="{FF2B5EF4-FFF2-40B4-BE49-F238E27FC236}">
                <a16:creationId xmlns:a16="http://schemas.microsoft.com/office/drawing/2014/main" id="{A76CF0A9-31DF-47DC-AE40-CCE5749397A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6800" y="2006600"/>
            <a:ext cx="67818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941" name="Line 21">
            <a:extLst>
              <a:ext uri="{FF2B5EF4-FFF2-40B4-BE49-F238E27FC236}">
                <a16:creationId xmlns:a16="http://schemas.microsoft.com/office/drawing/2014/main" id="{C3A7F3BE-2BD1-4C18-A41A-9F5B00A5E287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6800" y="2740025"/>
            <a:ext cx="67818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942" name="Line 22">
            <a:extLst>
              <a:ext uri="{FF2B5EF4-FFF2-40B4-BE49-F238E27FC236}">
                <a16:creationId xmlns:a16="http://schemas.microsoft.com/office/drawing/2014/main" id="{3A93B62D-1A66-463E-95D7-BFD45CA9382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6800" y="3870325"/>
            <a:ext cx="67818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943" name="Text Box 23">
            <a:extLst>
              <a:ext uri="{FF2B5EF4-FFF2-40B4-BE49-F238E27FC236}">
                <a16:creationId xmlns:a16="http://schemas.microsoft.com/office/drawing/2014/main" id="{BA47426A-4F73-4E4C-8248-02C44830C7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0825" y="1557338"/>
            <a:ext cx="12414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+[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grpSp>
        <p:nvGrpSpPr>
          <p:cNvPr id="9" name="Group 24">
            <a:extLst>
              <a:ext uri="{FF2B5EF4-FFF2-40B4-BE49-F238E27FC236}">
                <a16:creationId xmlns:a16="http://schemas.microsoft.com/office/drawing/2014/main" id="{4B0B2C2E-1476-4475-961B-D2F1C16519D7}"/>
              </a:ext>
            </a:extLst>
          </p:cNvPr>
          <p:cNvGrpSpPr>
            <a:grpSpLocks/>
          </p:cNvGrpSpPr>
          <p:nvPr/>
        </p:nvGrpSpPr>
        <p:grpSpPr bwMode="auto">
          <a:xfrm>
            <a:off x="1431925" y="1946275"/>
            <a:ext cx="6054725" cy="457200"/>
            <a:chOff x="710" y="1226"/>
            <a:chExt cx="3814" cy="288"/>
          </a:xfrm>
        </p:grpSpPr>
        <p:sp>
          <p:nvSpPr>
            <p:cNvPr id="85055" name="Text Box 25">
              <a:extLst>
                <a:ext uri="{FF2B5EF4-FFF2-40B4-BE49-F238E27FC236}">
                  <a16:creationId xmlns:a16="http://schemas.microsoft.com/office/drawing/2014/main" id="{451724DF-1B0B-433C-BC47-1892380B6C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0" y="1226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1 . 1 1 0 1</a:t>
              </a:r>
            </a:p>
          </p:txBody>
        </p:sp>
        <p:sp>
          <p:nvSpPr>
            <p:cNvPr id="85056" name="Text Box 26">
              <a:extLst>
                <a:ext uri="{FF2B5EF4-FFF2-40B4-BE49-F238E27FC236}">
                  <a16:creationId xmlns:a16="http://schemas.microsoft.com/office/drawing/2014/main" id="{62BA2459-1F40-4E4E-93A4-AD060BEBA8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0" y="1226"/>
              <a:ext cx="54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0 1 1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5057" name="Text Box 27">
              <a:extLst>
                <a:ext uri="{FF2B5EF4-FFF2-40B4-BE49-F238E27FC236}">
                  <a16:creationId xmlns:a16="http://schemas.microsoft.com/office/drawing/2014/main" id="{A7CA1C8A-A534-4DD1-A7E3-E41CB22EF9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8" y="1226"/>
              <a:ext cx="13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余数为负，上商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sp>
        <p:nvSpPr>
          <p:cNvPr id="81948" name="Text Box 28">
            <a:extLst>
              <a:ext uri="{FF2B5EF4-FFF2-40B4-BE49-F238E27FC236}">
                <a16:creationId xmlns:a16="http://schemas.microsoft.com/office/drawing/2014/main" id="{F7B0E297-A75C-4381-8EDD-93BF53BC97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0" y="2346325"/>
            <a:ext cx="1200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恢复余数</a:t>
            </a:r>
          </a:p>
        </p:txBody>
      </p:sp>
      <p:grpSp>
        <p:nvGrpSpPr>
          <p:cNvPr id="10" name="Group 29">
            <a:extLst>
              <a:ext uri="{FF2B5EF4-FFF2-40B4-BE49-F238E27FC236}">
                <a16:creationId xmlns:a16="http://schemas.microsoft.com/office/drawing/2014/main" id="{D1FF9138-C146-42B0-AB2F-B5F8B6EA30C8}"/>
              </a:ext>
            </a:extLst>
          </p:cNvPr>
          <p:cNvGrpSpPr>
            <a:grpSpLocks/>
          </p:cNvGrpSpPr>
          <p:nvPr/>
        </p:nvGrpSpPr>
        <p:grpSpPr bwMode="auto">
          <a:xfrm>
            <a:off x="1431925" y="3076575"/>
            <a:ext cx="4603750" cy="457200"/>
            <a:chOff x="710" y="1938"/>
            <a:chExt cx="2900" cy="288"/>
          </a:xfrm>
        </p:grpSpPr>
        <p:sp>
          <p:nvSpPr>
            <p:cNvPr id="85050" name="Text Box 30">
              <a:extLst>
                <a:ext uri="{FF2B5EF4-FFF2-40B4-BE49-F238E27FC236}">
                  <a16:creationId xmlns:a16="http://schemas.microsoft.com/office/drawing/2014/main" id="{7732E662-4A95-47CC-98BF-D7C5CB71ED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0" y="1938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1 . 0 1 0 0</a:t>
              </a:r>
            </a:p>
          </p:txBody>
        </p:sp>
        <p:sp>
          <p:nvSpPr>
            <p:cNvPr id="85051" name="Text Box 31">
              <a:extLst>
                <a:ext uri="{FF2B5EF4-FFF2-40B4-BE49-F238E27FC236}">
                  <a16:creationId xmlns:a16="http://schemas.microsoft.com/office/drawing/2014/main" id="{E96860E5-DAE7-4354-8209-7723AF3B51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3" y="1938"/>
              <a:ext cx="6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0 1 1 0</a:t>
              </a:r>
            </a:p>
          </p:txBody>
        </p:sp>
        <p:grpSp>
          <p:nvGrpSpPr>
            <p:cNvPr id="85052" name="Group 32">
              <a:extLst>
                <a:ext uri="{FF2B5EF4-FFF2-40B4-BE49-F238E27FC236}">
                  <a16:creationId xmlns:a16="http://schemas.microsoft.com/office/drawing/2014/main" id="{0723BEB7-E6C0-415A-843D-55D6724401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6" y="1938"/>
              <a:ext cx="394" cy="288"/>
              <a:chOff x="3216" y="1944"/>
              <a:chExt cx="394" cy="288"/>
            </a:xfrm>
          </p:grpSpPr>
          <p:sp>
            <p:nvSpPr>
              <p:cNvPr id="85053" name="Text Box 33">
                <a:extLst>
                  <a:ext uri="{FF2B5EF4-FFF2-40B4-BE49-F238E27FC236}">
                    <a16:creationId xmlns:a16="http://schemas.microsoft.com/office/drawing/2014/main" id="{16B0A397-CD5A-4E05-AD68-CBF0EA3A9B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98" y="1944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85054" name="Line 34">
                <a:extLst>
                  <a:ext uri="{FF2B5EF4-FFF2-40B4-BE49-F238E27FC236}">
                    <a16:creationId xmlns:a16="http://schemas.microsoft.com/office/drawing/2014/main" id="{CCDD3299-1AD1-401E-9ACC-B385C29A4A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16" y="2081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sp>
        <p:nvSpPr>
          <p:cNvPr id="81955" name="Text Box 35">
            <a:extLst>
              <a:ext uri="{FF2B5EF4-FFF2-40B4-BE49-F238E27FC236}">
                <a16:creationId xmlns:a16="http://schemas.microsoft.com/office/drawing/2014/main" id="{6C33C21A-4D01-481A-A504-69585201BF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0" y="3429000"/>
            <a:ext cx="12414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+[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grpSp>
        <p:nvGrpSpPr>
          <p:cNvPr id="12" name="Group 36">
            <a:extLst>
              <a:ext uri="{FF2B5EF4-FFF2-40B4-BE49-F238E27FC236}">
                <a16:creationId xmlns:a16="http://schemas.microsoft.com/office/drawing/2014/main" id="{C9996BA4-3F65-4ACA-9C6C-9B25F95AE58E}"/>
              </a:ext>
            </a:extLst>
          </p:cNvPr>
          <p:cNvGrpSpPr>
            <a:grpSpLocks/>
          </p:cNvGrpSpPr>
          <p:nvPr/>
        </p:nvGrpSpPr>
        <p:grpSpPr bwMode="auto">
          <a:xfrm>
            <a:off x="1431925" y="3810000"/>
            <a:ext cx="6054725" cy="457200"/>
            <a:chOff x="710" y="2400"/>
            <a:chExt cx="3814" cy="288"/>
          </a:xfrm>
        </p:grpSpPr>
        <p:sp>
          <p:nvSpPr>
            <p:cNvPr id="85047" name="Text Box 37">
              <a:extLst>
                <a:ext uri="{FF2B5EF4-FFF2-40B4-BE49-F238E27FC236}">
                  <a16:creationId xmlns:a16="http://schemas.microsoft.com/office/drawing/2014/main" id="{FCD48030-FD3D-4359-BEC1-9FBC24303E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0" y="2400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0 . 0 1 1 1</a:t>
              </a:r>
            </a:p>
          </p:txBody>
        </p:sp>
        <p:sp>
          <p:nvSpPr>
            <p:cNvPr id="85048" name="Text Box 38">
              <a:extLst>
                <a:ext uri="{FF2B5EF4-FFF2-40B4-BE49-F238E27FC236}">
                  <a16:creationId xmlns:a16="http://schemas.microsoft.com/office/drawing/2014/main" id="{D870D707-920E-4C12-A783-A90C8E3D13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6" y="2400"/>
              <a:ext cx="69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0 1 1 0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5049" name="Text Box 39">
              <a:extLst>
                <a:ext uri="{FF2B5EF4-FFF2-40B4-BE49-F238E27FC236}">
                  <a16:creationId xmlns:a16="http://schemas.microsoft.com/office/drawing/2014/main" id="{1FB88FFC-D4BF-4E11-ACB6-70A31CFBB6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8" y="2400"/>
              <a:ext cx="13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余数为正，上商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grpSp>
        <p:nvGrpSpPr>
          <p:cNvPr id="15" name="Group 40">
            <a:extLst>
              <a:ext uri="{FF2B5EF4-FFF2-40B4-BE49-F238E27FC236}">
                <a16:creationId xmlns:a16="http://schemas.microsoft.com/office/drawing/2014/main" id="{3E7BF127-D598-4CDF-B0C1-F7DCF6DEB0D9}"/>
              </a:ext>
            </a:extLst>
          </p:cNvPr>
          <p:cNvGrpSpPr>
            <a:grpSpLocks/>
          </p:cNvGrpSpPr>
          <p:nvPr/>
        </p:nvGrpSpPr>
        <p:grpSpPr bwMode="auto">
          <a:xfrm>
            <a:off x="1539875" y="4232275"/>
            <a:ext cx="1819275" cy="720725"/>
            <a:chOff x="970" y="2666"/>
            <a:chExt cx="1146" cy="454"/>
          </a:xfrm>
        </p:grpSpPr>
        <p:sp>
          <p:nvSpPr>
            <p:cNvPr id="85042" name="Text Box 41">
              <a:extLst>
                <a:ext uri="{FF2B5EF4-FFF2-40B4-BE49-F238E27FC236}">
                  <a16:creationId xmlns:a16="http://schemas.microsoft.com/office/drawing/2014/main" id="{191F41A5-1E6E-4B6A-8B53-7D12389FE2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0" y="2778"/>
              <a:ext cx="9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 0.1101</a:t>
              </a:r>
            </a:p>
          </p:txBody>
        </p:sp>
        <p:grpSp>
          <p:nvGrpSpPr>
            <p:cNvPr id="85043" name="Group 42">
              <a:extLst>
                <a:ext uri="{FF2B5EF4-FFF2-40B4-BE49-F238E27FC236}">
                  <a16:creationId xmlns:a16="http://schemas.microsoft.com/office/drawing/2014/main" id="{DCC2678D-A9A4-44A9-AFC4-67D0FCE430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0" y="2666"/>
              <a:ext cx="308" cy="454"/>
              <a:chOff x="1056" y="1728"/>
              <a:chExt cx="308" cy="454"/>
            </a:xfrm>
          </p:grpSpPr>
          <p:sp>
            <p:nvSpPr>
              <p:cNvPr id="85044" name="Text Box 43">
                <a:extLst>
                  <a:ext uri="{FF2B5EF4-FFF2-40B4-BE49-F238E27FC236}">
                    <a16:creationId xmlns:a16="http://schemas.microsoft.com/office/drawing/2014/main" id="{746790C1-9E06-4EF4-87B5-72D983AD6F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56" y="1728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x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*</a:t>
                </a:r>
              </a:p>
            </p:txBody>
          </p:sp>
          <p:sp>
            <p:nvSpPr>
              <p:cNvPr id="85045" name="Text Box 44">
                <a:extLst>
                  <a:ext uri="{FF2B5EF4-FFF2-40B4-BE49-F238E27FC236}">
                    <a16:creationId xmlns:a16="http://schemas.microsoft.com/office/drawing/2014/main" id="{8A4113FB-D58F-4389-BADF-6D9C519490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56" y="1894"/>
                <a:ext cx="297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*</a:t>
                </a:r>
              </a:p>
            </p:txBody>
          </p:sp>
          <p:sp>
            <p:nvSpPr>
              <p:cNvPr id="85046" name="Line 45">
                <a:extLst>
                  <a:ext uri="{FF2B5EF4-FFF2-40B4-BE49-F238E27FC236}">
                    <a16:creationId xmlns:a16="http://schemas.microsoft.com/office/drawing/2014/main" id="{B53963FB-AE61-4195-9302-1CAB4BF73B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70" y="1990"/>
                <a:ext cx="19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21" name="Group 46">
            <a:extLst>
              <a:ext uri="{FF2B5EF4-FFF2-40B4-BE49-F238E27FC236}">
                <a16:creationId xmlns:a16="http://schemas.microsoft.com/office/drawing/2014/main" id="{1C8B67FD-6971-4A97-A17E-1A7BBD0314EB}"/>
              </a:ext>
            </a:extLst>
          </p:cNvPr>
          <p:cNvGrpSpPr>
            <a:grpSpLocks/>
          </p:cNvGrpSpPr>
          <p:nvPr/>
        </p:nvGrpSpPr>
        <p:grpSpPr bwMode="auto">
          <a:xfrm>
            <a:off x="457200" y="4648200"/>
            <a:ext cx="2901950" cy="773113"/>
            <a:chOff x="288" y="2928"/>
            <a:chExt cx="1828" cy="487"/>
          </a:xfrm>
        </p:grpSpPr>
        <p:sp>
          <p:nvSpPr>
            <p:cNvPr id="85034" name="Text Box 47">
              <a:extLst>
                <a:ext uri="{FF2B5EF4-FFF2-40B4-BE49-F238E27FC236}">
                  <a16:creationId xmlns:a16="http://schemas.microsoft.com/office/drawing/2014/main" id="{3E21665A-F5A6-423B-A705-8904CC1B2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" y="3088"/>
              <a:ext cx="39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∴ </a:t>
              </a:r>
            </a:p>
          </p:txBody>
        </p:sp>
        <p:grpSp>
          <p:nvGrpSpPr>
            <p:cNvPr id="85035" name="Group 48">
              <a:extLst>
                <a:ext uri="{FF2B5EF4-FFF2-40B4-BE49-F238E27FC236}">
                  <a16:creationId xmlns:a16="http://schemas.microsoft.com/office/drawing/2014/main" id="{97EA281B-C772-4BB3-A5FB-B5BDAC3783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" y="2928"/>
              <a:ext cx="619" cy="454"/>
              <a:chOff x="1085" y="1898"/>
              <a:chExt cx="619" cy="454"/>
            </a:xfrm>
          </p:grpSpPr>
          <p:sp>
            <p:nvSpPr>
              <p:cNvPr id="85037" name="Text Box 49">
                <a:extLst>
                  <a:ext uri="{FF2B5EF4-FFF2-40B4-BE49-F238E27FC236}">
                    <a16:creationId xmlns:a16="http://schemas.microsoft.com/office/drawing/2014/main" id="{044017D6-68F9-4886-A4FC-0BA3DF060B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85" y="1988"/>
                <a:ext cx="619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[    ]</a:t>
                </a:r>
                <a:r>
                  <a:rPr kumimoji="1" lang="zh-CN" altLang="en-US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原</a:t>
                </a:r>
                <a:endPara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85038" name="Group 50">
                <a:extLst>
                  <a:ext uri="{FF2B5EF4-FFF2-40B4-BE49-F238E27FC236}">
                    <a16:creationId xmlns:a16="http://schemas.microsoft.com/office/drawing/2014/main" id="{4D125174-B8BE-4CB3-9719-D02087B08D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19" y="1898"/>
                <a:ext cx="212" cy="454"/>
                <a:chOff x="1056" y="1728"/>
                <a:chExt cx="212" cy="454"/>
              </a:xfrm>
            </p:grpSpPr>
            <p:sp>
              <p:nvSpPr>
                <p:cNvPr id="85039" name="Text Box 51">
                  <a:extLst>
                    <a:ext uri="{FF2B5EF4-FFF2-40B4-BE49-F238E27FC236}">
                      <a16:creationId xmlns:a16="http://schemas.microsoft.com/office/drawing/2014/main" id="{DB44E50D-5A3D-4431-84A1-5D8E4EC2737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56" y="1728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x</a:t>
                  </a:r>
                </a:p>
              </p:txBody>
            </p:sp>
            <p:sp>
              <p:nvSpPr>
                <p:cNvPr id="85040" name="Text Box 52">
                  <a:extLst>
                    <a:ext uri="{FF2B5EF4-FFF2-40B4-BE49-F238E27FC236}">
                      <a16:creationId xmlns:a16="http://schemas.microsoft.com/office/drawing/2014/main" id="{8CC1122C-F38E-4CBF-AFBC-F1CF31137C6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56" y="1894"/>
                  <a:ext cx="201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</a:p>
              </p:txBody>
            </p:sp>
            <p:sp>
              <p:nvSpPr>
                <p:cNvPr id="85041" name="Line 53">
                  <a:extLst>
                    <a:ext uri="{FF2B5EF4-FFF2-40B4-BE49-F238E27FC236}">
                      <a16:creationId xmlns:a16="http://schemas.microsoft.com/office/drawing/2014/main" id="{CFA28745-A9B4-4B62-9FA9-808AB10668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70" y="1990"/>
                  <a:ext cx="190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85036" name="Text Box 54">
              <a:extLst>
                <a:ext uri="{FF2B5EF4-FFF2-40B4-BE49-F238E27FC236}">
                  <a16:creationId xmlns:a16="http://schemas.microsoft.com/office/drawing/2014/main" id="{01B4145A-E8DE-4DEA-8C73-F2F5C574E2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0" y="3040"/>
              <a:ext cx="9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 0.1101</a:t>
              </a:r>
            </a:p>
          </p:txBody>
        </p:sp>
      </p:grpSp>
      <p:sp>
        <p:nvSpPr>
          <p:cNvPr id="81975" name="Text Box 55">
            <a:extLst>
              <a:ext uri="{FF2B5EF4-FFF2-40B4-BE49-F238E27FC236}">
                <a16:creationId xmlns:a16="http://schemas.microsoft.com/office/drawing/2014/main" id="{660EA03C-D67D-4E0F-9DCB-13D979C96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8550" y="4516438"/>
            <a:ext cx="14081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上商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5 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次</a:t>
            </a:r>
          </a:p>
        </p:txBody>
      </p:sp>
      <p:sp>
        <p:nvSpPr>
          <p:cNvPr id="81976" name="Text Box 56">
            <a:extLst>
              <a:ext uri="{FF2B5EF4-FFF2-40B4-BE49-F238E27FC236}">
                <a16:creationId xmlns:a16="http://schemas.microsoft.com/office/drawing/2014/main" id="{5E130AB6-CC5E-486E-A6E3-3B827D359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8550" y="50292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第一次上商判溢出</a:t>
            </a:r>
          </a:p>
        </p:txBody>
      </p:sp>
      <p:sp>
        <p:nvSpPr>
          <p:cNvPr id="81977" name="Text Box 57">
            <a:extLst>
              <a:ext uri="{FF2B5EF4-FFF2-40B4-BE49-F238E27FC236}">
                <a16:creationId xmlns:a16="http://schemas.microsoft.com/office/drawing/2014/main" id="{83E9C9FE-4B46-46FC-A5BA-24A06FAB46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5562600"/>
            <a:ext cx="25558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余数为正    上商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</a:p>
        </p:txBody>
      </p:sp>
      <p:sp>
        <p:nvSpPr>
          <p:cNvPr id="81978" name="Text Box 58">
            <a:extLst>
              <a:ext uri="{FF2B5EF4-FFF2-40B4-BE49-F238E27FC236}">
                <a16:creationId xmlns:a16="http://schemas.microsoft.com/office/drawing/2014/main" id="{D8DC6A86-3C12-42F2-A2D1-E011B6D61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6170613"/>
            <a:ext cx="4087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余数为负    上商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，恢复余数</a:t>
            </a:r>
          </a:p>
        </p:txBody>
      </p:sp>
      <p:sp>
        <p:nvSpPr>
          <p:cNvPr id="81979" name="Text Box 59">
            <a:extLst>
              <a:ext uri="{FF2B5EF4-FFF2-40B4-BE49-F238E27FC236}">
                <a16:creationId xmlns:a16="http://schemas.microsoft.com/office/drawing/2014/main" id="{1819B54A-1B0D-4758-8532-54CF494BF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8550" y="5551488"/>
            <a:ext cx="1101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移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 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次</a:t>
            </a:r>
          </a:p>
        </p:txBody>
      </p:sp>
      <p:sp>
        <p:nvSpPr>
          <p:cNvPr id="81980" name="Text Box 60">
            <a:extLst>
              <a:ext uri="{FF2B5EF4-FFF2-40B4-BE49-F238E27FC236}">
                <a16:creationId xmlns:a16="http://schemas.microsoft.com/office/drawing/2014/main" id="{29EE3D36-7686-4C75-99A3-79117F3E58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9600" y="81597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</a:p>
        </p:txBody>
      </p:sp>
      <p:sp>
        <p:nvSpPr>
          <p:cNvPr id="81981" name="Text Box 61">
            <a:extLst>
              <a:ext uri="{FF2B5EF4-FFF2-40B4-BE49-F238E27FC236}">
                <a16:creationId xmlns:a16="http://schemas.microsoft.com/office/drawing/2014/main" id="{B200139B-476A-45E2-AF0D-EFC1B4329B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9600" y="194627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grpSp>
        <p:nvGrpSpPr>
          <p:cNvPr id="28" name="Group 62">
            <a:extLst>
              <a:ext uri="{FF2B5EF4-FFF2-40B4-BE49-F238E27FC236}">
                <a16:creationId xmlns:a16="http://schemas.microsoft.com/office/drawing/2014/main" id="{B2789D2B-9DF9-42BE-A140-567AC0C1E04F}"/>
              </a:ext>
            </a:extLst>
          </p:cNvPr>
          <p:cNvGrpSpPr>
            <a:grpSpLocks/>
          </p:cNvGrpSpPr>
          <p:nvPr/>
        </p:nvGrpSpPr>
        <p:grpSpPr bwMode="auto">
          <a:xfrm>
            <a:off x="1431925" y="2679700"/>
            <a:ext cx="5610225" cy="457200"/>
            <a:chOff x="710" y="1688"/>
            <a:chExt cx="3534" cy="288"/>
          </a:xfrm>
        </p:grpSpPr>
        <p:sp>
          <p:nvSpPr>
            <p:cNvPr id="85031" name="Text Box 63">
              <a:extLst>
                <a:ext uri="{FF2B5EF4-FFF2-40B4-BE49-F238E27FC236}">
                  <a16:creationId xmlns:a16="http://schemas.microsoft.com/office/drawing/2014/main" id="{F92D296D-41F6-4F42-9A52-2ECA6A8CB9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0" y="1688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0 . 1 0 1 0</a:t>
              </a:r>
            </a:p>
          </p:txBody>
        </p:sp>
        <p:sp>
          <p:nvSpPr>
            <p:cNvPr id="85032" name="Text Box 64">
              <a:extLst>
                <a:ext uri="{FF2B5EF4-FFF2-40B4-BE49-F238E27FC236}">
                  <a16:creationId xmlns:a16="http://schemas.microsoft.com/office/drawing/2014/main" id="{A380641D-2FC8-46F1-811D-E323900144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8" y="1688"/>
              <a:ext cx="10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恢复后的余数</a:t>
              </a:r>
            </a:p>
          </p:txBody>
        </p:sp>
        <p:sp>
          <p:nvSpPr>
            <p:cNvPr id="85033" name="Text Box 65">
              <a:extLst>
                <a:ext uri="{FF2B5EF4-FFF2-40B4-BE49-F238E27FC236}">
                  <a16:creationId xmlns:a16="http://schemas.microsoft.com/office/drawing/2014/main" id="{352B0E2F-1744-4D00-8F00-7B8CCE2EEC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0" y="1688"/>
              <a:ext cx="6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0 1 1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sp>
        <p:nvSpPr>
          <p:cNvPr id="81986" name="Text Box 66">
            <a:extLst>
              <a:ext uri="{FF2B5EF4-FFF2-40B4-BE49-F238E27FC236}">
                <a16:creationId xmlns:a16="http://schemas.microsoft.com/office/drawing/2014/main" id="{D1A7CC64-E3A1-483D-B77E-4240B0F089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38100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</a:p>
        </p:txBody>
      </p:sp>
      <p:sp>
        <p:nvSpPr>
          <p:cNvPr id="81987" name="Text Box 67">
            <a:extLst>
              <a:ext uri="{FF2B5EF4-FFF2-40B4-BE49-F238E27FC236}">
                <a16:creationId xmlns:a16="http://schemas.microsoft.com/office/drawing/2014/main" id="{D56D0F73-5844-4007-B797-204B6F984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2306638"/>
            <a:ext cx="1752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+[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81988" name="AutoShape 68">
            <a:extLst>
              <a:ext uri="{FF2B5EF4-FFF2-40B4-BE49-F238E27FC236}">
                <a16:creationId xmlns:a16="http://schemas.microsoft.com/office/drawing/2014/main" id="{8A40E78E-4443-47A4-B231-81A94C322B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13" y="2971800"/>
            <a:ext cx="1317625" cy="450850"/>
          </a:xfrm>
          <a:prstGeom prst="wedgeRoundRectCallout">
            <a:avLst>
              <a:gd name="adj1" fmla="val 58681"/>
              <a:gd name="adj2" fmla="val 31250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逻辑左移</a:t>
            </a:r>
          </a:p>
        </p:txBody>
      </p:sp>
      <p:sp>
        <p:nvSpPr>
          <p:cNvPr id="81990" name="AutoShape 70">
            <a:extLst>
              <a:ext uri="{FF2B5EF4-FFF2-40B4-BE49-F238E27FC236}">
                <a16:creationId xmlns:a16="http://schemas.microsoft.com/office/drawing/2014/main" id="{F474ADC8-CD5E-4D4B-B0B5-013C411643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13" y="1125538"/>
            <a:ext cx="1317625" cy="450850"/>
          </a:xfrm>
          <a:prstGeom prst="wedgeRoundRectCallout">
            <a:avLst>
              <a:gd name="adj1" fmla="val 58681"/>
              <a:gd name="adj2" fmla="val 31250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逻辑左移</a:t>
            </a:r>
          </a:p>
        </p:txBody>
      </p:sp>
      <p:grpSp>
        <p:nvGrpSpPr>
          <p:cNvPr id="29" name="Group 71">
            <a:extLst>
              <a:ext uri="{FF2B5EF4-FFF2-40B4-BE49-F238E27FC236}">
                <a16:creationId xmlns:a16="http://schemas.microsoft.com/office/drawing/2014/main" id="{E9DBE357-2EE2-4156-ABF0-0559F0045893}"/>
              </a:ext>
            </a:extLst>
          </p:cNvPr>
          <p:cNvGrpSpPr>
            <a:grpSpLocks/>
          </p:cNvGrpSpPr>
          <p:nvPr/>
        </p:nvGrpSpPr>
        <p:grpSpPr bwMode="auto">
          <a:xfrm>
            <a:off x="1449388" y="1268413"/>
            <a:ext cx="1368425" cy="1825625"/>
            <a:chOff x="913" y="799"/>
            <a:chExt cx="862" cy="1150"/>
          </a:xfrm>
        </p:grpSpPr>
        <p:sp>
          <p:nvSpPr>
            <p:cNvPr id="85029" name="AutoShape 72">
              <a:extLst>
                <a:ext uri="{FF2B5EF4-FFF2-40B4-BE49-F238E27FC236}">
                  <a16:creationId xmlns:a16="http://schemas.microsoft.com/office/drawing/2014/main" id="{A1DF0784-D0E7-4478-B79B-21BF6472E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799"/>
              <a:ext cx="862" cy="227"/>
            </a:xfrm>
            <a:prstGeom prst="flowChartAlternateProcess">
              <a:avLst/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5030" name="AutoShape 73">
              <a:extLst>
                <a:ext uri="{FF2B5EF4-FFF2-40B4-BE49-F238E27FC236}">
                  <a16:creationId xmlns:a16="http://schemas.microsoft.com/office/drawing/2014/main" id="{399B2F6E-3F36-45D9-BF24-4572B858E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1722"/>
              <a:ext cx="862" cy="227"/>
            </a:xfrm>
            <a:prstGeom prst="flowChartAlternateProcess">
              <a:avLst/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1995" name="Text Box 75">
            <a:extLst>
              <a:ext uri="{FF2B5EF4-FFF2-40B4-BE49-F238E27FC236}">
                <a16:creationId xmlns:a16="http://schemas.microsoft.com/office/drawing/2014/main" id="{71B9C9B9-4059-494E-9EC0-A6DF853A2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6013" y="1603375"/>
            <a:ext cx="43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+</a:t>
            </a:r>
          </a:p>
        </p:txBody>
      </p:sp>
      <p:sp>
        <p:nvSpPr>
          <p:cNvPr id="81996" name="Text Box 76">
            <a:extLst>
              <a:ext uri="{FF2B5EF4-FFF2-40B4-BE49-F238E27FC236}">
                <a16:creationId xmlns:a16="http://schemas.microsoft.com/office/drawing/2014/main" id="{7CCBCF16-613E-42B2-80B9-9C7EEE62C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6013" y="2324100"/>
            <a:ext cx="43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+</a:t>
            </a:r>
          </a:p>
        </p:txBody>
      </p:sp>
      <p:sp>
        <p:nvSpPr>
          <p:cNvPr id="81997" name="Text Box 77">
            <a:extLst>
              <a:ext uri="{FF2B5EF4-FFF2-40B4-BE49-F238E27FC236}">
                <a16:creationId xmlns:a16="http://schemas.microsoft.com/office/drawing/2014/main" id="{21F08A88-4FE2-403B-99C3-F527760D23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6013" y="3476625"/>
            <a:ext cx="43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+</a:t>
            </a:r>
          </a:p>
        </p:txBody>
      </p:sp>
      <p:sp>
        <p:nvSpPr>
          <p:cNvPr id="78" name="矩形 77">
            <a:extLst>
              <a:ext uri="{FF2B5EF4-FFF2-40B4-BE49-F238E27FC236}">
                <a16:creationId xmlns:a16="http://schemas.microsoft.com/office/drawing/2014/main" id="{E297FAC8-420E-4916-AA7B-7BA9B494254E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17627461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1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1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819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81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500"/>
                                        <p:tgtEl>
                                          <p:spTgt spid="8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7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39" dur="500"/>
                                        <p:tgtEl>
                                          <p:spTgt spid="81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" dur="500"/>
                                        <p:tgtEl>
                                          <p:spTgt spid="81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" dur="500"/>
                                        <p:tgtEl>
                                          <p:spTgt spid="81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9" dur="500"/>
                                        <p:tgtEl>
                                          <p:spTgt spid="81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4" dur="500"/>
                                        <p:tgtEl>
                                          <p:spTgt spid="81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81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1" dur="500"/>
                                        <p:tgtEl>
                                          <p:spTgt spid="81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8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1" dur="500"/>
                                        <p:tgtEl>
                                          <p:spTgt spid="81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6" dur="500"/>
                                        <p:tgtEl>
                                          <p:spTgt spid="81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1" dur="500"/>
                                        <p:tgtEl>
                                          <p:spTgt spid="81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4" dur="500"/>
                                        <p:tgtEl>
                                          <p:spTgt spid="81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6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08" dur="500"/>
                                        <p:tgtEl>
                                          <p:spTgt spid="819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8" dur="500"/>
                                        <p:tgtEl>
                                          <p:spTgt spid="819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3" dur="500"/>
                                        <p:tgtEl>
                                          <p:spTgt spid="81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 nodeType="clickPar">
                      <p:stCondLst>
                        <p:cond delay="indefinite"/>
                      </p:stCondLst>
                      <p:childTnLst>
                        <p:par>
                          <p:cTn id="1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8" dur="500"/>
                                        <p:tgtEl>
                                          <p:spTgt spid="81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 nodeType="clickPar">
                      <p:stCondLst>
                        <p:cond delay="indefinite"/>
                      </p:stCondLst>
                      <p:childTnLst>
                        <p:par>
                          <p:cTn id="1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3" dur="500"/>
                                        <p:tgtEl>
                                          <p:spTgt spid="81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 nodeType="clickPar">
                      <p:stCondLst>
                        <p:cond delay="indefinite"/>
                      </p:stCondLst>
                      <p:childTnLst>
                        <p:par>
                          <p:cTn id="1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8" dur="500"/>
                                        <p:tgtEl>
                                          <p:spTgt spid="81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 nodeType="clickPar">
                      <p:stCondLst>
                        <p:cond delay="indefinite"/>
                      </p:stCondLst>
                      <p:childTnLst>
                        <p:par>
                          <p:cTn id="1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3" dur="500"/>
                                        <p:tgtEl>
                                          <p:spTgt spid="81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931" grpId="0" autoUpdateAnimBg="0"/>
      <p:bldP spid="81932" grpId="0" autoUpdateAnimBg="0"/>
      <p:bldP spid="81933" grpId="0" autoUpdateAnimBg="0"/>
      <p:bldP spid="81943" grpId="0" autoUpdateAnimBg="0"/>
      <p:bldP spid="81948" grpId="0" autoUpdateAnimBg="0"/>
      <p:bldP spid="81955" grpId="0" autoUpdateAnimBg="0"/>
      <p:bldP spid="81975" grpId="0" autoUpdateAnimBg="0"/>
      <p:bldP spid="81976" grpId="0" autoUpdateAnimBg="0"/>
      <p:bldP spid="81977" grpId="0" autoUpdateAnimBg="0"/>
      <p:bldP spid="81978" grpId="0" autoUpdateAnimBg="0"/>
      <p:bldP spid="81979" grpId="0" autoUpdateAnimBg="0"/>
      <p:bldP spid="81980" grpId="0" autoUpdateAnimBg="0"/>
      <p:bldP spid="81981" grpId="0" autoUpdateAnimBg="0"/>
      <p:bldP spid="81986" grpId="0" autoUpdateAnimBg="0"/>
      <p:bldP spid="81987" grpId="0" autoUpdateAnimBg="0"/>
      <p:bldP spid="81988" grpId="0" animBg="1" autoUpdateAnimBg="0"/>
      <p:bldP spid="81990" grpId="0" animBg="1" autoUpdateAnimBg="0"/>
      <p:bldP spid="81995" grpId="0"/>
      <p:bldP spid="81996" grpId="0"/>
      <p:bldP spid="81997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Text Box 2">
            <a:extLst>
              <a:ext uri="{FF2B5EF4-FFF2-40B4-BE49-F238E27FC236}">
                <a16:creationId xmlns:a16="http://schemas.microsoft.com/office/drawing/2014/main" id="{8FFECC54-3BB3-4D9C-BB19-9AFA2D9B53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228600"/>
            <a:ext cx="4648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</a:t>
            </a: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不恢复余数法</a:t>
            </a:r>
          </a:p>
        </p:txBody>
      </p:sp>
      <p:sp>
        <p:nvSpPr>
          <p:cNvPr id="82947" name="Text Box 3">
            <a:extLst>
              <a:ext uri="{FF2B5EF4-FFF2-40B4-BE49-F238E27FC236}">
                <a16:creationId xmlns:a16="http://schemas.microsoft.com/office/drawing/2014/main" id="{C2400576-22E5-4FCB-8AFA-C955050C30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5725" y="1820863"/>
            <a:ext cx="51450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余数  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R</a:t>
            </a:r>
            <a:r>
              <a:rPr kumimoji="1" lang="en-US" altLang="zh-CN" sz="28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＞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上商 “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1”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R</a:t>
            </a:r>
            <a:r>
              <a:rPr kumimoji="1" lang="en-US" altLang="zh-CN" sz="28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 </a:t>
            </a:r>
            <a:endParaRPr kumimoji="1" lang="en-US" altLang="zh-CN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948" name="Text Box 4">
            <a:extLst>
              <a:ext uri="{FF2B5EF4-FFF2-40B4-BE49-F238E27FC236}">
                <a16:creationId xmlns:a16="http://schemas.microsoft.com/office/drawing/2014/main" id="{F43CEB29-BF1C-4331-9EA7-24FE89D3B9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5725" y="2495550"/>
            <a:ext cx="707231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余数  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R</a:t>
            </a:r>
            <a:r>
              <a:rPr kumimoji="1" lang="en-US" altLang="zh-CN" sz="28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＜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上商 “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0”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 </a:t>
            </a:r>
            <a:r>
              <a:rPr kumimoji="1" lang="zh-CN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R</a:t>
            </a:r>
            <a:r>
              <a:rPr kumimoji="1" lang="en-US" altLang="zh-CN" sz="28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+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    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恢复余数 </a:t>
            </a:r>
          </a:p>
        </p:txBody>
      </p:sp>
      <p:sp>
        <p:nvSpPr>
          <p:cNvPr id="82949" name="Text Box 5">
            <a:extLst>
              <a:ext uri="{FF2B5EF4-FFF2-40B4-BE49-F238E27FC236}">
                <a16:creationId xmlns:a16="http://schemas.microsoft.com/office/drawing/2014/main" id="{8783EFEF-EC51-40AD-83DC-6B9BD1C086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3170238"/>
            <a:ext cx="385921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2(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R</a:t>
            </a:r>
            <a:r>
              <a:rPr kumimoji="1" lang="en-US" altLang="zh-CN" sz="28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+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 =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R</a:t>
            </a:r>
            <a:r>
              <a:rPr kumimoji="1" lang="en-US" altLang="zh-CN" sz="28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+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 </a:t>
            </a:r>
          </a:p>
        </p:txBody>
      </p:sp>
      <p:sp>
        <p:nvSpPr>
          <p:cNvPr id="82950" name="Text Box 6">
            <a:extLst>
              <a:ext uri="{FF2B5EF4-FFF2-40B4-BE49-F238E27FC236}">
                <a16:creationId xmlns:a16="http://schemas.microsoft.com/office/drawing/2014/main" id="{72997EF9-A86D-4AAE-ABE4-9CCB31E591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5181600"/>
            <a:ext cx="1701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加减交替 </a:t>
            </a:r>
          </a:p>
        </p:txBody>
      </p:sp>
      <p:sp>
        <p:nvSpPr>
          <p:cNvPr id="82951" name="Text Box 7">
            <a:extLst>
              <a:ext uri="{FF2B5EF4-FFF2-40B4-BE49-F238E27FC236}">
                <a16:creationId xmlns:a16="http://schemas.microsoft.com/office/drawing/2014/main" id="{C97A4925-43B9-4446-A50D-9A2CF5BE50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085850"/>
            <a:ext cx="41005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恢复余数法运算规则</a:t>
            </a:r>
          </a:p>
        </p:txBody>
      </p:sp>
      <p:sp>
        <p:nvSpPr>
          <p:cNvPr id="82952" name="Text Box 8">
            <a:extLst>
              <a:ext uri="{FF2B5EF4-FFF2-40B4-BE49-F238E27FC236}">
                <a16:creationId xmlns:a16="http://schemas.microsoft.com/office/drawing/2014/main" id="{93714C2D-4442-4091-B66E-4A795F917F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102100"/>
            <a:ext cx="45085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1" lang="en-US" altLang="zh-CN" sz="32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不恢复余数法运算规则</a:t>
            </a:r>
          </a:p>
        </p:txBody>
      </p:sp>
      <p:sp>
        <p:nvSpPr>
          <p:cNvPr id="82953" name="Text Box 9">
            <a:extLst>
              <a:ext uri="{FF2B5EF4-FFF2-40B4-BE49-F238E27FC236}">
                <a16:creationId xmlns:a16="http://schemas.microsoft.com/office/drawing/2014/main" id="{BC3C55C0-BE19-4542-94F7-B8ED553FC6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5725" y="4824413"/>
            <a:ext cx="3819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上商“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1”        2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R</a:t>
            </a:r>
            <a:r>
              <a:rPr kumimoji="1" lang="en-US" altLang="zh-CN" sz="28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</a:t>
            </a:r>
          </a:p>
        </p:txBody>
      </p:sp>
      <p:sp>
        <p:nvSpPr>
          <p:cNvPr id="82954" name="Text Box 10">
            <a:extLst>
              <a:ext uri="{FF2B5EF4-FFF2-40B4-BE49-F238E27FC236}">
                <a16:creationId xmlns:a16="http://schemas.microsoft.com/office/drawing/2014/main" id="{674A776C-78BE-4910-84B8-B9EA56C5E0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5725" y="5500688"/>
            <a:ext cx="34004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上商“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0”        2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R</a:t>
            </a:r>
            <a:r>
              <a:rPr kumimoji="1" lang="en-US" altLang="zh-CN" sz="28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+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 </a:t>
            </a:r>
            <a:endParaRPr kumimoji="1" lang="en-US" altLang="zh-CN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955" name="Text Box 11">
            <a:extLst>
              <a:ext uri="{FF2B5EF4-FFF2-40B4-BE49-F238E27FC236}">
                <a16:creationId xmlns:a16="http://schemas.microsoft.com/office/drawing/2014/main" id="{66D0B235-17F6-42C7-8F5D-464CFCBFB7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6638" y="228600"/>
            <a:ext cx="3509962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（加减交替法） </a:t>
            </a: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BD3E7211-F218-4C24-83E2-9E23D57CB43E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21122001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29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2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2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2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829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82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82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829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29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" dur="500"/>
                                        <p:tgtEl>
                                          <p:spTgt spid="82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947" grpId="0" autoUpdateAnimBg="0"/>
      <p:bldP spid="82948" grpId="0" autoUpdateAnimBg="0"/>
      <p:bldP spid="82949" grpId="0" autoUpdateAnimBg="0"/>
      <p:bldP spid="82950" grpId="0" autoUpdateAnimBg="0"/>
      <p:bldP spid="82951" grpId="0" autoUpdateAnimBg="0"/>
      <p:bldP spid="82952" grpId="0" autoUpdateAnimBg="0"/>
      <p:bldP spid="82953" grpId="0" autoUpdateAnimBg="0"/>
      <p:bldP spid="82954" grpId="0" autoUpdateAnimBg="0"/>
      <p:bldP spid="82955" grpId="0" autoUpdateAnimBg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43C40DE5-46A4-466D-9DF7-0724C250180B}"/>
              </a:ext>
            </a:extLst>
          </p:cNvPr>
          <p:cNvGrpSpPr>
            <a:grpSpLocks/>
          </p:cNvGrpSpPr>
          <p:nvPr/>
        </p:nvGrpSpPr>
        <p:grpSpPr bwMode="auto">
          <a:xfrm>
            <a:off x="1677988" y="152400"/>
            <a:ext cx="5827712" cy="735013"/>
            <a:chOff x="1057" y="96"/>
            <a:chExt cx="3671" cy="463"/>
          </a:xfrm>
        </p:grpSpPr>
        <p:sp>
          <p:nvSpPr>
            <p:cNvPr id="87129" name="Text Box 3">
              <a:extLst>
                <a:ext uri="{FF2B5EF4-FFF2-40B4-BE49-F238E27FC236}">
                  <a16:creationId xmlns:a16="http://schemas.microsoft.com/office/drawing/2014/main" id="{C382E22B-9C07-4FD5-8E62-7027470886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7" y="192"/>
              <a:ext cx="304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 0.1011   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y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 = – 0.1101   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求</a:t>
              </a:r>
              <a:endParaRPr kumimoji="1" lang="zh-CN" altLang="en-US" sz="28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87130" name="Group 4">
              <a:extLst>
                <a:ext uri="{FF2B5EF4-FFF2-40B4-BE49-F238E27FC236}">
                  <a16:creationId xmlns:a16="http://schemas.microsoft.com/office/drawing/2014/main" id="{25EDDC42-0D5A-4EAB-BB14-FC9CFD7A7A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09" y="96"/>
              <a:ext cx="619" cy="463"/>
              <a:chOff x="1085" y="1898"/>
              <a:chExt cx="619" cy="438"/>
            </a:xfrm>
          </p:grpSpPr>
          <p:sp>
            <p:nvSpPr>
              <p:cNvPr id="87131" name="Text Box 5">
                <a:extLst>
                  <a:ext uri="{FF2B5EF4-FFF2-40B4-BE49-F238E27FC236}">
                    <a16:creationId xmlns:a16="http://schemas.microsoft.com/office/drawing/2014/main" id="{A85BBE2D-C8B5-4961-A180-302D19FF48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85" y="1988"/>
                <a:ext cx="619" cy="3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[    ]</a:t>
                </a:r>
                <a:r>
                  <a:rPr kumimoji="1" lang="zh-CN" altLang="en-US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原</a:t>
                </a:r>
                <a:endPara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87132" name="Group 6">
                <a:extLst>
                  <a:ext uri="{FF2B5EF4-FFF2-40B4-BE49-F238E27FC236}">
                    <a16:creationId xmlns:a16="http://schemas.microsoft.com/office/drawing/2014/main" id="{8DB3172D-F5A9-4CD5-81AD-5CE0AFBBF5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19" y="1898"/>
                <a:ext cx="212" cy="438"/>
                <a:chOff x="1056" y="1728"/>
                <a:chExt cx="212" cy="438"/>
              </a:xfrm>
            </p:grpSpPr>
            <p:sp>
              <p:nvSpPr>
                <p:cNvPr id="87133" name="Text Box 7">
                  <a:extLst>
                    <a:ext uri="{FF2B5EF4-FFF2-40B4-BE49-F238E27FC236}">
                      <a16:creationId xmlns:a16="http://schemas.microsoft.com/office/drawing/2014/main" id="{A6EB4FF6-59EC-4080-81C0-E50B86F7F6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56" y="1728"/>
                  <a:ext cx="212" cy="27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x</a:t>
                  </a:r>
                </a:p>
              </p:txBody>
            </p:sp>
            <p:sp>
              <p:nvSpPr>
                <p:cNvPr id="87134" name="Text Box 8">
                  <a:extLst>
                    <a:ext uri="{FF2B5EF4-FFF2-40B4-BE49-F238E27FC236}">
                      <a16:creationId xmlns:a16="http://schemas.microsoft.com/office/drawing/2014/main" id="{7DC1EE2B-6F26-4757-B82B-C597B6EA651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56" y="1894"/>
                  <a:ext cx="201" cy="27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</a:p>
              </p:txBody>
            </p:sp>
            <p:sp>
              <p:nvSpPr>
                <p:cNvPr id="87135" name="Line 9">
                  <a:extLst>
                    <a:ext uri="{FF2B5EF4-FFF2-40B4-BE49-F238E27FC236}">
                      <a16:creationId xmlns:a16="http://schemas.microsoft.com/office/drawing/2014/main" id="{528CC9A5-6DBB-4523-988F-00BF90B240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70" y="1990"/>
                  <a:ext cx="190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</p:grpSp>
      <p:sp>
        <p:nvSpPr>
          <p:cNvPr id="83978" name="Text Box 10">
            <a:extLst>
              <a:ext uri="{FF2B5EF4-FFF2-40B4-BE49-F238E27FC236}">
                <a16:creationId xmlns:a16="http://schemas.microsoft.com/office/drawing/2014/main" id="{C6E2B25E-49D3-4E58-ACF8-EDA21A13FF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928688"/>
            <a:ext cx="898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解：</a:t>
            </a:r>
          </a:p>
        </p:txBody>
      </p:sp>
      <p:sp>
        <p:nvSpPr>
          <p:cNvPr id="87044" name="Text Box 11">
            <a:extLst>
              <a:ext uri="{FF2B5EF4-FFF2-40B4-BE49-F238E27FC236}">
                <a16:creationId xmlns:a16="http://schemas.microsoft.com/office/drawing/2014/main" id="{0B6DC801-A1A0-4827-9157-35F34937D8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22384" y="244258"/>
            <a:ext cx="1609736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例</a:t>
            </a:r>
            <a:r>
              <a:rPr kumimoji="1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2.4-2</a:t>
            </a:r>
          </a:p>
        </p:txBody>
      </p:sp>
      <p:sp>
        <p:nvSpPr>
          <p:cNvPr id="83980" name="Text Box 12">
            <a:extLst>
              <a:ext uri="{FF2B5EF4-FFF2-40B4-BE49-F238E27FC236}">
                <a16:creationId xmlns:a16="http://schemas.microsoft.com/office/drawing/2014/main" id="{5CD21325-EEF5-40BE-AE33-0DD9C28810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5050" y="106680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0 . 1 0 1 1</a:t>
            </a:r>
          </a:p>
        </p:txBody>
      </p:sp>
      <p:sp>
        <p:nvSpPr>
          <p:cNvPr id="83981" name="Text Box 13">
            <a:extLst>
              <a:ext uri="{FF2B5EF4-FFF2-40B4-BE49-F238E27FC236}">
                <a16:creationId xmlns:a16="http://schemas.microsoft.com/office/drawing/2014/main" id="{53F859FB-891E-4DF3-AB0B-97AA8A2CD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5050" y="143192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1 . 0 0 1 1</a:t>
            </a:r>
          </a:p>
        </p:txBody>
      </p:sp>
      <p:sp>
        <p:nvSpPr>
          <p:cNvPr id="83982" name="Text Box 14">
            <a:extLst>
              <a:ext uri="{FF2B5EF4-FFF2-40B4-BE49-F238E27FC236}">
                <a16:creationId xmlns:a16="http://schemas.microsoft.com/office/drawing/2014/main" id="{686577C8-9CB6-47B0-AB56-A94FB3F249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5050" y="2525713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0 . 1 1 0 1</a:t>
            </a:r>
          </a:p>
        </p:txBody>
      </p:sp>
      <p:sp>
        <p:nvSpPr>
          <p:cNvPr id="83983" name="Text Box 15">
            <a:extLst>
              <a:ext uri="{FF2B5EF4-FFF2-40B4-BE49-F238E27FC236}">
                <a16:creationId xmlns:a16="http://schemas.microsoft.com/office/drawing/2014/main" id="{AC5F77B2-FA3F-4932-9C7B-74EBE7CAA2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5050" y="361950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1 . 0 0 1 1</a:t>
            </a:r>
          </a:p>
        </p:txBody>
      </p:sp>
      <p:sp>
        <p:nvSpPr>
          <p:cNvPr id="83984" name="Text Box 16">
            <a:extLst>
              <a:ext uri="{FF2B5EF4-FFF2-40B4-BE49-F238E27FC236}">
                <a16:creationId xmlns:a16="http://schemas.microsoft.com/office/drawing/2014/main" id="{0E47EB98-FFA6-434B-882C-DDEC595DFB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5050" y="471487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1 . 0 0 1 1</a:t>
            </a:r>
          </a:p>
        </p:txBody>
      </p:sp>
      <p:sp>
        <p:nvSpPr>
          <p:cNvPr id="83985" name="Text Box 17">
            <a:extLst>
              <a:ext uri="{FF2B5EF4-FFF2-40B4-BE49-F238E27FC236}">
                <a16:creationId xmlns:a16="http://schemas.microsoft.com/office/drawing/2014/main" id="{E35BA542-C721-4B4F-B422-175A561F8C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5050" y="5808663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0 . 1 1 0 1</a:t>
            </a:r>
          </a:p>
        </p:txBody>
      </p:sp>
      <p:sp>
        <p:nvSpPr>
          <p:cNvPr id="83986" name="Line 18">
            <a:extLst>
              <a:ext uri="{FF2B5EF4-FFF2-40B4-BE49-F238E27FC236}">
                <a16:creationId xmlns:a16="http://schemas.microsoft.com/office/drawing/2014/main" id="{7685E31A-C168-4E76-9A7B-86A897425A95}"/>
              </a:ext>
            </a:extLst>
          </p:cNvPr>
          <p:cNvSpPr>
            <a:spLocks noChangeShapeType="1"/>
          </p:cNvSpPr>
          <p:nvPr/>
        </p:nvSpPr>
        <p:spPr bwMode="auto">
          <a:xfrm>
            <a:off x="874713" y="1827213"/>
            <a:ext cx="5913437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987" name="Text Box 19">
            <a:extLst>
              <a:ext uri="{FF2B5EF4-FFF2-40B4-BE49-F238E27FC236}">
                <a16:creationId xmlns:a16="http://schemas.microsoft.com/office/drawing/2014/main" id="{537683D8-99B4-4D61-B634-BCC84D9876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1450" y="106680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0 . 0 0 0 0</a:t>
            </a:r>
          </a:p>
        </p:txBody>
      </p:sp>
      <p:sp>
        <p:nvSpPr>
          <p:cNvPr id="83988" name="Line 20">
            <a:extLst>
              <a:ext uri="{FF2B5EF4-FFF2-40B4-BE49-F238E27FC236}">
                <a16:creationId xmlns:a16="http://schemas.microsoft.com/office/drawing/2014/main" id="{306D1E83-403F-494C-91D4-0563D999AB38}"/>
              </a:ext>
            </a:extLst>
          </p:cNvPr>
          <p:cNvSpPr>
            <a:spLocks noChangeShapeType="1"/>
          </p:cNvSpPr>
          <p:nvPr/>
        </p:nvSpPr>
        <p:spPr bwMode="auto">
          <a:xfrm>
            <a:off x="874713" y="2928938"/>
            <a:ext cx="5913437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989" name="Line 21">
            <a:extLst>
              <a:ext uri="{FF2B5EF4-FFF2-40B4-BE49-F238E27FC236}">
                <a16:creationId xmlns:a16="http://schemas.microsoft.com/office/drawing/2014/main" id="{1DB4F437-55F2-44AC-A4BD-D40F8677D375}"/>
              </a:ext>
            </a:extLst>
          </p:cNvPr>
          <p:cNvSpPr>
            <a:spLocks noChangeShapeType="1"/>
          </p:cNvSpPr>
          <p:nvPr/>
        </p:nvSpPr>
        <p:spPr bwMode="auto">
          <a:xfrm>
            <a:off x="874713" y="4032250"/>
            <a:ext cx="5913437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990" name="Line 22">
            <a:extLst>
              <a:ext uri="{FF2B5EF4-FFF2-40B4-BE49-F238E27FC236}">
                <a16:creationId xmlns:a16="http://schemas.microsoft.com/office/drawing/2014/main" id="{28418170-656B-4230-9A72-5F199EC16089}"/>
              </a:ext>
            </a:extLst>
          </p:cNvPr>
          <p:cNvSpPr>
            <a:spLocks noChangeShapeType="1"/>
          </p:cNvSpPr>
          <p:nvPr/>
        </p:nvSpPr>
        <p:spPr bwMode="auto">
          <a:xfrm>
            <a:off x="874713" y="5133975"/>
            <a:ext cx="5913437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991" name="Line 23">
            <a:extLst>
              <a:ext uri="{FF2B5EF4-FFF2-40B4-BE49-F238E27FC236}">
                <a16:creationId xmlns:a16="http://schemas.microsoft.com/office/drawing/2014/main" id="{EF542B88-4800-4982-B81C-9E125F59DECB}"/>
              </a:ext>
            </a:extLst>
          </p:cNvPr>
          <p:cNvSpPr>
            <a:spLocks noChangeShapeType="1"/>
          </p:cNvSpPr>
          <p:nvPr/>
        </p:nvSpPr>
        <p:spPr bwMode="auto">
          <a:xfrm>
            <a:off x="874713" y="6235700"/>
            <a:ext cx="5913437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992" name="Line 24">
            <a:extLst>
              <a:ext uri="{FF2B5EF4-FFF2-40B4-BE49-F238E27FC236}">
                <a16:creationId xmlns:a16="http://schemas.microsoft.com/office/drawing/2014/main" id="{4E8E9DDB-0A7F-46F7-B75E-95B850510851}"/>
              </a:ext>
            </a:extLst>
          </p:cNvPr>
          <p:cNvSpPr>
            <a:spLocks noChangeShapeType="1"/>
          </p:cNvSpPr>
          <p:nvPr/>
        </p:nvSpPr>
        <p:spPr bwMode="auto">
          <a:xfrm>
            <a:off x="2590800" y="990600"/>
            <a:ext cx="0" cy="563880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993" name="Line 25">
            <a:extLst>
              <a:ext uri="{FF2B5EF4-FFF2-40B4-BE49-F238E27FC236}">
                <a16:creationId xmlns:a16="http://schemas.microsoft.com/office/drawing/2014/main" id="{D5939CE3-2707-42EB-9DB2-770E5A87C2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267200" y="990600"/>
            <a:ext cx="0" cy="563880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994" name="Text Box 26">
            <a:extLst>
              <a:ext uri="{FF2B5EF4-FFF2-40B4-BE49-F238E27FC236}">
                <a16:creationId xmlns:a16="http://schemas.microsoft.com/office/drawing/2014/main" id="{07E170BC-03A1-42AE-A125-3069295663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65638" y="1381125"/>
            <a:ext cx="12414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+[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83995" name="Text Box 27">
            <a:extLst>
              <a:ext uri="{FF2B5EF4-FFF2-40B4-BE49-F238E27FC236}">
                <a16:creationId xmlns:a16="http://schemas.microsoft.com/office/drawing/2014/main" id="{A4D881EC-C190-4B9E-9E72-F3B6E565CC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8250" y="179705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grpSp>
        <p:nvGrpSpPr>
          <p:cNvPr id="7" name="Group 28">
            <a:extLst>
              <a:ext uri="{FF2B5EF4-FFF2-40B4-BE49-F238E27FC236}">
                <a16:creationId xmlns:a16="http://schemas.microsoft.com/office/drawing/2014/main" id="{BF13855F-54A8-49B2-8A66-61871CFCF5F2}"/>
              </a:ext>
            </a:extLst>
          </p:cNvPr>
          <p:cNvGrpSpPr>
            <a:grpSpLocks/>
          </p:cNvGrpSpPr>
          <p:nvPr/>
        </p:nvGrpSpPr>
        <p:grpSpPr bwMode="auto">
          <a:xfrm>
            <a:off x="1035050" y="1797050"/>
            <a:ext cx="5594350" cy="457200"/>
            <a:chOff x="652" y="1132"/>
            <a:chExt cx="3524" cy="288"/>
          </a:xfrm>
        </p:grpSpPr>
        <p:sp>
          <p:nvSpPr>
            <p:cNvPr id="87127" name="Text Box 29">
              <a:extLst>
                <a:ext uri="{FF2B5EF4-FFF2-40B4-BE49-F238E27FC236}">
                  <a16:creationId xmlns:a16="http://schemas.microsoft.com/office/drawing/2014/main" id="{242263FF-2703-435A-893D-A439AC3A48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2" y="1132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1 . 1 1 1 0</a:t>
              </a:r>
            </a:p>
          </p:txBody>
        </p:sp>
        <p:sp>
          <p:nvSpPr>
            <p:cNvPr id="87128" name="Text Box 30">
              <a:extLst>
                <a:ext uri="{FF2B5EF4-FFF2-40B4-BE49-F238E27FC236}">
                  <a16:creationId xmlns:a16="http://schemas.microsoft.com/office/drawing/2014/main" id="{1F92ABFE-3096-4D56-805B-EF62823130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1142"/>
              <a:ext cx="136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余数为负，上商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grpSp>
        <p:nvGrpSpPr>
          <p:cNvPr id="8" name="Group 31">
            <a:extLst>
              <a:ext uri="{FF2B5EF4-FFF2-40B4-BE49-F238E27FC236}">
                <a16:creationId xmlns:a16="http://schemas.microsoft.com/office/drawing/2014/main" id="{56519A97-13B6-4377-9149-43F686CFB554}"/>
              </a:ext>
            </a:extLst>
          </p:cNvPr>
          <p:cNvGrpSpPr>
            <a:grpSpLocks/>
          </p:cNvGrpSpPr>
          <p:nvPr/>
        </p:nvGrpSpPr>
        <p:grpSpPr bwMode="auto">
          <a:xfrm>
            <a:off x="1035050" y="2162175"/>
            <a:ext cx="4146550" cy="468313"/>
            <a:chOff x="652" y="1362"/>
            <a:chExt cx="2612" cy="295"/>
          </a:xfrm>
        </p:grpSpPr>
        <p:sp>
          <p:nvSpPr>
            <p:cNvPr id="87122" name="Text Box 32">
              <a:extLst>
                <a:ext uri="{FF2B5EF4-FFF2-40B4-BE49-F238E27FC236}">
                  <a16:creationId xmlns:a16="http://schemas.microsoft.com/office/drawing/2014/main" id="{6B7E7E08-DD2A-42A5-8546-35153C6D02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2" y="1362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1 . 1 1 0 0</a:t>
              </a:r>
            </a:p>
          </p:txBody>
        </p:sp>
        <p:sp>
          <p:nvSpPr>
            <p:cNvPr id="87123" name="Text Box 33">
              <a:extLst>
                <a:ext uri="{FF2B5EF4-FFF2-40B4-BE49-F238E27FC236}">
                  <a16:creationId xmlns:a16="http://schemas.microsoft.com/office/drawing/2014/main" id="{99161D22-C543-4819-8DE4-5188A976C3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6" y="136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grpSp>
          <p:nvGrpSpPr>
            <p:cNvPr id="87124" name="Group 34">
              <a:extLst>
                <a:ext uri="{FF2B5EF4-FFF2-40B4-BE49-F238E27FC236}">
                  <a16:creationId xmlns:a16="http://schemas.microsoft.com/office/drawing/2014/main" id="{22877850-5259-4552-9ADB-DB44B0203C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0" y="1369"/>
              <a:ext cx="394" cy="288"/>
              <a:chOff x="3216" y="780"/>
              <a:chExt cx="394" cy="288"/>
            </a:xfrm>
          </p:grpSpPr>
          <p:sp>
            <p:nvSpPr>
              <p:cNvPr id="87125" name="Text Box 35">
                <a:extLst>
                  <a:ext uri="{FF2B5EF4-FFF2-40B4-BE49-F238E27FC236}">
                    <a16:creationId xmlns:a16="http://schemas.microsoft.com/office/drawing/2014/main" id="{0DA89FA3-B62C-4103-A0DA-B651C39D2E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98" y="780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87126" name="Line 36">
                <a:extLst>
                  <a:ext uri="{FF2B5EF4-FFF2-40B4-BE49-F238E27FC236}">
                    <a16:creationId xmlns:a16="http://schemas.microsoft.com/office/drawing/2014/main" id="{65F42961-FC4A-41C6-A083-E0E1B0DD2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16" y="917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sp>
        <p:nvSpPr>
          <p:cNvPr id="84005" name="Text Box 37">
            <a:extLst>
              <a:ext uri="{FF2B5EF4-FFF2-40B4-BE49-F238E27FC236}">
                <a16:creationId xmlns:a16="http://schemas.microsoft.com/office/drawing/2014/main" id="{6190B48A-A241-422F-889B-40BC9D0406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65638" y="2466975"/>
            <a:ext cx="10128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+[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grpSp>
        <p:nvGrpSpPr>
          <p:cNvPr id="12" name="Group 38">
            <a:extLst>
              <a:ext uri="{FF2B5EF4-FFF2-40B4-BE49-F238E27FC236}">
                <a16:creationId xmlns:a16="http://schemas.microsoft.com/office/drawing/2014/main" id="{1B370C0A-4D52-466F-9468-961DE3335879}"/>
              </a:ext>
            </a:extLst>
          </p:cNvPr>
          <p:cNvGrpSpPr>
            <a:grpSpLocks/>
          </p:cNvGrpSpPr>
          <p:nvPr/>
        </p:nvGrpSpPr>
        <p:grpSpPr bwMode="auto">
          <a:xfrm>
            <a:off x="1035050" y="2890838"/>
            <a:ext cx="5594350" cy="457200"/>
            <a:chOff x="652" y="1821"/>
            <a:chExt cx="3524" cy="288"/>
          </a:xfrm>
        </p:grpSpPr>
        <p:sp>
          <p:nvSpPr>
            <p:cNvPr id="87118" name="Text Box 39">
              <a:extLst>
                <a:ext uri="{FF2B5EF4-FFF2-40B4-BE49-F238E27FC236}">
                  <a16:creationId xmlns:a16="http://schemas.microsoft.com/office/drawing/2014/main" id="{4904746E-FAF5-4107-A7DD-E1DB29EE05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36" y="1821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grpSp>
          <p:nvGrpSpPr>
            <p:cNvPr id="87119" name="Group 40">
              <a:extLst>
                <a:ext uri="{FF2B5EF4-FFF2-40B4-BE49-F238E27FC236}">
                  <a16:creationId xmlns:a16="http://schemas.microsoft.com/office/drawing/2014/main" id="{C1966BD5-ABDC-42ED-9757-6199CF8900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" y="1821"/>
              <a:ext cx="3524" cy="288"/>
              <a:chOff x="652" y="1821"/>
              <a:chExt cx="3524" cy="288"/>
            </a:xfrm>
          </p:grpSpPr>
          <p:sp>
            <p:nvSpPr>
              <p:cNvPr id="87120" name="Text Box 41">
                <a:extLst>
                  <a:ext uri="{FF2B5EF4-FFF2-40B4-BE49-F238E27FC236}">
                    <a16:creationId xmlns:a16="http://schemas.microsoft.com/office/drawing/2014/main" id="{06C07B67-CA67-4E9D-BBA6-2AEE4223F9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" y="1821"/>
                <a:ext cx="88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0 . 1 0 0 1</a:t>
                </a:r>
              </a:p>
            </p:txBody>
          </p:sp>
          <p:sp>
            <p:nvSpPr>
              <p:cNvPr id="87121" name="Text Box 42">
                <a:extLst>
                  <a:ext uri="{FF2B5EF4-FFF2-40B4-BE49-F238E27FC236}">
                    <a16:creationId xmlns:a16="http://schemas.microsoft.com/office/drawing/2014/main" id="{B6A15D38-737C-4E29-BA6E-8E4B5317FC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13" y="1824"/>
                <a:ext cx="136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余数为正，上商 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</p:grpSp>
      <p:sp>
        <p:nvSpPr>
          <p:cNvPr id="84011" name="Text Box 43">
            <a:extLst>
              <a:ext uri="{FF2B5EF4-FFF2-40B4-BE49-F238E27FC236}">
                <a16:creationId xmlns:a16="http://schemas.microsoft.com/office/drawing/2014/main" id="{00114B94-B913-4B15-921A-1B802918F5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65638" y="3581400"/>
            <a:ext cx="12414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+[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grpSp>
        <p:nvGrpSpPr>
          <p:cNvPr id="16" name="Group 44">
            <a:extLst>
              <a:ext uri="{FF2B5EF4-FFF2-40B4-BE49-F238E27FC236}">
                <a16:creationId xmlns:a16="http://schemas.microsoft.com/office/drawing/2014/main" id="{FC2F8A98-DE76-4D11-B2A6-2CA9BA68C5ED}"/>
              </a:ext>
            </a:extLst>
          </p:cNvPr>
          <p:cNvGrpSpPr>
            <a:grpSpLocks/>
          </p:cNvGrpSpPr>
          <p:nvPr/>
        </p:nvGrpSpPr>
        <p:grpSpPr bwMode="auto">
          <a:xfrm>
            <a:off x="1035050" y="3200400"/>
            <a:ext cx="4146550" cy="512763"/>
            <a:chOff x="652" y="2016"/>
            <a:chExt cx="2612" cy="323"/>
          </a:xfrm>
        </p:grpSpPr>
        <p:sp>
          <p:nvSpPr>
            <p:cNvPr id="87113" name="Text Box 45">
              <a:extLst>
                <a:ext uri="{FF2B5EF4-FFF2-40B4-BE49-F238E27FC236}">
                  <a16:creationId xmlns:a16="http://schemas.microsoft.com/office/drawing/2014/main" id="{88D6CD52-AD52-41DF-AAEE-60C58FD212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2" y="2051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1 . 0 0 1 0</a:t>
              </a:r>
            </a:p>
          </p:txBody>
        </p:sp>
        <p:sp>
          <p:nvSpPr>
            <p:cNvPr id="87114" name="Text Box 46">
              <a:extLst>
                <a:ext uri="{FF2B5EF4-FFF2-40B4-BE49-F238E27FC236}">
                  <a16:creationId xmlns:a16="http://schemas.microsoft.com/office/drawing/2014/main" id="{819063A7-5664-4207-89EA-E5DBEF96FA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78" y="2051"/>
              <a:ext cx="35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0 1</a:t>
              </a:r>
            </a:p>
          </p:txBody>
        </p:sp>
        <p:grpSp>
          <p:nvGrpSpPr>
            <p:cNvPr id="87115" name="Group 47">
              <a:extLst>
                <a:ext uri="{FF2B5EF4-FFF2-40B4-BE49-F238E27FC236}">
                  <a16:creationId xmlns:a16="http://schemas.microsoft.com/office/drawing/2014/main" id="{5C42E20F-50DA-4A96-BA5B-D63CDEDFDF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0" y="2016"/>
              <a:ext cx="394" cy="288"/>
              <a:chOff x="3216" y="780"/>
              <a:chExt cx="394" cy="288"/>
            </a:xfrm>
          </p:grpSpPr>
          <p:sp>
            <p:nvSpPr>
              <p:cNvPr id="87116" name="Text Box 48">
                <a:extLst>
                  <a:ext uri="{FF2B5EF4-FFF2-40B4-BE49-F238E27FC236}">
                    <a16:creationId xmlns:a16="http://schemas.microsoft.com/office/drawing/2014/main" id="{A50D1A68-EF29-4605-A147-C3C64E254C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98" y="780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87117" name="Line 49">
                <a:extLst>
                  <a:ext uri="{FF2B5EF4-FFF2-40B4-BE49-F238E27FC236}">
                    <a16:creationId xmlns:a16="http://schemas.microsoft.com/office/drawing/2014/main" id="{D4EF9E4F-0E95-466F-ABE2-650C0A0439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16" y="917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sp>
        <p:nvSpPr>
          <p:cNvPr id="84018" name="Text Box 50">
            <a:extLst>
              <a:ext uri="{FF2B5EF4-FFF2-40B4-BE49-F238E27FC236}">
                <a16:creationId xmlns:a16="http://schemas.microsoft.com/office/drawing/2014/main" id="{7A86D437-D171-45DD-B82F-B7B8A6B95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65638" y="4648200"/>
            <a:ext cx="12414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+[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 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sp>
        <p:nvSpPr>
          <p:cNvPr id="84019" name="Text Box 51">
            <a:extLst>
              <a:ext uri="{FF2B5EF4-FFF2-40B4-BE49-F238E27FC236}">
                <a16:creationId xmlns:a16="http://schemas.microsoft.com/office/drawing/2014/main" id="{725167A2-EA6A-475B-A902-3A2BD49295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65638" y="5791200"/>
            <a:ext cx="10128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+[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*]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</a:p>
        </p:txBody>
      </p:sp>
      <p:grpSp>
        <p:nvGrpSpPr>
          <p:cNvPr id="18" name="Group 52">
            <a:extLst>
              <a:ext uri="{FF2B5EF4-FFF2-40B4-BE49-F238E27FC236}">
                <a16:creationId xmlns:a16="http://schemas.microsoft.com/office/drawing/2014/main" id="{016AA1DC-7752-4860-BA63-33A1C0B7FC55}"/>
              </a:ext>
            </a:extLst>
          </p:cNvPr>
          <p:cNvGrpSpPr>
            <a:grpSpLocks/>
          </p:cNvGrpSpPr>
          <p:nvPr/>
        </p:nvGrpSpPr>
        <p:grpSpPr bwMode="auto">
          <a:xfrm>
            <a:off x="1035050" y="4343400"/>
            <a:ext cx="4146550" cy="463550"/>
            <a:chOff x="652" y="2736"/>
            <a:chExt cx="2612" cy="292"/>
          </a:xfrm>
        </p:grpSpPr>
        <p:sp>
          <p:nvSpPr>
            <p:cNvPr id="87108" name="Text Box 53">
              <a:extLst>
                <a:ext uri="{FF2B5EF4-FFF2-40B4-BE49-F238E27FC236}">
                  <a16:creationId xmlns:a16="http://schemas.microsoft.com/office/drawing/2014/main" id="{18145143-E1EA-43E0-9C22-1DEBEB1A14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2" y="2740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0 . 1 0 1 0</a:t>
              </a:r>
            </a:p>
          </p:txBody>
        </p:sp>
        <p:sp>
          <p:nvSpPr>
            <p:cNvPr id="87109" name="Text Box 54">
              <a:extLst>
                <a:ext uri="{FF2B5EF4-FFF2-40B4-BE49-F238E27FC236}">
                  <a16:creationId xmlns:a16="http://schemas.microsoft.com/office/drawing/2014/main" id="{F80F5A1A-E4F4-451B-894F-B23A2A1B54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8" y="2740"/>
              <a:ext cx="50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0 1 1</a:t>
              </a:r>
            </a:p>
          </p:txBody>
        </p:sp>
        <p:grpSp>
          <p:nvGrpSpPr>
            <p:cNvPr id="87110" name="Group 55">
              <a:extLst>
                <a:ext uri="{FF2B5EF4-FFF2-40B4-BE49-F238E27FC236}">
                  <a16:creationId xmlns:a16="http://schemas.microsoft.com/office/drawing/2014/main" id="{FCBE7C27-A95C-4782-B254-CB9283AB4B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0" y="2736"/>
              <a:ext cx="394" cy="288"/>
              <a:chOff x="3216" y="780"/>
              <a:chExt cx="394" cy="288"/>
            </a:xfrm>
          </p:grpSpPr>
          <p:sp>
            <p:nvSpPr>
              <p:cNvPr id="87111" name="Text Box 56">
                <a:extLst>
                  <a:ext uri="{FF2B5EF4-FFF2-40B4-BE49-F238E27FC236}">
                    <a16:creationId xmlns:a16="http://schemas.microsoft.com/office/drawing/2014/main" id="{41F9308B-EED8-4C46-BF63-4D443C5DEF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98" y="780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87112" name="Line 57">
                <a:extLst>
                  <a:ext uri="{FF2B5EF4-FFF2-40B4-BE49-F238E27FC236}">
                    <a16:creationId xmlns:a16="http://schemas.microsoft.com/office/drawing/2014/main" id="{52F30F25-773A-4AA9-921C-BB37400346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16" y="917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26" name="Group 58">
            <a:extLst>
              <a:ext uri="{FF2B5EF4-FFF2-40B4-BE49-F238E27FC236}">
                <a16:creationId xmlns:a16="http://schemas.microsoft.com/office/drawing/2014/main" id="{4145A1F6-D29A-43EE-82DD-908D51507F6D}"/>
              </a:ext>
            </a:extLst>
          </p:cNvPr>
          <p:cNvGrpSpPr>
            <a:grpSpLocks/>
          </p:cNvGrpSpPr>
          <p:nvPr/>
        </p:nvGrpSpPr>
        <p:grpSpPr bwMode="auto">
          <a:xfrm>
            <a:off x="1035050" y="5443538"/>
            <a:ext cx="4146550" cy="500062"/>
            <a:chOff x="652" y="3429"/>
            <a:chExt cx="2612" cy="315"/>
          </a:xfrm>
        </p:grpSpPr>
        <p:sp>
          <p:nvSpPr>
            <p:cNvPr id="87103" name="Text Box 59">
              <a:extLst>
                <a:ext uri="{FF2B5EF4-FFF2-40B4-BE49-F238E27FC236}">
                  <a16:creationId xmlns:a16="http://schemas.microsoft.com/office/drawing/2014/main" id="{F340AE75-055D-442C-B43C-2B1AED0B06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2" y="3429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1 . 1 0 1 0</a:t>
              </a:r>
            </a:p>
          </p:txBody>
        </p:sp>
        <p:sp>
          <p:nvSpPr>
            <p:cNvPr id="87104" name="Text Box 60">
              <a:extLst>
                <a:ext uri="{FF2B5EF4-FFF2-40B4-BE49-F238E27FC236}">
                  <a16:creationId xmlns:a16="http://schemas.microsoft.com/office/drawing/2014/main" id="{6777688D-F9F4-445E-928A-4024E3EA0D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04" y="3429"/>
              <a:ext cx="6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0 1 1 0</a:t>
              </a:r>
            </a:p>
          </p:txBody>
        </p:sp>
        <p:grpSp>
          <p:nvGrpSpPr>
            <p:cNvPr id="87105" name="Group 61">
              <a:extLst>
                <a:ext uri="{FF2B5EF4-FFF2-40B4-BE49-F238E27FC236}">
                  <a16:creationId xmlns:a16="http://schemas.microsoft.com/office/drawing/2014/main" id="{BFA976DD-E671-4D46-9858-A0EB9179B9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0" y="3456"/>
              <a:ext cx="394" cy="288"/>
              <a:chOff x="3216" y="780"/>
              <a:chExt cx="394" cy="288"/>
            </a:xfrm>
          </p:grpSpPr>
          <p:sp>
            <p:nvSpPr>
              <p:cNvPr id="87106" name="Text Box 62">
                <a:extLst>
                  <a:ext uri="{FF2B5EF4-FFF2-40B4-BE49-F238E27FC236}">
                    <a16:creationId xmlns:a16="http://schemas.microsoft.com/office/drawing/2014/main" id="{E0E03EE1-0A9A-4202-AC6D-02C7B7462C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98" y="780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87107" name="Line 63">
                <a:extLst>
                  <a:ext uri="{FF2B5EF4-FFF2-40B4-BE49-F238E27FC236}">
                    <a16:creationId xmlns:a16="http://schemas.microsoft.com/office/drawing/2014/main" id="{124BA6C1-6C9B-40DC-998C-FC0190456E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16" y="917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84000" name="Group 64">
            <a:extLst>
              <a:ext uri="{FF2B5EF4-FFF2-40B4-BE49-F238E27FC236}">
                <a16:creationId xmlns:a16="http://schemas.microsoft.com/office/drawing/2014/main" id="{0DDBBC64-5767-4C36-9C10-1C747D5BDB70}"/>
              </a:ext>
            </a:extLst>
          </p:cNvPr>
          <p:cNvGrpSpPr>
            <a:grpSpLocks/>
          </p:cNvGrpSpPr>
          <p:nvPr/>
        </p:nvGrpSpPr>
        <p:grpSpPr bwMode="auto">
          <a:xfrm>
            <a:off x="1035050" y="3984625"/>
            <a:ext cx="5594350" cy="457200"/>
            <a:chOff x="652" y="2510"/>
            <a:chExt cx="3524" cy="288"/>
          </a:xfrm>
        </p:grpSpPr>
        <p:sp>
          <p:nvSpPr>
            <p:cNvPr id="87100" name="Text Box 65">
              <a:extLst>
                <a:ext uri="{FF2B5EF4-FFF2-40B4-BE49-F238E27FC236}">
                  <a16:creationId xmlns:a16="http://schemas.microsoft.com/office/drawing/2014/main" id="{9CB035C5-27D6-4B3A-AA71-64D9BF8C2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2" y="2510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0 . 0 1 0 1</a:t>
              </a:r>
            </a:p>
          </p:txBody>
        </p:sp>
        <p:sp>
          <p:nvSpPr>
            <p:cNvPr id="87101" name="Text Box 66">
              <a:extLst>
                <a:ext uri="{FF2B5EF4-FFF2-40B4-BE49-F238E27FC236}">
                  <a16:creationId xmlns:a16="http://schemas.microsoft.com/office/drawing/2014/main" id="{F3B5D59D-C0B6-4001-9A20-8BB1FE8523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92" y="2510"/>
              <a:ext cx="35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0 1</a:t>
              </a:r>
            </a:p>
          </p:txBody>
        </p:sp>
        <p:sp>
          <p:nvSpPr>
            <p:cNvPr id="87102" name="Text Box 67">
              <a:extLst>
                <a:ext uri="{FF2B5EF4-FFF2-40B4-BE49-F238E27FC236}">
                  <a16:creationId xmlns:a16="http://schemas.microsoft.com/office/drawing/2014/main" id="{577FDA5B-C037-42A0-9A31-8227541E8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2544"/>
              <a:ext cx="136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余数为正，上商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grpSp>
        <p:nvGrpSpPr>
          <p:cNvPr id="84001" name="Group 68">
            <a:extLst>
              <a:ext uri="{FF2B5EF4-FFF2-40B4-BE49-F238E27FC236}">
                <a16:creationId xmlns:a16="http://schemas.microsoft.com/office/drawing/2014/main" id="{72A54B72-57F5-420B-AE4D-2275512D2234}"/>
              </a:ext>
            </a:extLst>
          </p:cNvPr>
          <p:cNvGrpSpPr>
            <a:grpSpLocks/>
          </p:cNvGrpSpPr>
          <p:nvPr/>
        </p:nvGrpSpPr>
        <p:grpSpPr bwMode="auto">
          <a:xfrm>
            <a:off x="1035050" y="6172200"/>
            <a:ext cx="5594350" cy="473075"/>
            <a:chOff x="652" y="3888"/>
            <a:chExt cx="3524" cy="298"/>
          </a:xfrm>
        </p:grpSpPr>
        <p:sp>
          <p:nvSpPr>
            <p:cNvPr id="87097" name="Text Box 69">
              <a:extLst>
                <a:ext uri="{FF2B5EF4-FFF2-40B4-BE49-F238E27FC236}">
                  <a16:creationId xmlns:a16="http://schemas.microsoft.com/office/drawing/2014/main" id="{9AF6A924-CF8C-4274-A3A8-C70BFDF5F6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2" y="3888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0 . 0 1 1 1</a:t>
              </a:r>
            </a:p>
          </p:txBody>
        </p:sp>
        <p:sp>
          <p:nvSpPr>
            <p:cNvPr id="87098" name="Text Box 70">
              <a:extLst>
                <a:ext uri="{FF2B5EF4-FFF2-40B4-BE49-F238E27FC236}">
                  <a16:creationId xmlns:a16="http://schemas.microsoft.com/office/drawing/2014/main" id="{2F478D33-3F08-4633-866F-883A6C893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04" y="3888"/>
              <a:ext cx="69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0 1 1 0 </a:t>
              </a:r>
            </a:p>
          </p:txBody>
        </p:sp>
        <p:sp>
          <p:nvSpPr>
            <p:cNvPr id="87099" name="Text Box 71">
              <a:extLst>
                <a:ext uri="{FF2B5EF4-FFF2-40B4-BE49-F238E27FC236}">
                  <a16:creationId xmlns:a16="http://schemas.microsoft.com/office/drawing/2014/main" id="{907B4A48-5741-4306-A994-1106F4D58B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3936"/>
              <a:ext cx="136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余数为正，上商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grpSp>
        <p:nvGrpSpPr>
          <p:cNvPr id="84002" name="Group 72">
            <a:extLst>
              <a:ext uri="{FF2B5EF4-FFF2-40B4-BE49-F238E27FC236}">
                <a16:creationId xmlns:a16="http://schemas.microsoft.com/office/drawing/2014/main" id="{5E9759C2-CA30-4244-AA31-8A093F50B0E3}"/>
              </a:ext>
            </a:extLst>
          </p:cNvPr>
          <p:cNvGrpSpPr>
            <a:grpSpLocks/>
          </p:cNvGrpSpPr>
          <p:nvPr/>
        </p:nvGrpSpPr>
        <p:grpSpPr bwMode="auto">
          <a:xfrm>
            <a:off x="1035050" y="5078413"/>
            <a:ext cx="5594350" cy="457200"/>
            <a:chOff x="652" y="3199"/>
            <a:chExt cx="3524" cy="288"/>
          </a:xfrm>
        </p:grpSpPr>
        <p:sp>
          <p:nvSpPr>
            <p:cNvPr id="87094" name="Text Box 73">
              <a:extLst>
                <a:ext uri="{FF2B5EF4-FFF2-40B4-BE49-F238E27FC236}">
                  <a16:creationId xmlns:a16="http://schemas.microsoft.com/office/drawing/2014/main" id="{8F19F3AD-D47A-4B0F-827C-CA357F2012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2" y="3199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1 . 1 1 0 1</a:t>
              </a:r>
            </a:p>
          </p:txBody>
        </p:sp>
        <p:sp>
          <p:nvSpPr>
            <p:cNvPr id="87095" name="Text Box 74">
              <a:extLst>
                <a:ext uri="{FF2B5EF4-FFF2-40B4-BE49-F238E27FC236}">
                  <a16:creationId xmlns:a16="http://schemas.microsoft.com/office/drawing/2014/main" id="{565631AA-775E-4057-9C7A-758CC31AA2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8" y="3199"/>
              <a:ext cx="50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0 1 1</a:t>
              </a:r>
            </a:p>
          </p:txBody>
        </p:sp>
        <p:sp>
          <p:nvSpPr>
            <p:cNvPr id="87096" name="Text Box 75">
              <a:extLst>
                <a:ext uri="{FF2B5EF4-FFF2-40B4-BE49-F238E27FC236}">
                  <a16:creationId xmlns:a16="http://schemas.microsoft.com/office/drawing/2014/main" id="{A4ABFB04-DE50-4E22-B51F-8784A76C46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3216"/>
              <a:ext cx="136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余数为负，上商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sp>
        <p:nvSpPr>
          <p:cNvPr id="84044" name="Text Box 76">
            <a:extLst>
              <a:ext uri="{FF2B5EF4-FFF2-40B4-BE49-F238E27FC236}">
                <a16:creationId xmlns:a16="http://schemas.microsoft.com/office/drawing/2014/main" id="{D7F98E7D-C1EE-4DEB-9265-19A5AB37E7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1108075"/>
            <a:ext cx="18684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原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1.1011</a:t>
            </a:r>
          </a:p>
        </p:txBody>
      </p:sp>
      <p:sp>
        <p:nvSpPr>
          <p:cNvPr id="84045" name="Text Box 77">
            <a:extLst>
              <a:ext uri="{FF2B5EF4-FFF2-40B4-BE49-F238E27FC236}">
                <a16:creationId xmlns:a16="http://schemas.microsoft.com/office/drawing/2014/main" id="{D924650F-6723-44A9-BD0C-77BD38BB02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667000"/>
            <a:ext cx="20034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*]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0.1101</a:t>
            </a:r>
          </a:p>
        </p:txBody>
      </p:sp>
      <p:sp>
        <p:nvSpPr>
          <p:cNvPr id="84046" name="Text Box 78">
            <a:extLst>
              <a:ext uri="{FF2B5EF4-FFF2-40B4-BE49-F238E27FC236}">
                <a16:creationId xmlns:a16="http://schemas.microsoft.com/office/drawing/2014/main" id="{06E36147-7021-4BA9-808D-CDA752FB07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4200" y="3187700"/>
            <a:ext cx="21558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*]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1.0011</a:t>
            </a:r>
          </a:p>
        </p:txBody>
      </p:sp>
      <p:sp>
        <p:nvSpPr>
          <p:cNvPr id="84047" name="Text Box 79">
            <a:extLst>
              <a:ext uri="{FF2B5EF4-FFF2-40B4-BE49-F238E27FC236}">
                <a16:creationId xmlns:a16="http://schemas.microsoft.com/office/drawing/2014/main" id="{02580D61-00B3-4E8F-8BD9-179636B9D9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1627188"/>
            <a:ext cx="18510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原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1.1101</a:t>
            </a:r>
          </a:p>
        </p:txBody>
      </p:sp>
      <p:sp>
        <p:nvSpPr>
          <p:cNvPr id="84048" name="Text Box 80">
            <a:extLst>
              <a:ext uri="{FF2B5EF4-FFF2-40B4-BE49-F238E27FC236}">
                <a16:creationId xmlns:a16="http://schemas.microsoft.com/office/drawing/2014/main" id="{A5D80839-E901-47A2-9454-C3D12311D7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8250" y="2890838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</a:p>
        </p:txBody>
      </p:sp>
      <p:sp>
        <p:nvSpPr>
          <p:cNvPr id="84049" name="Text Box 81">
            <a:extLst>
              <a:ext uri="{FF2B5EF4-FFF2-40B4-BE49-F238E27FC236}">
                <a16:creationId xmlns:a16="http://schemas.microsoft.com/office/drawing/2014/main" id="{5B98DD71-A1E2-4AC2-ABB0-63F67E8B47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8250" y="398462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</a:p>
        </p:txBody>
      </p:sp>
      <p:sp>
        <p:nvSpPr>
          <p:cNvPr id="84050" name="Text Box 82">
            <a:extLst>
              <a:ext uri="{FF2B5EF4-FFF2-40B4-BE49-F238E27FC236}">
                <a16:creationId xmlns:a16="http://schemas.microsoft.com/office/drawing/2014/main" id="{4D464E99-4B5A-439C-9726-56BD93246C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8250" y="5078413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84051" name="Text Box 83">
            <a:extLst>
              <a:ext uri="{FF2B5EF4-FFF2-40B4-BE49-F238E27FC236}">
                <a16:creationId xmlns:a16="http://schemas.microsoft.com/office/drawing/2014/main" id="{A021C32D-98E2-4CF7-B3F8-3751F4330B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8250" y="6172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</a:p>
        </p:txBody>
      </p:sp>
      <p:sp>
        <p:nvSpPr>
          <p:cNvPr id="84052" name="AutoShape 84">
            <a:extLst>
              <a:ext uri="{FF2B5EF4-FFF2-40B4-BE49-F238E27FC236}">
                <a16:creationId xmlns:a16="http://schemas.microsoft.com/office/drawing/2014/main" id="{52638611-6E69-4336-86BF-FE66AE196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63" y="2817813"/>
            <a:ext cx="755650" cy="771525"/>
          </a:xfrm>
          <a:prstGeom prst="wedgeRoundRectCallout">
            <a:avLst>
              <a:gd name="adj1" fmla="val 89958"/>
              <a:gd name="adj2" fmla="val 36250"/>
              <a:gd name="adj3" fmla="val 16667"/>
            </a:avLst>
          </a:prstGeom>
          <a:noFill/>
          <a:ln w="19050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逻辑左移</a:t>
            </a:r>
          </a:p>
        </p:txBody>
      </p:sp>
      <p:sp>
        <p:nvSpPr>
          <p:cNvPr id="84054" name="Text Box 86">
            <a:extLst>
              <a:ext uri="{FF2B5EF4-FFF2-40B4-BE49-F238E27FC236}">
                <a16:creationId xmlns:a16="http://schemas.microsoft.com/office/drawing/2014/main" id="{2A82FEAE-E94B-4CF7-B8CC-7731C009A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147888"/>
            <a:ext cx="20208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[</a:t>
            </a:r>
            <a:r>
              <a:rPr kumimoji="1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*]</a:t>
            </a:r>
            <a:r>
              <a:rPr kumimoji="1" lang="zh-CN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 0.1011</a:t>
            </a:r>
          </a:p>
        </p:txBody>
      </p:sp>
      <p:sp>
        <p:nvSpPr>
          <p:cNvPr id="84055" name="AutoShape 87">
            <a:extLst>
              <a:ext uri="{FF2B5EF4-FFF2-40B4-BE49-F238E27FC236}">
                <a16:creationId xmlns:a16="http://schemas.microsoft.com/office/drawing/2014/main" id="{D4067DBD-DB3E-4718-AF07-5B289BDD2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75" y="1773238"/>
            <a:ext cx="757238" cy="768350"/>
          </a:xfrm>
          <a:prstGeom prst="wedgeRoundRectCallout">
            <a:avLst>
              <a:gd name="adj1" fmla="val 89958"/>
              <a:gd name="adj2" fmla="val 36250"/>
              <a:gd name="adj3" fmla="val 16667"/>
            </a:avLst>
          </a:prstGeom>
          <a:noFill/>
          <a:ln w="19050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逻辑左移</a:t>
            </a:r>
          </a:p>
        </p:txBody>
      </p:sp>
      <p:sp>
        <p:nvSpPr>
          <p:cNvPr id="84056" name="AutoShape 88">
            <a:extLst>
              <a:ext uri="{FF2B5EF4-FFF2-40B4-BE49-F238E27FC236}">
                <a16:creationId xmlns:a16="http://schemas.microsoft.com/office/drawing/2014/main" id="{BF524C5D-0014-4354-9EB3-5858DE787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75" y="3933825"/>
            <a:ext cx="757238" cy="768350"/>
          </a:xfrm>
          <a:prstGeom prst="wedgeRoundRectCallout">
            <a:avLst>
              <a:gd name="adj1" fmla="val 89958"/>
              <a:gd name="adj2" fmla="val 36250"/>
              <a:gd name="adj3" fmla="val 16667"/>
            </a:avLst>
          </a:prstGeom>
          <a:noFill/>
          <a:ln w="19050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逻辑左移</a:t>
            </a:r>
          </a:p>
        </p:txBody>
      </p:sp>
      <p:sp>
        <p:nvSpPr>
          <p:cNvPr id="84057" name="AutoShape 89">
            <a:extLst>
              <a:ext uri="{FF2B5EF4-FFF2-40B4-BE49-F238E27FC236}">
                <a16:creationId xmlns:a16="http://schemas.microsoft.com/office/drawing/2014/main" id="{5DFA2EC4-B617-4DE2-B8F9-6D1C6DF52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75" y="5037138"/>
            <a:ext cx="757238" cy="768350"/>
          </a:xfrm>
          <a:prstGeom prst="wedgeRoundRectCallout">
            <a:avLst>
              <a:gd name="adj1" fmla="val 89958"/>
              <a:gd name="adj2" fmla="val 36250"/>
              <a:gd name="adj3" fmla="val 16667"/>
            </a:avLst>
          </a:prstGeom>
          <a:noFill/>
          <a:ln w="19050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逻辑左移</a:t>
            </a:r>
          </a:p>
        </p:txBody>
      </p:sp>
      <p:sp>
        <p:nvSpPr>
          <p:cNvPr id="84059" name="Text Box 91">
            <a:extLst>
              <a:ext uri="{FF2B5EF4-FFF2-40B4-BE49-F238E27FC236}">
                <a16:creationId xmlns:a16="http://schemas.microsoft.com/office/drawing/2014/main" id="{2B728D48-C503-489A-93AC-CA84045035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477963"/>
            <a:ext cx="46831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＋</a:t>
            </a:r>
          </a:p>
        </p:txBody>
      </p:sp>
      <p:sp>
        <p:nvSpPr>
          <p:cNvPr id="84060" name="Text Box 92">
            <a:extLst>
              <a:ext uri="{FF2B5EF4-FFF2-40B4-BE49-F238E27FC236}">
                <a16:creationId xmlns:a16="http://schemas.microsoft.com/office/drawing/2014/main" id="{6923FCD2-F214-43D4-9FC6-20E2CE6D6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2565400"/>
            <a:ext cx="46831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＋</a:t>
            </a:r>
          </a:p>
        </p:txBody>
      </p:sp>
      <p:sp>
        <p:nvSpPr>
          <p:cNvPr id="84061" name="Text Box 93">
            <a:extLst>
              <a:ext uri="{FF2B5EF4-FFF2-40B4-BE49-F238E27FC236}">
                <a16:creationId xmlns:a16="http://schemas.microsoft.com/office/drawing/2014/main" id="{0523AFD8-2750-4ABA-AC0F-1ED863BA45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3644900"/>
            <a:ext cx="46831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＋</a:t>
            </a:r>
          </a:p>
        </p:txBody>
      </p:sp>
      <p:sp>
        <p:nvSpPr>
          <p:cNvPr id="84062" name="Text Box 94">
            <a:extLst>
              <a:ext uri="{FF2B5EF4-FFF2-40B4-BE49-F238E27FC236}">
                <a16:creationId xmlns:a16="http://schemas.microsoft.com/office/drawing/2014/main" id="{AF7AC24A-31C5-45AE-A239-A96576A224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4724400"/>
            <a:ext cx="46831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＋</a:t>
            </a:r>
          </a:p>
        </p:txBody>
      </p:sp>
      <p:sp>
        <p:nvSpPr>
          <p:cNvPr id="84063" name="Text Box 95">
            <a:extLst>
              <a:ext uri="{FF2B5EF4-FFF2-40B4-BE49-F238E27FC236}">
                <a16:creationId xmlns:a16="http://schemas.microsoft.com/office/drawing/2014/main" id="{E766CA37-88B2-434D-B77A-60737892BA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5870575"/>
            <a:ext cx="46831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＋</a:t>
            </a:r>
          </a:p>
        </p:txBody>
      </p:sp>
      <p:sp>
        <p:nvSpPr>
          <p:cNvPr id="96" name="矩形 95">
            <a:extLst>
              <a:ext uri="{FF2B5EF4-FFF2-40B4-BE49-F238E27FC236}">
                <a16:creationId xmlns:a16="http://schemas.microsoft.com/office/drawing/2014/main" id="{ADF18AD1-0D6F-4329-917A-4B40D66A5DC0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18096001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3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40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4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840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84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84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83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7" dur="500"/>
                                        <p:tgtEl>
                                          <p:spTgt spid="839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83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7" dur="500"/>
                                        <p:tgtEl>
                                          <p:spTgt spid="83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83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83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0" dur="500"/>
                                        <p:tgtEl>
                                          <p:spTgt spid="84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2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4" dur="500"/>
                                        <p:tgtEl>
                                          <p:spTgt spid="839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4" dur="500"/>
                                        <p:tgtEl>
                                          <p:spTgt spid="83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4" dur="500"/>
                                        <p:tgtEl>
                                          <p:spTgt spid="84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9" dur="500"/>
                                        <p:tgtEl>
                                          <p:spTgt spid="84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4" dur="500"/>
                                        <p:tgtEl>
                                          <p:spTgt spid="83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7" dur="500"/>
                                        <p:tgtEl>
                                          <p:spTgt spid="84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11" dur="500"/>
                                        <p:tgtEl>
                                          <p:spTgt spid="83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1" dur="500"/>
                                        <p:tgtEl>
                                          <p:spTgt spid="84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 nodeType="clickPar">
                      <p:stCondLst>
                        <p:cond delay="indefinite"/>
                      </p:stCondLst>
                      <p:childTnLst>
                        <p:par>
                          <p:cTn id="1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1" dur="500"/>
                                        <p:tgtEl>
                                          <p:spTgt spid="84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 nodeType="clickPar">
                      <p:stCondLst>
                        <p:cond delay="indefinite"/>
                      </p:stCondLst>
                      <p:childTnLst>
                        <p:par>
                          <p:cTn id="1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6" dur="500"/>
                                        <p:tgtEl>
                                          <p:spTgt spid="840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 nodeType="clickPar">
                      <p:stCondLst>
                        <p:cond delay="indefinite"/>
                      </p:stCondLst>
                      <p:childTnLst>
                        <p:par>
                          <p:cTn id="1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1" dur="500"/>
                                        <p:tgtEl>
                                          <p:spTgt spid="83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4" dur="500"/>
                                        <p:tgtEl>
                                          <p:spTgt spid="84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6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48" dur="500"/>
                                        <p:tgtEl>
                                          <p:spTgt spid="839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 nodeType="clickPar">
                      <p:stCondLst>
                        <p:cond delay="indefinite"/>
                      </p:stCondLst>
                      <p:childTnLst>
                        <p:par>
                          <p:cTn id="1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3" dur="500"/>
                                        <p:tgtEl>
                                          <p:spTgt spid="84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8" dur="500"/>
                                        <p:tgtEl>
                                          <p:spTgt spid="84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 nodeType="clickPar">
                      <p:stCondLst>
                        <p:cond delay="indefinite"/>
                      </p:stCondLst>
                      <p:childTnLst>
                        <p:par>
                          <p:cTn id="1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8" dur="500"/>
                                        <p:tgtEl>
                                          <p:spTgt spid="84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 nodeType="clickPar">
                      <p:stCondLst>
                        <p:cond delay="indefinite"/>
                      </p:stCondLst>
                      <p:childTnLst>
                        <p:par>
                          <p:cTn id="1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3" dur="500"/>
                                        <p:tgtEl>
                                          <p:spTgt spid="84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 nodeType="clickPar">
                      <p:stCondLst>
                        <p:cond delay="indefinite"/>
                      </p:stCondLst>
                      <p:childTnLst>
                        <p:par>
                          <p:cTn id="1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8" dur="500"/>
                                        <p:tgtEl>
                                          <p:spTgt spid="83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1" dur="500"/>
                                        <p:tgtEl>
                                          <p:spTgt spid="84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3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85" dur="500"/>
                                        <p:tgtEl>
                                          <p:spTgt spid="83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 nodeType="clickPar">
                      <p:stCondLst>
                        <p:cond delay="indefinite"/>
                      </p:stCondLst>
                      <p:childTnLst>
                        <p:par>
                          <p:cTn id="1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0" dur="500"/>
                                        <p:tgtEl>
                                          <p:spTgt spid="84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 nodeType="clickPar">
                      <p:stCondLst>
                        <p:cond delay="indefinite"/>
                      </p:stCondLst>
                      <p:childTnLst>
                        <p:par>
                          <p:cTn id="1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5" dur="500"/>
                                        <p:tgtEl>
                                          <p:spTgt spid="84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 nodeType="clickPar">
                      <p:stCondLst>
                        <p:cond delay="indefinite"/>
                      </p:stCondLst>
                      <p:childTnLst>
                        <p:par>
                          <p:cTn id="1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 nodeType="clickPar">
                      <p:stCondLst>
                        <p:cond delay="indefinite"/>
                      </p:stCondLst>
                      <p:childTnLst>
                        <p:par>
                          <p:cTn id="2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5" dur="500"/>
                                        <p:tgtEl>
                                          <p:spTgt spid="84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 nodeType="clickPar">
                      <p:stCondLst>
                        <p:cond delay="indefinite"/>
                      </p:stCondLst>
                      <p:childTnLst>
                        <p:par>
                          <p:cTn id="2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0" dur="500"/>
                                        <p:tgtEl>
                                          <p:spTgt spid="840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 nodeType="clickPar">
                      <p:stCondLst>
                        <p:cond delay="indefinite"/>
                      </p:stCondLst>
                      <p:childTnLst>
                        <p:par>
                          <p:cTn id="2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5" dur="500"/>
                                        <p:tgtEl>
                                          <p:spTgt spid="839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8" dur="500"/>
                                        <p:tgtEl>
                                          <p:spTgt spid="84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20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22" dur="500"/>
                                        <p:tgtEl>
                                          <p:spTgt spid="83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 nodeType="clickPar">
                      <p:stCondLst>
                        <p:cond delay="indefinite"/>
                      </p:stCondLst>
                      <p:childTnLst>
                        <p:par>
                          <p:cTn id="2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7" dur="500"/>
                                        <p:tgtEl>
                                          <p:spTgt spid="84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 nodeType="clickPar">
                      <p:stCondLst>
                        <p:cond delay="indefinite"/>
                      </p:stCondLst>
                      <p:childTnLst>
                        <p:par>
                          <p:cTn id="2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2" dur="500"/>
                                        <p:tgtEl>
                                          <p:spTgt spid="84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978" grpId="0" autoUpdateAnimBg="0"/>
      <p:bldP spid="83980" grpId="0" autoUpdateAnimBg="0"/>
      <p:bldP spid="83981" grpId="0" autoUpdateAnimBg="0"/>
      <p:bldP spid="83982" grpId="0" autoUpdateAnimBg="0"/>
      <p:bldP spid="83983" grpId="0" autoUpdateAnimBg="0"/>
      <p:bldP spid="83984" grpId="0" autoUpdateAnimBg="0"/>
      <p:bldP spid="83985" grpId="0" autoUpdateAnimBg="0"/>
      <p:bldP spid="83987" grpId="0" autoUpdateAnimBg="0"/>
      <p:bldP spid="83994" grpId="0" autoUpdateAnimBg="0"/>
      <p:bldP spid="83995" grpId="0" autoUpdateAnimBg="0"/>
      <p:bldP spid="84005" grpId="0" autoUpdateAnimBg="0"/>
      <p:bldP spid="84011" grpId="0" autoUpdateAnimBg="0"/>
      <p:bldP spid="84018" grpId="0" autoUpdateAnimBg="0"/>
      <p:bldP spid="84019" grpId="0" autoUpdateAnimBg="0"/>
      <p:bldP spid="84044" grpId="0" autoUpdateAnimBg="0"/>
      <p:bldP spid="84045" grpId="0" autoUpdateAnimBg="0"/>
      <p:bldP spid="84046" grpId="0" autoUpdateAnimBg="0"/>
      <p:bldP spid="84047" grpId="0" autoUpdateAnimBg="0"/>
      <p:bldP spid="84048" grpId="0" autoUpdateAnimBg="0"/>
      <p:bldP spid="84049" grpId="0" autoUpdateAnimBg="0"/>
      <p:bldP spid="84050" grpId="0" autoUpdateAnimBg="0"/>
      <p:bldP spid="84051" grpId="0" autoUpdateAnimBg="0"/>
      <p:bldP spid="84052" grpId="0" animBg="1" autoUpdateAnimBg="0"/>
      <p:bldP spid="84054" grpId="0" autoUpdateAnimBg="0"/>
      <p:bldP spid="84055" grpId="0" animBg="1" autoUpdateAnimBg="0"/>
      <p:bldP spid="84056" grpId="0" animBg="1" autoUpdateAnimBg="0"/>
      <p:bldP spid="84057" grpId="0" animBg="1" autoUpdateAnimBg="0"/>
      <p:bldP spid="84059" grpId="0"/>
      <p:bldP spid="84060" grpId="0"/>
      <p:bldP spid="84061" grpId="0"/>
      <p:bldP spid="84062" grpId="0"/>
      <p:bldP spid="84063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015CED4D-1679-4FF7-8677-4A9BEAD62942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1143000"/>
            <a:ext cx="3259138" cy="519113"/>
            <a:chOff x="624" y="720"/>
            <a:chExt cx="2053" cy="327"/>
          </a:xfrm>
        </p:grpSpPr>
        <p:sp>
          <p:nvSpPr>
            <p:cNvPr id="88090" name="Text Box 3">
              <a:extLst>
                <a:ext uri="{FF2B5EF4-FFF2-40B4-BE49-F238E27FC236}">
                  <a16:creationId xmlns:a16="http://schemas.microsoft.com/office/drawing/2014/main" id="{508DB5B3-A0FA-4B9B-8D66-DC9439B342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720"/>
              <a:ext cx="205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①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1    </a:t>
              </a:r>
              <a:r>
                <a:rPr kumimoji="1" lang="en-US" altLang="zh-CN" sz="1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= 0</a:t>
              </a:r>
            </a:p>
          </p:txBody>
        </p:sp>
        <p:sp>
          <p:nvSpPr>
            <p:cNvPr id="88091" name="AutoShape 4">
              <a:extLst>
                <a:ext uri="{FF2B5EF4-FFF2-40B4-BE49-F238E27FC236}">
                  <a16:creationId xmlns:a16="http://schemas.microsoft.com/office/drawing/2014/main" id="{1CF51A41-C9D8-474B-B186-010EABD8E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864"/>
              <a:ext cx="125" cy="125"/>
            </a:xfrm>
            <a:prstGeom prst="flowChartOr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8092" name="AutoShape 5">
              <a:extLst>
                <a:ext uri="{FF2B5EF4-FFF2-40B4-BE49-F238E27FC236}">
                  <a16:creationId xmlns:a16="http://schemas.microsoft.com/office/drawing/2014/main" id="{36A4D2B2-7DC1-4FF7-86A4-7468174FC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816"/>
              <a:ext cx="125" cy="125"/>
            </a:xfrm>
            <a:prstGeom prst="flowChartOr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" name="Group 6">
            <a:extLst>
              <a:ext uri="{FF2B5EF4-FFF2-40B4-BE49-F238E27FC236}">
                <a16:creationId xmlns:a16="http://schemas.microsoft.com/office/drawing/2014/main" id="{99B3CCE0-9C55-444B-AEE8-87FBA8C358C3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1727200"/>
            <a:ext cx="2520950" cy="720725"/>
            <a:chOff x="624" y="1088"/>
            <a:chExt cx="1588" cy="454"/>
          </a:xfrm>
        </p:grpSpPr>
        <p:sp>
          <p:nvSpPr>
            <p:cNvPr id="88084" name="Text Box 7">
              <a:extLst>
                <a:ext uri="{FF2B5EF4-FFF2-40B4-BE49-F238E27FC236}">
                  <a16:creationId xmlns:a16="http://schemas.microsoft.com/office/drawing/2014/main" id="{4839D6F5-C70F-4353-84D3-B8553763CE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1138"/>
              <a:ext cx="34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②</a:t>
              </a:r>
            </a:p>
          </p:txBody>
        </p:sp>
        <p:grpSp>
          <p:nvGrpSpPr>
            <p:cNvPr id="88085" name="Group 8">
              <a:extLst>
                <a:ext uri="{FF2B5EF4-FFF2-40B4-BE49-F238E27FC236}">
                  <a16:creationId xmlns:a16="http://schemas.microsoft.com/office/drawing/2014/main" id="{C34AFF80-47DF-4C50-8334-1CDD54F736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8" y="1088"/>
              <a:ext cx="308" cy="454"/>
              <a:chOff x="1056" y="1728"/>
              <a:chExt cx="308" cy="454"/>
            </a:xfrm>
          </p:grpSpPr>
          <p:sp>
            <p:nvSpPr>
              <p:cNvPr id="88087" name="Text Box 9">
                <a:extLst>
                  <a:ext uri="{FF2B5EF4-FFF2-40B4-BE49-F238E27FC236}">
                    <a16:creationId xmlns:a16="http://schemas.microsoft.com/office/drawing/2014/main" id="{35A7C785-49E9-4A35-AD9C-79D3AA9BA6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56" y="1728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x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*</a:t>
                </a:r>
              </a:p>
            </p:txBody>
          </p:sp>
          <p:sp>
            <p:nvSpPr>
              <p:cNvPr id="88088" name="Text Box 10">
                <a:extLst>
                  <a:ext uri="{FF2B5EF4-FFF2-40B4-BE49-F238E27FC236}">
                    <a16:creationId xmlns:a16="http://schemas.microsoft.com/office/drawing/2014/main" id="{F674A564-CB9A-4226-98AA-0BEAC298D3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56" y="1894"/>
                <a:ext cx="297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*</a:t>
                </a:r>
              </a:p>
            </p:txBody>
          </p:sp>
          <p:sp>
            <p:nvSpPr>
              <p:cNvPr id="88089" name="Line 11">
                <a:extLst>
                  <a:ext uri="{FF2B5EF4-FFF2-40B4-BE49-F238E27FC236}">
                    <a16:creationId xmlns:a16="http://schemas.microsoft.com/office/drawing/2014/main" id="{DDEE2C28-5DAD-42DA-AD36-727F15A5CF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70" y="1990"/>
                <a:ext cx="19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88086" name="Text Box 12">
              <a:extLst>
                <a:ext uri="{FF2B5EF4-FFF2-40B4-BE49-F238E27FC236}">
                  <a16:creationId xmlns:a16="http://schemas.microsoft.com/office/drawing/2014/main" id="{B8B24924-BC89-4917-86EA-D1DB38BF7E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6" y="1161"/>
              <a:ext cx="9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 0.1101</a:t>
              </a:r>
            </a:p>
          </p:txBody>
        </p:sp>
      </p:grpSp>
      <p:grpSp>
        <p:nvGrpSpPr>
          <p:cNvPr id="7" name="Group 13">
            <a:extLst>
              <a:ext uri="{FF2B5EF4-FFF2-40B4-BE49-F238E27FC236}">
                <a16:creationId xmlns:a16="http://schemas.microsoft.com/office/drawing/2014/main" id="{23B7EF12-6FD6-4B8A-8051-5C3AA64C1577}"/>
              </a:ext>
            </a:extLst>
          </p:cNvPr>
          <p:cNvGrpSpPr>
            <a:grpSpLocks/>
          </p:cNvGrpSpPr>
          <p:nvPr/>
        </p:nvGrpSpPr>
        <p:grpSpPr bwMode="auto">
          <a:xfrm>
            <a:off x="609600" y="2362200"/>
            <a:ext cx="2878138" cy="738188"/>
            <a:chOff x="384" y="1488"/>
            <a:chExt cx="1813" cy="465"/>
          </a:xfrm>
        </p:grpSpPr>
        <p:sp>
          <p:nvSpPr>
            <p:cNvPr id="88077" name="Text Box 14">
              <a:extLst>
                <a:ext uri="{FF2B5EF4-FFF2-40B4-BE49-F238E27FC236}">
                  <a16:creationId xmlns:a16="http://schemas.microsoft.com/office/drawing/2014/main" id="{D14FA86C-AB1A-4A29-B2EA-35920EC5A8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1626"/>
              <a:ext cx="181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∴            = 0.1101</a:t>
              </a:r>
            </a:p>
          </p:txBody>
        </p:sp>
        <p:grpSp>
          <p:nvGrpSpPr>
            <p:cNvPr id="88078" name="Group 15">
              <a:extLst>
                <a:ext uri="{FF2B5EF4-FFF2-40B4-BE49-F238E27FC236}">
                  <a16:creationId xmlns:a16="http://schemas.microsoft.com/office/drawing/2014/main" id="{D354D17B-317A-4D85-8317-20CDA16AB3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0" y="1488"/>
              <a:ext cx="619" cy="454"/>
              <a:chOff x="1085" y="1898"/>
              <a:chExt cx="619" cy="454"/>
            </a:xfrm>
          </p:grpSpPr>
          <p:sp>
            <p:nvSpPr>
              <p:cNvPr id="88079" name="Text Box 16">
                <a:extLst>
                  <a:ext uri="{FF2B5EF4-FFF2-40B4-BE49-F238E27FC236}">
                    <a16:creationId xmlns:a16="http://schemas.microsoft.com/office/drawing/2014/main" id="{AA05BAC4-B3E8-4A90-A2DA-3B944C665C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85" y="1988"/>
                <a:ext cx="619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[    ]</a:t>
                </a:r>
                <a:r>
                  <a:rPr kumimoji="1" lang="zh-CN" altLang="en-US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原</a:t>
                </a:r>
                <a:endPara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88080" name="Group 17">
                <a:extLst>
                  <a:ext uri="{FF2B5EF4-FFF2-40B4-BE49-F238E27FC236}">
                    <a16:creationId xmlns:a16="http://schemas.microsoft.com/office/drawing/2014/main" id="{E673B896-2CE9-4470-9C3E-627B12EB09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19" y="1898"/>
                <a:ext cx="212" cy="454"/>
                <a:chOff x="1056" y="1728"/>
                <a:chExt cx="212" cy="454"/>
              </a:xfrm>
            </p:grpSpPr>
            <p:sp>
              <p:nvSpPr>
                <p:cNvPr id="88081" name="Text Box 18">
                  <a:extLst>
                    <a:ext uri="{FF2B5EF4-FFF2-40B4-BE49-F238E27FC236}">
                      <a16:creationId xmlns:a16="http://schemas.microsoft.com/office/drawing/2014/main" id="{5A5B8DE1-623C-4939-B901-4DB36AD6886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56" y="1728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x</a:t>
                  </a:r>
                </a:p>
              </p:txBody>
            </p:sp>
            <p:sp>
              <p:nvSpPr>
                <p:cNvPr id="88082" name="Text Box 19">
                  <a:extLst>
                    <a:ext uri="{FF2B5EF4-FFF2-40B4-BE49-F238E27FC236}">
                      <a16:creationId xmlns:a16="http://schemas.microsoft.com/office/drawing/2014/main" id="{F3B6055A-9192-4FC8-A528-04785F09C7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56" y="1894"/>
                  <a:ext cx="201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</a:p>
              </p:txBody>
            </p:sp>
            <p:sp>
              <p:nvSpPr>
                <p:cNvPr id="88083" name="Line 20">
                  <a:extLst>
                    <a:ext uri="{FF2B5EF4-FFF2-40B4-BE49-F238E27FC236}">
                      <a16:creationId xmlns:a16="http://schemas.microsoft.com/office/drawing/2014/main" id="{7D3B3B02-FD16-4625-9B0F-8D5635C2B2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70" y="1990"/>
                  <a:ext cx="190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</p:grpSp>
      <p:sp>
        <p:nvSpPr>
          <p:cNvPr id="85013" name="Text Box 21">
            <a:extLst>
              <a:ext uri="{FF2B5EF4-FFF2-40B4-BE49-F238E27FC236}">
                <a16:creationId xmlns:a16="http://schemas.microsoft.com/office/drawing/2014/main" id="{A0ED4E4B-C2F5-4370-9644-A282F471C4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5950" y="3513138"/>
            <a:ext cx="2097088" cy="668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3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上商 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+1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次</a:t>
            </a:r>
          </a:p>
        </p:txBody>
      </p:sp>
      <p:sp>
        <p:nvSpPr>
          <p:cNvPr id="88070" name="Text Box 22">
            <a:extLst>
              <a:ext uri="{FF2B5EF4-FFF2-40B4-BE49-F238E27FC236}">
                <a16:creationId xmlns:a16="http://schemas.microsoft.com/office/drawing/2014/main" id="{EFD6FD32-8FD5-432A-823B-D7036CF4FB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258763"/>
            <a:ext cx="4114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例</a:t>
            </a: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2.4-2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结果</a:t>
            </a:r>
          </a:p>
        </p:txBody>
      </p:sp>
      <p:sp>
        <p:nvSpPr>
          <p:cNvPr id="85015" name="Text Box 23">
            <a:extLst>
              <a:ext uri="{FF2B5EF4-FFF2-40B4-BE49-F238E27FC236}">
                <a16:creationId xmlns:a16="http://schemas.microsoft.com/office/drawing/2014/main" id="{A23E6B4D-72BC-4062-9330-A6C1328F4F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595688"/>
            <a:ext cx="898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特点</a:t>
            </a:r>
          </a:p>
        </p:txBody>
      </p:sp>
      <p:sp>
        <p:nvSpPr>
          <p:cNvPr id="85016" name="Text Box 24">
            <a:extLst>
              <a:ext uri="{FF2B5EF4-FFF2-40B4-BE49-F238E27FC236}">
                <a16:creationId xmlns:a16="http://schemas.microsoft.com/office/drawing/2014/main" id="{846EC555-62A8-4A4E-8DBE-4457B0B8ED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5950" y="5537200"/>
            <a:ext cx="51847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用移位的次数判断除法是否结束</a:t>
            </a:r>
          </a:p>
        </p:txBody>
      </p:sp>
      <p:sp>
        <p:nvSpPr>
          <p:cNvPr id="85017" name="Text Box 25">
            <a:extLst>
              <a:ext uri="{FF2B5EF4-FFF2-40B4-BE49-F238E27FC236}">
                <a16:creationId xmlns:a16="http://schemas.microsoft.com/office/drawing/2014/main" id="{425D186B-1340-4622-B804-79086F98D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5950" y="4191000"/>
            <a:ext cx="3041650" cy="668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3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第一次上商判溢出</a:t>
            </a: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018" name="Text Box 26">
            <a:extLst>
              <a:ext uri="{FF2B5EF4-FFF2-40B4-BE49-F238E27FC236}">
                <a16:creationId xmlns:a16="http://schemas.microsoft.com/office/drawing/2014/main" id="{9244EBA0-5621-48B6-AC94-A6A890F99C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5950" y="4938713"/>
            <a:ext cx="37528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移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次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加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+1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次</a:t>
            </a: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43549964-394E-41CF-B9CF-AD935763430A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2857711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50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850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850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85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85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013" grpId="0" autoUpdateAnimBg="0"/>
      <p:bldP spid="85015" grpId="0" autoUpdateAnimBg="0"/>
      <p:bldP spid="85016" grpId="0" autoUpdateAnimBg="0"/>
      <p:bldP spid="85017" grpId="0" autoUpdateAnimBg="0"/>
      <p:bldP spid="85018" grpId="0" autoUpdateAnimBg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Text Box 2">
            <a:extLst>
              <a:ext uri="{FF2B5EF4-FFF2-40B4-BE49-F238E27FC236}">
                <a16:creationId xmlns:a16="http://schemas.microsoft.com/office/drawing/2014/main" id="{923C02D3-F5C6-41AE-B030-94AA9E86F8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" y="552450"/>
            <a:ext cx="63404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原码加减交替除法硬件配置</a:t>
            </a:r>
          </a:p>
        </p:txBody>
      </p:sp>
      <p:sp>
        <p:nvSpPr>
          <p:cNvPr id="86019" name="Text Box 3">
            <a:extLst>
              <a:ext uri="{FF2B5EF4-FFF2-40B4-BE49-F238E27FC236}">
                <a16:creationId xmlns:a16="http://schemas.microsoft.com/office/drawing/2014/main" id="{750234FC-4FB4-429E-BD25-781EABCD2B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" y="5486400"/>
            <a:ext cx="55022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Q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均 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1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+1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位</a:t>
            </a:r>
          </a:p>
        </p:txBody>
      </p:sp>
      <p:sp>
        <p:nvSpPr>
          <p:cNvPr id="86020" name="Text Box 4">
            <a:extLst>
              <a:ext uri="{FF2B5EF4-FFF2-40B4-BE49-F238E27FC236}">
                <a16:creationId xmlns:a16="http://schemas.microsoft.com/office/drawing/2014/main" id="{917FC90B-6ED2-42B4-9D75-8C6E459665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" y="6096000"/>
            <a:ext cx="49688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用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Q</a:t>
            </a:r>
            <a:r>
              <a:rPr kumimoji="1" lang="en-US" altLang="zh-CN" sz="28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控制加减交替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32AEC752-F30A-43B2-A373-CCE6785050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3648" y="1183479"/>
            <a:ext cx="16326482" cy="457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zh-CN" altLang="en-US"/>
          </a:p>
        </p:txBody>
      </p:sp>
      <p:graphicFrame>
        <p:nvGraphicFramePr>
          <p:cNvPr id="4" name="对象 3">
            <a:extLst>
              <a:ext uri="{FF2B5EF4-FFF2-40B4-BE49-F238E27FC236}">
                <a16:creationId xmlns:a16="http://schemas.microsoft.com/office/drawing/2014/main" id="{0EFD9B2E-E8BA-4842-955C-7EA0E345BFD9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134435464"/>
              </p:ext>
            </p:extLst>
          </p:nvPr>
        </p:nvGraphicFramePr>
        <p:xfrm>
          <a:off x="1403648" y="1183480"/>
          <a:ext cx="6408712" cy="433955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443" name="Visio" r:id="rId3" imgW="3587514" imgH="2421844" progId="Visio.Drawing.11">
                  <p:embed/>
                </p:oleObj>
              </mc:Choice>
              <mc:Fallback>
                <p:oleObj name="Visio" r:id="rId3" imgW="3587514" imgH="2421844" progId="Visio.Drawing.11">
                  <p:embed/>
                  <p:pic>
                    <p:nvPicPr>
                      <p:cNvPr id="0" name="Object 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03648" y="1183480"/>
                        <a:ext cx="6408712" cy="4339557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矩形 8">
            <a:extLst>
              <a:ext uri="{FF2B5EF4-FFF2-40B4-BE49-F238E27FC236}">
                <a16:creationId xmlns:a16="http://schemas.microsoft.com/office/drawing/2014/main" id="{BC9F0EE4-4FA5-4446-B6A0-81D5DAB6A589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38403283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60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6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019" grpId="0" autoUpdateAnimBg="0"/>
      <p:bldP spid="86020" grpId="0" autoUpdateAnimBg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2. 4  </a:t>
            </a:r>
            <a:r>
              <a:rPr lang="zh-CN" altLang="en-US" sz="4400" b="1" dirty="0">
                <a:solidFill>
                  <a:srgbClr val="FF0000"/>
                </a:solidFill>
              </a:rPr>
              <a:t>定点数除法运算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定点除法运算分析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3.</a:t>
            </a:r>
            <a:r>
              <a:rPr lang="zh-CN" altLang="en-US" dirty="0"/>
              <a:t>补码除法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原码除法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4. </a:t>
            </a:r>
            <a:r>
              <a:rPr lang="zh-CN" altLang="en-US" dirty="0"/>
              <a:t>阵列除法器</a:t>
            </a:r>
          </a:p>
        </p:txBody>
      </p:sp>
      <p:sp>
        <p:nvSpPr>
          <p:cNvPr id="9" name="Text Box 4">
            <a:extLst>
              <a:ext uri="{FF2B5EF4-FFF2-40B4-BE49-F238E27FC236}">
                <a16:creationId xmlns:a16="http://schemas.microsoft.com/office/drawing/2014/main" id="{CF94B1E2-0F6A-4B01-991C-CB9E1BC0DB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434" y="55308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5.MIPS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中的除法</a:t>
            </a: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0156A6FD-AEF3-430C-8F59-37B3B4394C1E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2784736412"/>
      </p:ext>
    </p:extLst>
  </p:cSld>
  <p:clrMapOvr>
    <a:masterClrMapping/>
  </p:clrMapOvr>
  <p:transition spd="slow"/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Text Box 2">
            <a:extLst>
              <a:ext uri="{FF2B5EF4-FFF2-40B4-BE49-F238E27FC236}">
                <a16:creationId xmlns:a16="http://schemas.microsoft.com/office/drawing/2014/main" id="{25877E1E-2E29-4E0B-A045-DA47B6BD69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0" y="5791200"/>
            <a:ext cx="18557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R</a:t>
            </a:r>
            <a:r>
              <a:rPr kumimoji="1" lang="en-US" altLang="zh-CN" sz="2000" b="1" i="1" baseline="-25000">
                <a:latin typeface="Times New Roman" panose="02020603050405020304" pitchFamily="18" charset="0"/>
              </a:rPr>
              <a:t>i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0.1000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ED93396B-F74E-4B8A-9BF5-A1079C0070B2}"/>
              </a:ext>
            </a:extLst>
          </p:cNvPr>
          <p:cNvGrpSpPr>
            <a:grpSpLocks/>
          </p:cNvGrpSpPr>
          <p:nvPr/>
        </p:nvGrpSpPr>
        <p:grpSpPr bwMode="auto">
          <a:xfrm>
            <a:off x="2301875" y="4756150"/>
            <a:ext cx="2020888" cy="954088"/>
            <a:chOff x="1450" y="2996"/>
            <a:chExt cx="1273" cy="601"/>
          </a:xfrm>
        </p:grpSpPr>
        <p:sp>
          <p:nvSpPr>
            <p:cNvPr id="90152" name="Text Box 4">
              <a:extLst>
                <a:ext uri="{FF2B5EF4-FFF2-40B4-BE49-F238E27FC236}">
                  <a16:creationId xmlns:a16="http://schemas.microsoft.com/office/drawing/2014/main" id="{DAF602B3-E26E-4E78-8C0F-2DB00275FB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0" y="2996"/>
              <a:ext cx="127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  [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0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= 1.1101</a:t>
              </a:r>
            </a:p>
          </p:txBody>
        </p:sp>
        <p:sp>
          <p:nvSpPr>
            <p:cNvPr id="90153" name="Text Box 5">
              <a:extLst>
                <a:ext uri="{FF2B5EF4-FFF2-40B4-BE49-F238E27FC236}">
                  <a16:creationId xmlns:a16="http://schemas.microsoft.com/office/drawing/2014/main" id="{D4F2766A-3FFE-4CF2-94A5-7A460FCEAA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0" y="3309"/>
              <a:ext cx="126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  [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0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= 1.0101</a:t>
              </a:r>
            </a:p>
          </p:txBody>
        </p:sp>
      </p:grpSp>
      <p:sp>
        <p:nvSpPr>
          <p:cNvPr id="90116" name="Text Box 6">
            <a:extLst>
              <a:ext uri="{FF2B5EF4-FFF2-40B4-BE49-F238E27FC236}">
                <a16:creationId xmlns:a16="http://schemas.microsoft.com/office/drawing/2014/main" id="{6364AFCA-BB56-49F8-AD78-9468C6CB23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152400"/>
            <a:ext cx="296427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 dirty="0">
                <a:latin typeface="Times New Roman" panose="02020603050405020304" pitchFamily="18" charset="0"/>
              </a:rPr>
              <a:t>三、补码除法</a:t>
            </a:r>
          </a:p>
        </p:txBody>
      </p:sp>
      <p:sp>
        <p:nvSpPr>
          <p:cNvPr id="87047" name="Text Box 7">
            <a:extLst>
              <a:ext uri="{FF2B5EF4-FFF2-40B4-BE49-F238E27FC236}">
                <a16:creationId xmlns:a16="http://schemas.microsoft.com/office/drawing/2014/main" id="{FAB0B246-BB53-4EAD-A979-8D83216452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863600"/>
            <a:ext cx="3276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dirty="0">
                <a:latin typeface="Times New Roman" panose="02020603050405020304" pitchFamily="18" charset="0"/>
              </a:rPr>
              <a:t>(1)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商值的确定</a:t>
            </a:r>
          </a:p>
        </p:txBody>
      </p:sp>
      <p:grpSp>
        <p:nvGrpSpPr>
          <p:cNvPr id="3" name="Group 8">
            <a:extLst>
              <a:ext uri="{FF2B5EF4-FFF2-40B4-BE49-F238E27FC236}">
                <a16:creationId xmlns:a16="http://schemas.microsoft.com/office/drawing/2014/main" id="{13749337-24FA-458A-82AE-85367A31DE45}"/>
              </a:ext>
            </a:extLst>
          </p:cNvPr>
          <p:cNvGrpSpPr>
            <a:grpSpLocks/>
          </p:cNvGrpSpPr>
          <p:nvPr/>
        </p:nvGrpSpPr>
        <p:grpSpPr bwMode="auto">
          <a:xfrm>
            <a:off x="609600" y="2768600"/>
            <a:ext cx="1500188" cy="957263"/>
            <a:chOff x="384" y="1312"/>
            <a:chExt cx="945" cy="603"/>
          </a:xfrm>
        </p:grpSpPr>
        <p:sp>
          <p:nvSpPr>
            <p:cNvPr id="90150" name="Text Box 9">
              <a:extLst>
                <a:ext uri="{FF2B5EF4-FFF2-40B4-BE49-F238E27FC236}">
                  <a16:creationId xmlns:a16="http://schemas.microsoft.com/office/drawing/2014/main" id="{A49D4FC0-F1AB-4F68-987F-B779BE0BE2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1312"/>
              <a:ext cx="94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= 0.1011</a:t>
              </a:r>
            </a:p>
          </p:txBody>
        </p:sp>
        <p:sp>
          <p:nvSpPr>
            <p:cNvPr id="90151" name="Text Box 10">
              <a:extLst>
                <a:ext uri="{FF2B5EF4-FFF2-40B4-BE49-F238E27FC236}">
                  <a16:creationId xmlns:a16="http://schemas.microsoft.com/office/drawing/2014/main" id="{1271343A-79CE-4E31-A83C-2231EB145D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1627"/>
              <a:ext cx="93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= 0.0011</a:t>
              </a:r>
            </a:p>
          </p:txBody>
        </p:sp>
      </p:grpSp>
      <p:grpSp>
        <p:nvGrpSpPr>
          <p:cNvPr id="4" name="Group 11">
            <a:extLst>
              <a:ext uri="{FF2B5EF4-FFF2-40B4-BE49-F238E27FC236}">
                <a16:creationId xmlns:a16="http://schemas.microsoft.com/office/drawing/2014/main" id="{C00760BC-6BBC-49FC-B585-C41709AC5E33}"/>
              </a:ext>
            </a:extLst>
          </p:cNvPr>
          <p:cNvGrpSpPr>
            <a:grpSpLocks/>
          </p:cNvGrpSpPr>
          <p:nvPr/>
        </p:nvGrpSpPr>
        <p:grpSpPr bwMode="auto">
          <a:xfrm>
            <a:off x="2301875" y="2768600"/>
            <a:ext cx="2020888" cy="957263"/>
            <a:chOff x="1450" y="1744"/>
            <a:chExt cx="1273" cy="603"/>
          </a:xfrm>
        </p:grpSpPr>
        <p:sp>
          <p:nvSpPr>
            <p:cNvPr id="90148" name="Text Box 12">
              <a:extLst>
                <a:ext uri="{FF2B5EF4-FFF2-40B4-BE49-F238E27FC236}">
                  <a16:creationId xmlns:a16="http://schemas.microsoft.com/office/drawing/2014/main" id="{33D0A215-6F32-4F0C-8CBC-0A3669D17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0" y="1744"/>
              <a:ext cx="127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  [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0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= 0.1011</a:t>
              </a:r>
            </a:p>
          </p:txBody>
        </p:sp>
        <p:sp>
          <p:nvSpPr>
            <p:cNvPr id="90149" name="Text Box 13">
              <a:extLst>
                <a:ext uri="{FF2B5EF4-FFF2-40B4-BE49-F238E27FC236}">
                  <a16:creationId xmlns:a16="http://schemas.microsoft.com/office/drawing/2014/main" id="{6255ACC2-80EC-4D7D-A6F3-7E72D052DE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0" y="2059"/>
              <a:ext cx="126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  [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0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= 0.0011</a:t>
              </a:r>
            </a:p>
          </p:txBody>
        </p:sp>
      </p:grpSp>
      <p:sp>
        <p:nvSpPr>
          <p:cNvPr id="87054" name="Text Box 14">
            <a:extLst>
              <a:ext uri="{FF2B5EF4-FFF2-40B4-BE49-F238E27FC236}">
                <a16:creationId xmlns:a16="http://schemas.microsoft.com/office/drawing/2014/main" id="{05348DF9-295C-432D-B700-6FE39E4C50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9825" y="2768600"/>
            <a:ext cx="18684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0.1011</a:t>
            </a:r>
          </a:p>
        </p:txBody>
      </p:sp>
      <p:sp>
        <p:nvSpPr>
          <p:cNvPr id="87055" name="Text Box 15">
            <a:extLst>
              <a:ext uri="{FF2B5EF4-FFF2-40B4-BE49-F238E27FC236}">
                <a16:creationId xmlns:a16="http://schemas.microsoft.com/office/drawing/2014/main" id="{B4496070-F73B-401F-B5A1-6AB12E888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7425" y="3268663"/>
            <a:ext cx="20034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1.1101</a:t>
            </a:r>
          </a:p>
        </p:txBody>
      </p:sp>
      <p:sp>
        <p:nvSpPr>
          <p:cNvPr id="87056" name="Line 16">
            <a:extLst>
              <a:ext uri="{FF2B5EF4-FFF2-40B4-BE49-F238E27FC236}">
                <a16:creationId xmlns:a16="http://schemas.microsoft.com/office/drawing/2014/main" id="{4875D53E-8DFF-45B7-A069-7A27157955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587875" y="3762375"/>
            <a:ext cx="22860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7057" name="Text Box 17">
            <a:extLst>
              <a:ext uri="{FF2B5EF4-FFF2-40B4-BE49-F238E27FC236}">
                <a16:creationId xmlns:a16="http://schemas.microsoft.com/office/drawing/2014/main" id="{4ED9460E-D189-4170-93E9-D27FD0C981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0" y="3802063"/>
            <a:ext cx="18557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R</a:t>
            </a:r>
            <a:r>
              <a:rPr kumimoji="1" lang="en-US" altLang="zh-CN" sz="2000" b="1" i="1" baseline="-25000">
                <a:latin typeface="Times New Roman" panose="02020603050405020304" pitchFamily="18" charset="0"/>
              </a:rPr>
              <a:t>i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0.1000</a:t>
            </a:r>
          </a:p>
        </p:txBody>
      </p:sp>
      <p:grpSp>
        <p:nvGrpSpPr>
          <p:cNvPr id="5" name="Group 18">
            <a:extLst>
              <a:ext uri="{FF2B5EF4-FFF2-40B4-BE49-F238E27FC236}">
                <a16:creationId xmlns:a16="http://schemas.microsoft.com/office/drawing/2014/main" id="{C6D41EB7-FC4E-4F20-B3A9-5EC1B12B83C1}"/>
              </a:ext>
            </a:extLst>
          </p:cNvPr>
          <p:cNvGrpSpPr>
            <a:grpSpLocks/>
          </p:cNvGrpSpPr>
          <p:nvPr/>
        </p:nvGrpSpPr>
        <p:grpSpPr bwMode="auto">
          <a:xfrm>
            <a:off x="609600" y="4756150"/>
            <a:ext cx="1728788" cy="954088"/>
            <a:chOff x="384" y="2564"/>
            <a:chExt cx="1089" cy="601"/>
          </a:xfrm>
        </p:grpSpPr>
        <p:sp>
          <p:nvSpPr>
            <p:cNvPr id="90146" name="Text Box 19">
              <a:extLst>
                <a:ext uri="{FF2B5EF4-FFF2-40B4-BE49-F238E27FC236}">
                  <a16:creationId xmlns:a16="http://schemas.microsoft.com/office/drawing/2014/main" id="{9CBD72E0-A3C4-4D99-8AF2-36E8464F6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564"/>
              <a:ext cx="108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= </a:t>
              </a:r>
              <a:r>
                <a:rPr kumimoji="1" lang="en-US" altLang="zh-CN" sz="24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0.0011</a:t>
              </a:r>
            </a:p>
          </p:txBody>
        </p:sp>
        <p:sp>
          <p:nvSpPr>
            <p:cNvPr id="90147" name="Text Box 20">
              <a:extLst>
                <a:ext uri="{FF2B5EF4-FFF2-40B4-BE49-F238E27FC236}">
                  <a16:creationId xmlns:a16="http://schemas.microsoft.com/office/drawing/2014/main" id="{3CB3253E-4F16-443B-9BFF-C4F982237F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877"/>
              <a:ext cx="107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= </a:t>
              </a:r>
              <a:r>
                <a:rPr kumimoji="1" lang="en-US" altLang="zh-CN" sz="24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0.1011</a:t>
              </a:r>
            </a:p>
          </p:txBody>
        </p:sp>
      </p:grpSp>
      <p:sp>
        <p:nvSpPr>
          <p:cNvPr id="87061" name="Text Box 21">
            <a:extLst>
              <a:ext uri="{FF2B5EF4-FFF2-40B4-BE49-F238E27FC236}">
                <a16:creationId xmlns:a16="http://schemas.microsoft.com/office/drawing/2014/main" id="{D7F9D535-79BC-44C2-95F9-33EA38CCE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9825" y="4756150"/>
            <a:ext cx="18684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1.1101</a:t>
            </a:r>
          </a:p>
        </p:txBody>
      </p:sp>
      <p:sp>
        <p:nvSpPr>
          <p:cNvPr id="87062" name="Text Box 22">
            <a:extLst>
              <a:ext uri="{FF2B5EF4-FFF2-40B4-BE49-F238E27FC236}">
                <a16:creationId xmlns:a16="http://schemas.microsoft.com/office/drawing/2014/main" id="{90204CF2-29A2-475B-9D9F-EC93907713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7425" y="5253038"/>
            <a:ext cx="20034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0.1011</a:t>
            </a:r>
          </a:p>
        </p:txBody>
      </p:sp>
      <p:sp>
        <p:nvSpPr>
          <p:cNvPr id="87063" name="Line 23">
            <a:extLst>
              <a:ext uri="{FF2B5EF4-FFF2-40B4-BE49-F238E27FC236}">
                <a16:creationId xmlns:a16="http://schemas.microsoft.com/office/drawing/2014/main" id="{F59DFAE8-6863-4027-AC5B-8C7B4932ED44}"/>
              </a:ext>
            </a:extLst>
          </p:cNvPr>
          <p:cNvSpPr>
            <a:spLocks noChangeShapeType="1"/>
          </p:cNvSpPr>
          <p:nvPr/>
        </p:nvSpPr>
        <p:spPr bwMode="auto">
          <a:xfrm>
            <a:off x="4603750" y="5749925"/>
            <a:ext cx="22860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7064" name="Text Box 24">
            <a:extLst>
              <a:ext uri="{FF2B5EF4-FFF2-40B4-BE49-F238E27FC236}">
                <a16:creationId xmlns:a16="http://schemas.microsoft.com/office/drawing/2014/main" id="{49C0F5DF-ACD1-4950-B6F4-32C9114DA2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706688"/>
            <a:ext cx="10810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*</a:t>
            </a:r>
            <a:r>
              <a:rPr kumimoji="1" lang="zh-CN" altLang="en-US" sz="2000" b="1">
                <a:latin typeface="Times New Roman" panose="02020603050405020304" pitchFamily="18" charset="0"/>
              </a:rPr>
              <a:t>＞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87065" name="Text Box 25">
            <a:extLst>
              <a:ext uri="{FF2B5EF4-FFF2-40B4-BE49-F238E27FC236}">
                <a16:creationId xmlns:a16="http://schemas.microsoft.com/office/drawing/2014/main" id="{3582D303-D4A2-43FF-BA7F-1F0988FA7E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3317875"/>
            <a:ext cx="19812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R</a:t>
            </a:r>
            <a:r>
              <a:rPr kumimoji="1" lang="en-US" altLang="zh-CN" sz="2000" b="1" i="1" baseline="-25000">
                <a:latin typeface="Times New Roman" panose="02020603050405020304" pitchFamily="18" charset="0"/>
              </a:rPr>
              <a:t>i</a:t>
            </a:r>
            <a:r>
              <a:rPr kumimoji="1" lang="en-US" altLang="zh-CN" sz="20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000" b="1">
                <a:latin typeface="Times New Roman" panose="02020603050405020304" pitchFamily="18" charset="0"/>
              </a:rPr>
              <a:t>与</a:t>
            </a:r>
            <a:r>
              <a:rPr kumimoji="1" lang="en-US" altLang="zh-CN" sz="20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0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同号</a:t>
            </a:r>
          </a:p>
        </p:txBody>
      </p:sp>
      <p:sp>
        <p:nvSpPr>
          <p:cNvPr id="87066" name="Text Box 26">
            <a:extLst>
              <a:ext uri="{FF2B5EF4-FFF2-40B4-BE49-F238E27FC236}">
                <a16:creationId xmlns:a16="http://schemas.microsoft.com/office/drawing/2014/main" id="{532AF239-1742-4C92-AA9D-C9B1091A1D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3811588"/>
            <a:ext cx="949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“</a:t>
            </a: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够减”</a:t>
            </a:r>
          </a:p>
        </p:txBody>
      </p:sp>
      <p:sp>
        <p:nvSpPr>
          <p:cNvPr id="87067" name="Text Box 27">
            <a:extLst>
              <a:ext uri="{FF2B5EF4-FFF2-40B4-BE49-F238E27FC236}">
                <a16:creationId xmlns:a16="http://schemas.microsoft.com/office/drawing/2014/main" id="{691759C2-F297-440B-A6E9-37979E4F90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02475" y="4756150"/>
            <a:ext cx="10810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*</a:t>
            </a:r>
            <a:r>
              <a:rPr kumimoji="1" lang="zh-CN" altLang="en-US" sz="2000" b="1">
                <a:latin typeface="Times New Roman" panose="02020603050405020304" pitchFamily="18" charset="0"/>
              </a:rPr>
              <a:t>＜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87068" name="Text Box 28">
            <a:extLst>
              <a:ext uri="{FF2B5EF4-FFF2-40B4-BE49-F238E27FC236}">
                <a16:creationId xmlns:a16="http://schemas.microsoft.com/office/drawing/2014/main" id="{E8526C7A-4002-450C-A69D-E183AA59D9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02475" y="5302250"/>
            <a:ext cx="35655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R</a:t>
            </a:r>
            <a:r>
              <a:rPr kumimoji="1" lang="en-US" altLang="zh-CN" sz="2000" b="1" i="1" baseline="-25000">
                <a:latin typeface="Times New Roman" panose="02020603050405020304" pitchFamily="18" charset="0"/>
              </a:rPr>
              <a:t>i</a:t>
            </a:r>
            <a:r>
              <a:rPr kumimoji="1" lang="en-US" altLang="zh-CN" sz="20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000" b="1">
                <a:latin typeface="Times New Roman" panose="02020603050405020304" pitchFamily="18" charset="0"/>
              </a:rPr>
              <a:t>与</a:t>
            </a:r>
            <a:r>
              <a:rPr kumimoji="1" lang="en-US" altLang="zh-CN" sz="20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0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异号</a:t>
            </a:r>
          </a:p>
        </p:txBody>
      </p:sp>
      <p:sp>
        <p:nvSpPr>
          <p:cNvPr id="87069" name="Text Box 29">
            <a:extLst>
              <a:ext uri="{FF2B5EF4-FFF2-40B4-BE49-F238E27FC236}">
                <a16:creationId xmlns:a16="http://schemas.microsoft.com/office/drawing/2014/main" id="{693E32D2-20CB-414F-B25C-7E8AE0B121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02475" y="5808663"/>
            <a:ext cx="12049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“</a:t>
            </a: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不够减”</a:t>
            </a:r>
          </a:p>
        </p:txBody>
      </p:sp>
      <p:sp>
        <p:nvSpPr>
          <p:cNvPr id="87070" name="Text Box 30">
            <a:extLst>
              <a:ext uri="{FF2B5EF4-FFF2-40B4-BE49-F238E27FC236}">
                <a16:creationId xmlns:a16="http://schemas.microsoft.com/office/drawing/2014/main" id="{D191E2AC-AB51-49BE-A385-FC887F9A17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5650" y="3267075"/>
            <a:ext cx="387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87071" name="Text Box 31">
            <a:extLst>
              <a:ext uri="{FF2B5EF4-FFF2-40B4-BE49-F238E27FC236}">
                <a16:creationId xmlns:a16="http://schemas.microsoft.com/office/drawing/2014/main" id="{D7E19056-AD6A-40EF-9E48-A132C7413F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5650" y="5257800"/>
            <a:ext cx="387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87072" name="Text Box 32">
            <a:extLst>
              <a:ext uri="{FF2B5EF4-FFF2-40B4-BE49-F238E27FC236}">
                <a16:creationId xmlns:a16="http://schemas.microsoft.com/office/drawing/2014/main" id="{C6FCAD83-1979-4341-AAAE-198B53334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524000"/>
            <a:ext cx="5257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① 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比较被除数和除数绝对值的大小</a:t>
            </a:r>
          </a:p>
        </p:txBody>
      </p:sp>
      <p:sp>
        <p:nvSpPr>
          <p:cNvPr id="87073" name="Text Box 33">
            <a:extLst>
              <a:ext uri="{FF2B5EF4-FFF2-40B4-BE49-F238E27FC236}">
                <a16:creationId xmlns:a16="http://schemas.microsoft.com/office/drawing/2014/main" id="{5F58A313-AD06-40C1-A5F4-D4F76CF59C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5038" y="2047875"/>
            <a:ext cx="166211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与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同号</a:t>
            </a:r>
          </a:p>
        </p:txBody>
      </p:sp>
      <p:grpSp>
        <p:nvGrpSpPr>
          <p:cNvPr id="6" name="Group 34">
            <a:extLst>
              <a:ext uri="{FF2B5EF4-FFF2-40B4-BE49-F238E27FC236}">
                <a16:creationId xmlns:a16="http://schemas.microsoft.com/office/drawing/2014/main" id="{96EB0F13-8671-43BA-926C-DCC0D266024B}"/>
              </a:ext>
            </a:extLst>
          </p:cNvPr>
          <p:cNvGrpSpPr>
            <a:grpSpLocks/>
          </p:cNvGrpSpPr>
          <p:nvPr/>
        </p:nvGrpSpPr>
        <p:grpSpPr bwMode="auto">
          <a:xfrm>
            <a:off x="3327400" y="5326063"/>
            <a:ext cx="2806700" cy="846137"/>
            <a:chOff x="2096" y="3355"/>
            <a:chExt cx="1768" cy="533"/>
          </a:xfrm>
        </p:grpSpPr>
        <p:sp>
          <p:nvSpPr>
            <p:cNvPr id="90144" name="AutoShape 35">
              <a:extLst>
                <a:ext uri="{FF2B5EF4-FFF2-40B4-BE49-F238E27FC236}">
                  <a16:creationId xmlns:a16="http://schemas.microsoft.com/office/drawing/2014/main" id="{D5539079-316C-4276-B53D-9E247681B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2" y="3696"/>
              <a:ext cx="192" cy="19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90145" name="AutoShape 36">
              <a:extLst>
                <a:ext uri="{FF2B5EF4-FFF2-40B4-BE49-F238E27FC236}">
                  <a16:creationId xmlns:a16="http://schemas.microsoft.com/office/drawing/2014/main" id="{77626D26-A609-4647-9BE8-EA36F2211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6" y="3355"/>
              <a:ext cx="192" cy="19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grpSp>
        <p:nvGrpSpPr>
          <p:cNvPr id="7" name="Group 37">
            <a:extLst>
              <a:ext uri="{FF2B5EF4-FFF2-40B4-BE49-F238E27FC236}">
                <a16:creationId xmlns:a16="http://schemas.microsoft.com/office/drawing/2014/main" id="{CEA0B403-D07C-494C-90E3-46E06D7DF805}"/>
              </a:ext>
            </a:extLst>
          </p:cNvPr>
          <p:cNvGrpSpPr>
            <a:grpSpLocks/>
          </p:cNvGrpSpPr>
          <p:nvPr/>
        </p:nvGrpSpPr>
        <p:grpSpPr bwMode="auto">
          <a:xfrm>
            <a:off x="3309938" y="3343275"/>
            <a:ext cx="2806700" cy="847725"/>
            <a:chOff x="2085" y="2106"/>
            <a:chExt cx="1768" cy="534"/>
          </a:xfrm>
        </p:grpSpPr>
        <p:sp>
          <p:nvSpPr>
            <p:cNvPr id="90142" name="AutoShape 38">
              <a:extLst>
                <a:ext uri="{FF2B5EF4-FFF2-40B4-BE49-F238E27FC236}">
                  <a16:creationId xmlns:a16="http://schemas.microsoft.com/office/drawing/2014/main" id="{314DAD29-B810-42A2-B78C-20C683841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1" y="2448"/>
              <a:ext cx="192" cy="19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90143" name="AutoShape 39">
              <a:extLst>
                <a:ext uri="{FF2B5EF4-FFF2-40B4-BE49-F238E27FC236}">
                  <a16:creationId xmlns:a16="http://schemas.microsoft.com/office/drawing/2014/main" id="{6B9F7D1B-6400-4560-85FD-CB3468002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" y="2106"/>
              <a:ext cx="192" cy="19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sp>
        <p:nvSpPr>
          <p:cNvPr id="41" name="矩形 40">
            <a:extLst>
              <a:ext uri="{FF2B5EF4-FFF2-40B4-BE49-F238E27FC236}">
                <a16:creationId xmlns:a16="http://schemas.microsoft.com/office/drawing/2014/main" id="{9721D8E5-C005-48D6-A2C3-3D2344066E59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7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70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7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870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87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870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4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6" dur="500"/>
                                        <p:tgtEl>
                                          <p:spTgt spid="87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87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870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870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1" dur="500"/>
                                        <p:tgtEl>
                                          <p:spTgt spid="870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6" dur="500"/>
                                        <p:tgtEl>
                                          <p:spTgt spid="87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1" dur="500"/>
                                        <p:tgtEl>
                                          <p:spTgt spid="87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6" dur="500"/>
                                        <p:tgtEl>
                                          <p:spTgt spid="870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8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00" dur="500"/>
                                        <p:tgtEl>
                                          <p:spTgt spid="87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5" dur="500"/>
                                        <p:tgtEl>
                                          <p:spTgt spid="870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0" dur="500"/>
                                        <p:tgtEl>
                                          <p:spTgt spid="870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 nodeType="clickPar">
                      <p:stCondLst>
                        <p:cond delay="indefinite"/>
                      </p:stCondLst>
                      <p:childTnLst>
                        <p:par>
                          <p:cTn id="1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0" dur="500"/>
                                        <p:tgtEl>
                                          <p:spTgt spid="87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5" dur="500"/>
                                        <p:tgtEl>
                                          <p:spTgt spid="87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042" grpId="0" autoUpdateAnimBg="0"/>
      <p:bldP spid="87047" grpId="0" autoUpdateAnimBg="0"/>
      <p:bldP spid="87054" grpId="0" autoUpdateAnimBg="0"/>
      <p:bldP spid="87055" grpId="0" autoUpdateAnimBg="0"/>
      <p:bldP spid="87057" grpId="0" autoUpdateAnimBg="0"/>
      <p:bldP spid="87061" grpId="0" autoUpdateAnimBg="0"/>
      <p:bldP spid="87062" grpId="0" autoUpdateAnimBg="0"/>
      <p:bldP spid="87064" grpId="0" autoUpdateAnimBg="0"/>
      <p:bldP spid="87065" grpId="0" autoUpdateAnimBg="0"/>
      <p:bldP spid="87066" grpId="0" autoUpdateAnimBg="0"/>
      <p:bldP spid="87067" grpId="0" autoUpdateAnimBg="0"/>
      <p:bldP spid="87068" grpId="0" autoUpdateAnimBg="0"/>
      <p:bldP spid="87069" grpId="0" autoUpdateAnimBg="0"/>
      <p:bldP spid="87070" grpId="0" autoUpdateAnimBg="0"/>
      <p:bldP spid="87071" grpId="0" autoUpdateAnimBg="0"/>
      <p:bldP spid="87072" grpId="0" autoUpdateAnimBg="0"/>
      <p:bldP spid="87073" grpId="0" autoUpdateAnimBg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Text Box 2">
            <a:extLst>
              <a:ext uri="{FF2B5EF4-FFF2-40B4-BE49-F238E27FC236}">
                <a16:creationId xmlns:a16="http://schemas.microsoft.com/office/drawing/2014/main" id="{1DB0B89E-21AB-4CA6-845A-6728D4722D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850" y="3940175"/>
            <a:ext cx="898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小结</a:t>
            </a:r>
            <a:endParaRPr kumimoji="1" lang="zh-CN" altLang="en-US" sz="2800" b="1" baseline="-25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6CC92A1A-3ED7-4A04-8664-D09A09625558}"/>
              </a:ext>
            </a:extLst>
          </p:cNvPr>
          <p:cNvGrpSpPr>
            <a:grpSpLocks/>
          </p:cNvGrpSpPr>
          <p:nvPr/>
        </p:nvGrpSpPr>
        <p:grpSpPr bwMode="auto">
          <a:xfrm>
            <a:off x="609600" y="1092200"/>
            <a:ext cx="1711325" cy="879475"/>
            <a:chOff x="384" y="2608"/>
            <a:chExt cx="1078" cy="554"/>
          </a:xfrm>
        </p:grpSpPr>
        <p:sp>
          <p:nvSpPr>
            <p:cNvPr id="91192" name="Text Box 4">
              <a:extLst>
                <a:ext uri="{FF2B5EF4-FFF2-40B4-BE49-F238E27FC236}">
                  <a16:creationId xmlns:a16="http://schemas.microsoft.com/office/drawing/2014/main" id="{803DFEA2-BC9A-416C-8980-AC1641194A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608"/>
              <a:ext cx="94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= 0.1011</a:t>
              </a:r>
            </a:p>
          </p:txBody>
        </p:sp>
        <p:sp>
          <p:nvSpPr>
            <p:cNvPr id="91193" name="Text Box 5">
              <a:extLst>
                <a:ext uri="{FF2B5EF4-FFF2-40B4-BE49-F238E27FC236}">
                  <a16:creationId xmlns:a16="http://schemas.microsoft.com/office/drawing/2014/main" id="{D9D91BC8-5139-47BD-900E-5C2469BD4E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874"/>
              <a:ext cx="107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= </a:t>
              </a:r>
              <a:r>
                <a:rPr kumimoji="1" lang="en-US" altLang="zh-CN" sz="24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0.0011</a:t>
              </a:r>
            </a:p>
          </p:txBody>
        </p:sp>
      </p:grpSp>
      <p:grpSp>
        <p:nvGrpSpPr>
          <p:cNvPr id="3" name="Group 6">
            <a:extLst>
              <a:ext uri="{FF2B5EF4-FFF2-40B4-BE49-F238E27FC236}">
                <a16:creationId xmlns:a16="http://schemas.microsoft.com/office/drawing/2014/main" id="{1F3B5D57-8E78-495D-8033-B9DA2FF6E8E6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1092200"/>
            <a:ext cx="2020888" cy="879475"/>
            <a:chOff x="1450" y="2608"/>
            <a:chExt cx="1273" cy="554"/>
          </a:xfrm>
        </p:grpSpPr>
        <p:sp>
          <p:nvSpPr>
            <p:cNvPr id="91190" name="Text Box 7">
              <a:extLst>
                <a:ext uri="{FF2B5EF4-FFF2-40B4-BE49-F238E27FC236}">
                  <a16:creationId xmlns:a16="http://schemas.microsoft.com/office/drawing/2014/main" id="{5537DA1D-F13C-48F1-AABB-257344E6F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0" y="2608"/>
              <a:ext cx="127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  [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0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= 0.1011</a:t>
              </a:r>
            </a:p>
          </p:txBody>
        </p:sp>
        <p:sp>
          <p:nvSpPr>
            <p:cNvPr id="91191" name="Text Box 8">
              <a:extLst>
                <a:ext uri="{FF2B5EF4-FFF2-40B4-BE49-F238E27FC236}">
                  <a16:creationId xmlns:a16="http://schemas.microsoft.com/office/drawing/2014/main" id="{EA512F33-3B30-4EBB-B9CF-BF8CF1A870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0" y="2874"/>
              <a:ext cx="126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  [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0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= 1.1101</a:t>
              </a:r>
            </a:p>
          </p:txBody>
        </p:sp>
      </p:grpSp>
      <p:sp>
        <p:nvSpPr>
          <p:cNvPr id="88073" name="Text Box 9">
            <a:extLst>
              <a:ext uri="{FF2B5EF4-FFF2-40B4-BE49-F238E27FC236}">
                <a16:creationId xmlns:a16="http://schemas.microsoft.com/office/drawing/2014/main" id="{0C1E68C1-F62C-46FC-A9A1-8D65537172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3775" y="1092200"/>
            <a:ext cx="18684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0.1011</a:t>
            </a:r>
          </a:p>
        </p:txBody>
      </p:sp>
      <p:sp>
        <p:nvSpPr>
          <p:cNvPr id="88074" name="Text Box 10">
            <a:extLst>
              <a:ext uri="{FF2B5EF4-FFF2-40B4-BE49-F238E27FC236}">
                <a16:creationId xmlns:a16="http://schemas.microsoft.com/office/drawing/2014/main" id="{234D03B2-916A-455A-9334-2DEB7E9537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3775" y="1514475"/>
            <a:ext cx="18510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1.1101</a:t>
            </a:r>
          </a:p>
        </p:txBody>
      </p:sp>
      <p:sp>
        <p:nvSpPr>
          <p:cNvPr id="88075" name="Line 11">
            <a:extLst>
              <a:ext uri="{FF2B5EF4-FFF2-40B4-BE49-F238E27FC236}">
                <a16:creationId xmlns:a16="http://schemas.microsoft.com/office/drawing/2014/main" id="{260CD03B-95A5-4012-A09A-838A1C59E9A3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7700" y="1981200"/>
            <a:ext cx="22860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8076" name="Text Box 12">
            <a:extLst>
              <a:ext uri="{FF2B5EF4-FFF2-40B4-BE49-F238E27FC236}">
                <a16:creationId xmlns:a16="http://schemas.microsoft.com/office/drawing/2014/main" id="{8A511BD2-924A-4D45-B930-D9D27EDA12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0600" y="1905000"/>
            <a:ext cx="18557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R</a:t>
            </a:r>
            <a:r>
              <a:rPr kumimoji="1" lang="en-US" altLang="zh-CN" sz="2000" b="1" i="1" baseline="-25000">
                <a:latin typeface="Times New Roman" panose="02020603050405020304" pitchFamily="18" charset="0"/>
              </a:rPr>
              <a:t>i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0.1000</a:t>
            </a:r>
          </a:p>
        </p:txBody>
      </p:sp>
      <p:grpSp>
        <p:nvGrpSpPr>
          <p:cNvPr id="4" name="Group 13">
            <a:extLst>
              <a:ext uri="{FF2B5EF4-FFF2-40B4-BE49-F238E27FC236}">
                <a16:creationId xmlns:a16="http://schemas.microsoft.com/office/drawing/2014/main" id="{8C33EA7D-193D-435B-9730-29606FC44125}"/>
              </a:ext>
            </a:extLst>
          </p:cNvPr>
          <p:cNvGrpSpPr>
            <a:grpSpLocks/>
          </p:cNvGrpSpPr>
          <p:nvPr/>
        </p:nvGrpSpPr>
        <p:grpSpPr bwMode="auto">
          <a:xfrm>
            <a:off x="609600" y="2463800"/>
            <a:ext cx="1728788" cy="881063"/>
            <a:chOff x="384" y="3472"/>
            <a:chExt cx="1089" cy="555"/>
          </a:xfrm>
        </p:grpSpPr>
        <p:sp>
          <p:nvSpPr>
            <p:cNvPr id="91188" name="Text Box 14">
              <a:extLst>
                <a:ext uri="{FF2B5EF4-FFF2-40B4-BE49-F238E27FC236}">
                  <a16:creationId xmlns:a16="http://schemas.microsoft.com/office/drawing/2014/main" id="{9A37E196-E4E0-4CCF-8CCA-43C1B90917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3472"/>
              <a:ext cx="108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= </a:t>
              </a:r>
              <a:r>
                <a:rPr kumimoji="1" lang="en-US" altLang="zh-CN" sz="24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0.0011</a:t>
              </a:r>
            </a:p>
          </p:txBody>
        </p:sp>
        <p:sp>
          <p:nvSpPr>
            <p:cNvPr id="91189" name="Text Box 15">
              <a:extLst>
                <a:ext uri="{FF2B5EF4-FFF2-40B4-BE49-F238E27FC236}">
                  <a16:creationId xmlns:a16="http://schemas.microsoft.com/office/drawing/2014/main" id="{7641CE8D-E274-44CB-A4DF-B2AA90DA5A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3739"/>
              <a:ext cx="93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= 0.1011</a:t>
              </a:r>
            </a:p>
          </p:txBody>
        </p:sp>
      </p:grpSp>
      <p:grpSp>
        <p:nvGrpSpPr>
          <p:cNvPr id="5" name="Group 16">
            <a:extLst>
              <a:ext uri="{FF2B5EF4-FFF2-40B4-BE49-F238E27FC236}">
                <a16:creationId xmlns:a16="http://schemas.microsoft.com/office/drawing/2014/main" id="{2CCE77C8-B297-415B-AC1F-7707EE540622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2463800"/>
            <a:ext cx="2020888" cy="881063"/>
            <a:chOff x="1450" y="3472"/>
            <a:chExt cx="1273" cy="555"/>
          </a:xfrm>
        </p:grpSpPr>
        <p:sp>
          <p:nvSpPr>
            <p:cNvPr id="91186" name="Text Box 17">
              <a:extLst>
                <a:ext uri="{FF2B5EF4-FFF2-40B4-BE49-F238E27FC236}">
                  <a16:creationId xmlns:a16="http://schemas.microsoft.com/office/drawing/2014/main" id="{AE06CC11-DDA5-4390-B8A4-1ECFCBBE37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0" y="3472"/>
              <a:ext cx="127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  [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0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= 1.1101</a:t>
              </a:r>
            </a:p>
          </p:txBody>
        </p:sp>
        <p:sp>
          <p:nvSpPr>
            <p:cNvPr id="91187" name="Text Box 18">
              <a:extLst>
                <a:ext uri="{FF2B5EF4-FFF2-40B4-BE49-F238E27FC236}">
                  <a16:creationId xmlns:a16="http://schemas.microsoft.com/office/drawing/2014/main" id="{7E3C2FED-2B00-4B30-8EBA-5A87C7057B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0" y="3739"/>
              <a:ext cx="126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  [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0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= 0.1011</a:t>
              </a:r>
            </a:p>
          </p:txBody>
        </p:sp>
      </p:grpSp>
      <p:sp>
        <p:nvSpPr>
          <p:cNvPr id="88083" name="Text Box 19">
            <a:extLst>
              <a:ext uri="{FF2B5EF4-FFF2-40B4-BE49-F238E27FC236}">
                <a16:creationId xmlns:a16="http://schemas.microsoft.com/office/drawing/2014/main" id="{E617896B-B94B-4DAE-A922-C165A7C0C4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3775" y="2463800"/>
            <a:ext cx="18684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1.1101</a:t>
            </a:r>
          </a:p>
        </p:txBody>
      </p:sp>
      <p:sp>
        <p:nvSpPr>
          <p:cNvPr id="88084" name="Text Box 20">
            <a:extLst>
              <a:ext uri="{FF2B5EF4-FFF2-40B4-BE49-F238E27FC236}">
                <a16:creationId xmlns:a16="http://schemas.microsoft.com/office/drawing/2014/main" id="{D0C20464-C968-4FA1-A6E8-C59602C1AE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3775" y="2887663"/>
            <a:ext cx="18510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0.1011</a:t>
            </a:r>
          </a:p>
        </p:txBody>
      </p:sp>
      <p:sp>
        <p:nvSpPr>
          <p:cNvPr id="88085" name="Line 21">
            <a:extLst>
              <a:ext uri="{FF2B5EF4-FFF2-40B4-BE49-F238E27FC236}">
                <a16:creationId xmlns:a16="http://schemas.microsoft.com/office/drawing/2014/main" id="{A9528EB2-8516-4BB6-9A5D-9570CD5DB6CF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7700" y="3352800"/>
            <a:ext cx="22860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88086" name="Text Box 22">
            <a:extLst>
              <a:ext uri="{FF2B5EF4-FFF2-40B4-BE49-F238E27FC236}">
                <a16:creationId xmlns:a16="http://schemas.microsoft.com/office/drawing/2014/main" id="{C7BF1E0E-9304-4E11-A4B6-6520BCE8D9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0600" y="3276600"/>
            <a:ext cx="18557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R</a:t>
            </a:r>
            <a:r>
              <a:rPr kumimoji="1" lang="en-US" altLang="zh-CN" sz="2000" b="1" i="1" baseline="-25000">
                <a:latin typeface="Times New Roman" panose="02020603050405020304" pitchFamily="18" charset="0"/>
              </a:rPr>
              <a:t>i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0.1000</a:t>
            </a:r>
          </a:p>
        </p:txBody>
      </p:sp>
      <p:sp>
        <p:nvSpPr>
          <p:cNvPr id="88087" name="Text Box 23">
            <a:extLst>
              <a:ext uri="{FF2B5EF4-FFF2-40B4-BE49-F238E27FC236}">
                <a16:creationId xmlns:a16="http://schemas.microsoft.com/office/drawing/2014/main" id="{A7E8BE76-692D-4AA6-8A8C-A900DAC67B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1009650"/>
            <a:ext cx="112871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*</a:t>
            </a:r>
            <a:r>
              <a:rPr kumimoji="1" lang="zh-CN" altLang="en-US" sz="2000" b="1">
                <a:latin typeface="Times New Roman" panose="02020603050405020304" pitchFamily="18" charset="0"/>
              </a:rPr>
              <a:t>＞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88088" name="Text Box 24">
            <a:extLst>
              <a:ext uri="{FF2B5EF4-FFF2-40B4-BE49-F238E27FC236}">
                <a16:creationId xmlns:a16="http://schemas.microsoft.com/office/drawing/2014/main" id="{45A43CA4-2F9C-4DFC-8F5B-4C5024DDC0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1525588"/>
            <a:ext cx="23622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R</a:t>
            </a:r>
            <a:r>
              <a:rPr kumimoji="1" lang="en-US" altLang="zh-CN" sz="2000" b="1" i="1" baseline="-25000">
                <a:latin typeface="Times New Roman" panose="02020603050405020304" pitchFamily="18" charset="0"/>
              </a:rPr>
              <a:t>i</a:t>
            </a:r>
            <a:r>
              <a:rPr kumimoji="1" lang="en-US" altLang="zh-CN" sz="20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000" b="1">
                <a:latin typeface="Times New Roman" panose="02020603050405020304" pitchFamily="18" charset="0"/>
              </a:rPr>
              <a:t>与</a:t>
            </a:r>
            <a:r>
              <a:rPr kumimoji="1" lang="en-US" altLang="zh-CN" sz="20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0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异号</a:t>
            </a:r>
          </a:p>
        </p:txBody>
      </p:sp>
      <p:sp>
        <p:nvSpPr>
          <p:cNvPr id="88089" name="Text Box 25">
            <a:extLst>
              <a:ext uri="{FF2B5EF4-FFF2-40B4-BE49-F238E27FC236}">
                <a16:creationId xmlns:a16="http://schemas.microsoft.com/office/drawing/2014/main" id="{3745943F-DFD0-4956-BA9D-2ACAEC4481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1943100"/>
            <a:ext cx="949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“</a:t>
            </a: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够减”</a:t>
            </a:r>
          </a:p>
        </p:txBody>
      </p:sp>
      <p:sp>
        <p:nvSpPr>
          <p:cNvPr id="88090" name="Text Box 26">
            <a:extLst>
              <a:ext uri="{FF2B5EF4-FFF2-40B4-BE49-F238E27FC236}">
                <a16:creationId xmlns:a16="http://schemas.microsoft.com/office/drawing/2014/main" id="{72C0AAC7-ECCA-441F-BAC9-E6FDE95733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363788"/>
            <a:ext cx="112871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*</a:t>
            </a:r>
            <a:r>
              <a:rPr kumimoji="1" lang="zh-CN" altLang="en-US" sz="2000" b="1">
                <a:latin typeface="Times New Roman" panose="02020603050405020304" pitchFamily="18" charset="0"/>
              </a:rPr>
              <a:t>＜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88091" name="Text Box 27">
            <a:extLst>
              <a:ext uri="{FF2B5EF4-FFF2-40B4-BE49-F238E27FC236}">
                <a16:creationId xmlns:a16="http://schemas.microsoft.com/office/drawing/2014/main" id="{40C40D93-F64E-4220-A955-4A60395F03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890838"/>
            <a:ext cx="2057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R</a:t>
            </a:r>
            <a:r>
              <a:rPr kumimoji="1" lang="en-US" altLang="zh-CN" sz="2000" b="1" i="1" baseline="-25000">
                <a:latin typeface="Times New Roman" panose="02020603050405020304" pitchFamily="18" charset="0"/>
              </a:rPr>
              <a:t>i</a:t>
            </a:r>
            <a:r>
              <a:rPr kumimoji="1" lang="en-US" altLang="zh-CN" sz="20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000" b="1">
                <a:latin typeface="Times New Roman" panose="02020603050405020304" pitchFamily="18" charset="0"/>
              </a:rPr>
              <a:t>与</a:t>
            </a:r>
            <a:r>
              <a:rPr kumimoji="1" lang="en-US" altLang="zh-CN" sz="20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0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同号</a:t>
            </a:r>
          </a:p>
        </p:txBody>
      </p:sp>
      <p:sp>
        <p:nvSpPr>
          <p:cNvPr id="88092" name="Text Box 28">
            <a:extLst>
              <a:ext uri="{FF2B5EF4-FFF2-40B4-BE49-F238E27FC236}">
                <a16:creationId xmlns:a16="http://schemas.microsoft.com/office/drawing/2014/main" id="{D07E1B48-7352-4578-8467-69E13B78E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3319463"/>
            <a:ext cx="1200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“</a:t>
            </a: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不够减”</a:t>
            </a:r>
          </a:p>
        </p:txBody>
      </p:sp>
      <p:sp>
        <p:nvSpPr>
          <p:cNvPr id="88093" name="Text Box 29">
            <a:extLst>
              <a:ext uri="{FF2B5EF4-FFF2-40B4-BE49-F238E27FC236}">
                <a16:creationId xmlns:a16="http://schemas.microsoft.com/office/drawing/2014/main" id="{6227C36C-7A43-4E77-AE0F-A146DCCA6C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9600" y="1538288"/>
            <a:ext cx="3873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88094" name="Text Box 30">
            <a:extLst>
              <a:ext uri="{FF2B5EF4-FFF2-40B4-BE49-F238E27FC236}">
                <a16:creationId xmlns:a16="http://schemas.microsoft.com/office/drawing/2014/main" id="{6F648D8F-8CBC-487C-A094-B2C01CF2EA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9600" y="2909888"/>
            <a:ext cx="3873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91159" name="Text Box 31">
            <a:extLst>
              <a:ext uri="{FF2B5EF4-FFF2-40B4-BE49-F238E27FC236}">
                <a16:creationId xmlns:a16="http://schemas.microsoft.com/office/drawing/2014/main" id="{9E5AD0D5-2BF8-4FB8-BD56-29C2BB10A9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406400"/>
            <a:ext cx="1738313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6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600" b="1">
                <a:latin typeface="Times New Roman" panose="02020603050405020304" pitchFamily="18" charset="0"/>
              </a:rPr>
              <a:t> </a:t>
            </a:r>
            <a:r>
              <a:rPr kumimoji="1" lang="zh-CN" altLang="en-US" sz="2600" b="1">
                <a:latin typeface="Times New Roman" panose="02020603050405020304" pitchFamily="18" charset="0"/>
              </a:rPr>
              <a:t>与 </a:t>
            </a:r>
            <a:r>
              <a:rPr kumimoji="1" lang="en-US" altLang="zh-CN" sz="26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600" b="1">
                <a:latin typeface="Times New Roman" panose="02020603050405020304" pitchFamily="18" charset="0"/>
              </a:rPr>
              <a:t> </a:t>
            </a:r>
            <a:r>
              <a:rPr kumimoji="1" lang="zh-CN" altLang="en-US" sz="2600" b="1">
                <a:latin typeface="Times New Roman" panose="02020603050405020304" pitchFamily="18" charset="0"/>
              </a:rPr>
              <a:t>异号</a:t>
            </a:r>
          </a:p>
        </p:txBody>
      </p:sp>
      <p:grpSp>
        <p:nvGrpSpPr>
          <p:cNvPr id="6" name="Group 32">
            <a:extLst>
              <a:ext uri="{FF2B5EF4-FFF2-40B4-BE49-F238E27FC236}">
                <a16:creationId xmlns:a16="http://schemas.microsoft.com/office/drawing/2014/main" id="{9225944D-467A-40C7-BCF3-B7E4A0DD3314}"/>
              </a:ext>
            </a:extLst>
          </p:cNvPr>
          <p:cNvGrpSpPr>
            <a:grpSpLocks/>
          </p:cNvGrpSpPr>
          <p:nvPr/>
        </p:nvGrpSpPr>
        <p:grpSpPr bwMode="auto">
          <a:xfrm>
            <a:off x="3273425" y="2971800"/>
            <a:ext cx="2700338" cy="714375"/>
            <a:chOff x="2062" y="1872"/>
            <a:chExt cx="1701" cy="450"/>
          </a:xfrm>
        </p:grpSpPr>
        <p:sp>
          <p:nvSpPr>
            <p:cNvPr id="91184" name="AutoShape 33">
              <a:extLst>
                <a:ext uri="{FF2B5EF4-FFF2-40B4-BE49-F238E27FC236}">
                  <a16:creationId xmlns:a16="http://schemas.microsoft.com/office/drawing/2014/main" id="{EA6A7BA8-5AA5-4D20-B38A-67C594762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130"/>
              <a:ext cx="170" cy="19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91185" name="AutoShape 34">
              <a:extLst>
                <a:ext uri="{FF2B5EF4-FFF2-40B4-BE49-F238E27FC236}">
                  <a16:creationId xmlns:a16="http://schemas.microsoft.com/office/drawing/2014/main" id="{A9287AAD-2AE3-46B1-A6E4-89E2D59B1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2" y="1872"/>
              <a:ext cx="170" cy="19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grpSp>
        <p:nvGrpSpPr>
          <p:cNvPr id="7" name="Group 35">
            <a:extLst>
              <a:ext uri="{FF2B5EF4-FFF2-40B4-BE49-F238E27FC236}">
                <a16:creationId xmlns:a16="http://schemas.microsoft.com/office/drawing/2014/main" id="{D5EB78A8-6FF7-43C3-99B8-11D032562251}"/>
              </a:ext>
            </a:extLst>
          </p:cNvPr>
          <p:cNvGrpSpPr>
            <a:grpSpLocks/>
          </p:cNvGrpSpPr>
          <p:nvPr/>
        </p:nvGrpSpPr>
        <p:grpSpPr bwMode="auto">
          <a:xfrm>
            <a:off x="3267075" y="1600200"/>
            <a:ext cx="2706688" cy="719138"/>
            <a:chOff x="2058" y="1008"/>
            <a:chExt cx="1705" cy="453"/>
          </a:xfrm>
        </p:grpSpPr>
        <p:sp>
          <p:nvSpPr>
            <p:cNvPr id="91182" name="AutoShape 36">
              <a:extLst>
                <a:ext uri="{FF2B5EF4-FFF2-40B4-BE49-F238E27FC236}">
                  <a16:creationId xmlns:a16="http://schemas.microsoft.com/office/drawing/2014/main" id="{7608C516-18D0-42F5-9118-AA5887D3E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1269"/>
              <a:ext cx="170" cy="19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91183" name="AutoShape 37">
              <a:extLst>
                <a:ext uri="{FF2B5EF4-FFF2-40B4-BE49-F238E27FC236}">
                  <a16:creationId xmlns:a16="http://schemas.microsoft.com/office/drawing/2014/main" id="{0CEAEF3C-4EAC-41CE-B986-16BB0321A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1008"/>
              <a:ext cx="170" cy="19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3BC5894E-FB59-4B45-9600-64E998F1B79A}"/>
              </a:ext>
            </a:extLst>
          </p:cNvPr>
          <p:cNvGrpSpPr>
            <a:grpSpLocks/>
          </p:cNvGrpSpPr>
          <p:nvPr/>
        </p:nvGrpSpPr>
        <p:grpSpPr bwMode="auto">
          <a:xfrm>
            <a:off x="609600" y="4687888"/>
            <a:ext cx="7543800" cy="1468437"/>
            <a:chOff x="384" y="2953"/>
            <a:chExt cx="4752" cy="925"/>
          </a:xfrm>
        </p:grpSpPr>
        <p:grpSp>
          <p:nvGrpSpPr>
            <p:cNvPr id="91165" name="Group 40">
              <a:extLst>
                <a:ext uri="{FF2B5EF4-FFF2-40B4-BE49-F238E27FC236}">
                  <a16:creationId xmlns:a16="http://schemas.microsoft.com/office/drawing/2014/main" id="{A654E905-D97D-4275-BD2F-F30BDEAEA5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" y="2961"/>
              <a:ext cx="4752" cy="912"/>
              <a:chOff x="384" y="2961"/>
              <a:chExt cx="4752" cy="912"/>
            </a:xfrm>
          </p:grpSpPr>
          <p:sp>
            <p:nvSpPr>
              <p:cNvPr id="91168" name="Text Box 41">
                <a:extLst>
                  <a:ext uri="{FF2B5EF4-FFF2-40B4-BE49-F238E27FC236}">
                    <a16:creationId xmlns:a16="http://schemas.microsoft.com/office/drawing/2014/main" id="{3B789159-FCF7-43F0-B74F-800E36B591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8" y="2961"/>
                <a:ext cx="92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latin typeface="Times New Roman" panose="02020603050405020304" pitchFamily="18" charset="0"/>
                  </a:rPr>
                  <a:t>补</a:t>
                </a:r>
                <a:r>
                  <a:rPr kumimoji="1" lang="zh-CN" altLang="en-US" sz="2000" b="1">
                    <a:latin typeface="Times New Roman" panose="02020603050405020304" pitchFamily="18" charset="0"/>
                  </a:rPr>
                  <a:t>和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latin typeface="Times New Roman" panose="02020603050405020304" pitchFamily="18" charset="0"/>
                  </a:rPr>
                  <a:t>补</a:t>
                </a:r>
              </a:p>
            </p:txBody>
          </p:sp>
          <p:sp>
            <p:nvSpPr>
              <p:cNvPr id="91169" name="Text Box 42">
                <a:extLst>
                  <a:ext uri="{FF2B5EF4-FFF2-40B4-BE49-F238E27FC236}">
                    <a16:creationId xmlns:a16="http://schemas.microsoft.com/office/drawing/2014/main" id="{9E699360-2223-466E-96D6-D9725188E9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7" y="2961"/>
                <a:ext cx="707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200" b="1">
                    <a:latin typeface="Times New Roman" panose="02020603050405020304" pitchFamily="18" charset="0"/>
                  </a:rPr>
                  <a:t>求</a:t>
                </a:r>
                <a:r>
                  <a:rPr kumimoji="1" lang="zh-CN" altLang="en-US" sz="2000" b="1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000" b="1" i="1">
                    <a:latin typeface="Times New Roman" panose="02020603050405020304" pitchFamily="18" charset="0"/>
                  </a:rPr>
                  <a:t>R</a:t>
                </a:r>
                <a:r>
                  <a:rPr kumimoji="1" lang="en-US" altLang="zh-CN" sz="2400" b="1" i="1" baseline="-25000">
                    <a:latin typeface="Times New Roman" panose="02020603050405020304" pitchFamily="18" charset="0"/>
                  </a:rPr>
                  <a:t>i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latin typeface="Times New Roman" panose="02020603050405020304" pitchFamily="18" charset="0"/>
                  </a:rPr>
                  <a:t>补</a:t>
                </a:r>
              </a:p>
            </p:txBody>
          </p:sp>
          <p:sp>
            <p:nvSpPr>
              <p:cNvPr id="91170" name="Text Box 43">
                <a:extLst>
                  <a:ext uri="{FF2B5EF4-FFF2-40B4-BE49-F238E27FC236}">
                    <a16:creationId xmlns:a16="http://schemas.microsoft.com/office/drawing/2014/main" id="{D102117C-42E9-45D0-9306-F1C0C42E6F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8" y="2961"/>
                <a:ext cx="104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000" b="1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R</a:t>
                </a:r>
                <a:r>
                  <a:rPr kumimoji="1" lang="en-US" altLang="zh-CN" sz="2400" b="1" i="1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</a:t>
                </a:r>
                <a:r>
                  <a:rPr kumimoji="1" lang="en-US" altLang="zh-CN" sz="24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补</a:t>
                </a:r>
                <a:r>
                  <a:rPr kumimoji="1" lang="zh-CN" altLang="en-US" sz="24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与 </a:t>
                </a:r>
                <a:r>
                  <a:rPr kumimoji="1" lang="en-US" altLang="zh-CN" sz="24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400" b="1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4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补</a:t>
                </a:r>
              </a:p>
            </p:txBody>
          </p:sp>
          <p:sp>
            <p:nvSpPr>
              <p:cNvPr id="91171" name="Text Box 44">
                <a:extLst>
                  <a:ext uri="{FF2B5EF4-FFF2-40B4-BE49-F238E27FC236}">
                    <a16:creationId xmlns:a16="http://schemas.microsoft.com/office/drawing/2014/main" id="{6DB93090-F51C-468D-AE21-9F2E625855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9" y="3308"/>
                <a:ext cx="4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同号</a:t>
                </a:r>
              </a:p>
            </p:txBody>
          </p:sp>
          <p:sp>
            <p:nvSpPr>
              <p:cNvPr id="91172" name="Text Box 45">
                <a:extLst>
                  <a:ext uri="{FF2B5EF4-FFF2-40B4-BE49-F238E27FC236}">
                    <a16:creationId xmlns:a16="http://schemas.microsoft.com/office/drawing/2014/main" id="{8EBC1033-F4D4-4175-8070-74B6CD9744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9" y="3618"/>
                <a:ext cx="4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异号</a:t>
                </a:r>
              </a:p>
            </p:txBody>
          </p:sp>
          <p:sp>
            <p:nvSpPr>
              <p:cNvPr id="91173" name="Text Box 46">
                <a:extLst>
                  <a:ext uri="{FF2B5EF4-FFF2-40B4-BE49-F238E27FC236}">
                    <a16:creationId xmlns:a16="http://schemas.microsoft.com/office/drawing/2014/main" id="{B44146C4-4576-4C61-860C-479A9C978F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06" y="3275"/>
                <a:ext cx="90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latin typeface="Times New Roman" panose="02020603050405020304" pitchFamily="18" charset="0"/>
                  </a:rPr>
                  <a:t>补</a:t>
                </a:r>
                <a:r>
                  <a:rPr kumimoji="1" lang="en-US" altLang="zh-CN" sz="24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– 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latin typeface="Times New Roman" panose="02020603050405020304" pitchFamily="18" charset="0"/>
                  </a:rPr>
                  <a:t>补</a:t>
                </a:r>
                <a:endParaRPr kumimoji="1" lang="zh-CN" altLang="en-US" sz="20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1174" name="Text Box 47">
                <a:extLst>
                  <a:ext uri="{FF2B5EF4-FFF2-40B4-BE49-F238E27FC236}">
                    <a16:creationId xmlns:a16="http://schemas.microsoft.com/office/drawing/2014/main" id="{52280426-4DFD-49D1-AD92-D71CC3C07F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06" y="3585"/>
                <a:ext cx="91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latin typeface="Times New Roman" panose="02020603050405020304" pitchFamily="18" charset="0"/>
                  </a:rPr>
                  <a:t>补</a:t>
                </a:r>
                <a:r>
                  <a:rPr kumimoji="1" lang="en-US" altLang="zh-CN" sz="24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+ 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latin typeface="Times New Roman" panose="02020603050405020304" pitchFamily="18" charset="0"/>
                  </a:rPr>
                  <a:t>补</a:t>
                </a:r>
                <a:endParaRPr kumimoji="1" lang="zh-CN" altLang="en-US" sz="20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1175" name="Text Box 48">
                <a:extLst>
                  <a:ext uri="{FF2B5EF4-FFF2-40B4-BE49-F238E27FC236}">
                    <a16:creationId xmlns:a16="http://schemas.microsoft.com/office/drawing/2014/main" id="{018EE80C-0448-49F8-BAF4-A6C2D741DF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34" y="3306"/>
                <a:ext cx="10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同号，“够减”</a:t>
                </a:r>
              </a:p>
            </p:txBody>
          </p:sp>
          <p:sp>
            <p:nvSpPr>
              <p:cNvPr id="91176" name="Text Box 49">
                <a:extLst>
                  <a:ext uri="{FF2B5EF4-FFF2-40B4-BE49-F238E27FC236}">
                    <a16:creationId xmlns:a16="http://schemas.microsoft.com/office/drawing/2014/main" id="{9330026D-CBAD-41FC-ACF3-B7A5EA7696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34" y="3616"/>
                <a:ext cx="10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异号，“够减”</a:t>
                </a:r>
              </a:p>
            </p:txBody>
          </p:sp>
          <p:sp>
            <p:nvSpPr>
              <p:cNvPr id="91177" name="Line 50">
                <a:extLst>
                  <a:ext uri="{FF2B5EF4-FFF2-40B4-BE49-F238E27FC236}">
                    <a16:creationId xmlns:a16="http://schemas.microsoft.com/office/drawing/2014/main" id="{7222A026-79C6-4C22-BE9A-325F051FA4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3249"/>
                <a:ext cx="475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1178" name="Line 51">
                <a:extLst>
                  <a:ext uri="{FF2B5EF4-FFF2-40B4-BE49-F238E27FC236}">
                    <a16:creationId xmlns:a16="http://schemas.microsoft.com/office/drawing/2014/main" id="{D10CB867-88D4-4578-B59E-29853E3555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80" y="2961"/>
                <a:ext cx="0" cy="91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1179" name="Line 52">
                <a:extLst>
                  <a:ext uri="{FF2B5EF4-FFF2-40B4-BE49-F238E27FC236}">
                    <a16:creationId xmlns:a16="http://schemas.microsoft.com/office/drawing/2014/main" id="{3F959600-726F-4AF9-8EBE-821F82CF15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12" y="2961"/>
                <a:ext cx="0" cy="91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1180" name="Line 53">
                <a:extLst>
                  <a:ext uri="{FF2B5EF4-FFF2-40B4-BE49-F238E27FC236}">
                    <a16:creationId xmlns:a16="http://schemas.microsoft.com/office/drawing/2014/main" id="{8555B13F-9A1A-45D3-B136-DAF8C2D4C3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2961"/>
                <a:ext cx="475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1181" name="Line 54">
                <a:extLst>
                  <a:ext uri="{FF2B5EF4-FFF2-40B4-BE49-F238E27FC236}">
                    <a16:creationId xmlns:a16="http://schemas.microsoft.com/office/drawing/2014/main" id="{8828A8F7-0971-4404-B45F-4F225C0547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3873"/>
                <a:ext cx="475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91166" name="Line 55">
              <a:extLst>
                <a:ext uri="{FF2B5EF4-FFF2-40B4-BE49-F238E27FC236}">
                  <a16:creationId xmlns:a16="http://schemas.microsoft.com/office/drawing/2014/main" id="{724162C6-6882-4CCF-BB1D-D0F849D376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" y="2961"/>
              <a:ext cx="0" cy="91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1167" name="Line 56">
              <a:extLst>
                <a:ext uri="{FF2B5EF4-FFF2-40B4-BE49-F238E27FC236}">
                  <a16:creationId xmlns:a16="http://schemas.microsoft.com/office/drawing/2014/main" id="{EED3C104-B76F-4033-99FF-88126AE98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2" y="2953"/>
              <a:ext cx="0" cy="92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58" name="矩形 57">
            <a:extLst>
              <a:ext uri="{FF2B5EF4-FFF2-40B4-BE49-F238E27FC236}">
                <a16:creationId xmlns:a16="http://schemas.microsoft.com/office/drawing/2014/main" id="{0100968B-2795-4D33-A4B0-F45E1D9B4B04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8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8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88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31" dur="500"/>
                                        <p:tgtEl>
                                          <p:spTgt spid="88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88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500"/>
                                        <p:tgtEl>
                                          <p:spTgt spid="880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88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88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1" dur="500"/>
                                        <p:tgtEl>
                                          <p:spTgt spid="88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6" dur="500"/>
                                        <p:tgtEl>
                                          <p:spTgt spid="88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1" dur="500"/>
                                        <p:tgtEl>
                                          <p:spTgt spid="880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3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85" dur="500"/>
                                        <p:tgtEl>
                                          <p:spTgt spid="88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0" dur="500"/>
                                        <p:tgtEl>
                                          <p:spTgt spid="88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5" dur="500"/>
                                        <p:tgtEl>
                                          <p:spTgt spid="88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5" dur="500"/>
                                        <p:tgtEl>
                                          <p:spTgt spid="88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0" dur="500"/>
                                        <p:tgtEl>
                                          <p:spTgt spid="88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5" dur="500"/>
                                        <p:tgtEl>
                                          <p:spTgt spid="880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 nodeType="clickPar">
                      <p:stCondLst>
                        <p:cond delay="indefinite"/>
                      </p:stCondLst>
                      <p:childTnLst>
                        <p:par>
                          <p:cTn id="1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8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066" grpId="0" autoUpdateAnimBg="0"/>
      <p:bldP spid="88073" grpId="0" autoUpdateAnimBg="0"/>
      <p:bldP spid="88074" grpId="0" autoUpdateAnimBg="0"/>
      <p:bldP spid="88076" grpId="0" autoUpdateAnimBg="0"/>
      <p:bldP spid="88083" grpId="0" autoUpdateAnimBg="0"/>
      <p:bldP spid="88084" grpId="0" autoUpdateAnimBg="0"/>
      <p:bldP spid="88086" grpId="0" autoUpdateAnimBg="0"/>
      <p:bldP spid="88087" grpId="0" autoUpdateAnimBg="0"/>
      <p:bldP spid="88088" grpId="0" autoUpdateAnimBg="0"/>
      <p:bldP spid="88089" grpId="0" autoUpdateAnimBg="0"/>
      <p:bldP spid="88090" grpId="0" autoUpdateAnimBg="0"/>
      <p:bldP spid="88091" grpId="0" autoUpdateAnimBg="0"/>
      <p:bldP spid="88092" grpId="0" autoUpdateAnimBg="0"/>
      <p:bldP spid="88093" grpId="0" autoUpdateAnimBg="0"/>
      <p:bldP spid="88094" grpId="0" autoUpdateAnimBg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Text Box 2">
            <a:extLst>
              <a:ext uri="{FF2B5EF4-FFF2-40B4-BE49-F238E27FC236}">
                <a16:creationId xmlns:a16="http://schemas.microsoft.com/office/drawing/2014/main" id="{1B9D867D-AAD7-4CD2-A825-AE15D867F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152400"/>
            <a:ext cx="3429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② </a:t>
            </a:r>
            <a:r>
              <a:rPr kumimoji="1" lang="zh-CN" altLang="en-US" b="1">
                <a:latin typeface="Times New Roman" panose="02020603050405020304" pitchFamily="18" charset="0"/>
              </a:rPr>
              <a:t>商值的确定</a:t>
            </a:r>
          </a:p>
        </p:txBody>
      </p:sp>
      <p:sp>
        <p:nvSpPr>
          <p:cNvPr id="89091" name="Text Box 3">
            <a:extLst>
              <a:ext uri="{FF2B5EF4-FFF2-40B4-BE49-F238E27FC236}">
                <a16:creationId xmlns:a16="http://schemas.microsoft.com/office/drawing/2014/main" id="{258C95EF-E21F-4B87-A3D1-9D8003702E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1101725"/>
            <a:ext cx="211137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200" b="1">
                <a:latin typeface="Times New Roman" panose="02020603050405020304" pitchFamily="18" charset="0"/>
              </a:rPr>
              <a:t>[</a:t>
            </a:r>
            <a:r>
              <a:rPr kumimoji="1" lang="en-US" altLang="zh-CN" sz="22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200" b="1">
                <a:latin typeface="Times New Roman" panose="02020603050405020304" pitchFamily="18" charset="0"/>
              </a:rPr>
              <a:t>]</a:t>
            </a:r>
            <a:r>
              <a:rPr kumimoji="1" lang="zh-CN" altLang="en-US" sz="22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200" b="1">
                <a:latin typeface="Times New Roman" panose="02020603050405020304" pitchFamily="18" charset="0"/>
              </a:rPr>
              <a:t>与 </a:t>
            </a:r>
            <a:r>
              <a:rPr kumimoji="1" lang="en-US" altLang="zh-CN" sz="2200" b="1">
                <a:latin typeface="Times New Roman" panose="02020603050405020304" pitchFamily="18" charset="0"/>
              </a:rPr>
              <a:t>[</a:t>
            </a:r>
            <a:r>
              <a:rPr kumimoji="1" lang="en-US" altLang="zh-CN" sz="22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200" b="1">
                <a:latin typeface="Times New Roman" panose="02020603050405020304" pitchFamily="18" charset="0"/>
              </a:rPr>
              <a:t>]</a:t>
            </a:r>
            <a:r>
              <a:rPr kumimoji="1" lang="zh-CN" altLang="en-US" sz="22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200" b="1">
                <a:solidFill>
                  <a:schemeClr val="folHlink"/>
                </a:solidFill>
                <a:latin typeface="Times New Roman" panose="02020603050405020304" pitchFamily="18" charset="0"/>
              </a:rPr>
              <a:t>同号</a:t>
            </a:r>
          </a:p>
        </p:txBody>
      </p:sp>
      <p:sp>
        <p:nvSpPr>
          <p:cNvPr id="89092" name="Text Box 4">
            <a:extLst>
              <a:ext uri="{FF2B5EF4-FFF2-40B4-BE49-F238E27FC236}">
                <a16:creationId xmlns:a16="http://schemas.microsoft.com/office/drawing/2014/main" id="{4997A4D0-3C8E-4C36-BA9D-D4B1C75776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1554163"/>
            <a:ext cx="7461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200" b="1">
                <a:solidFill>
                  <a:schemeClr val="folHlink"/>
                </a:solidFill>
                <a:latin typeface="Times New Roman" panose="02020603050405020304" pitchFamily="18" charset="0"/>
              </a:rPr>
              <a:t>正</a:t>
            </a:r>
            <a:r>
              <a:rPr kumimoji="1" lang="zh-CN" altLang="en-US" sz="2200" b="1">
                <a:latin typeface="Times New Roman" panose="02020603050405020304" pitchFamily="18" charset="0"/>
              </a:rPr>
              <a:t>商</a:t>
            </a:r>
          </a:p>
        </p:txBody>
      </p:sp>
      <p:sp>
        <p:nvSpPr>
          <p:cNvPr id="89093" name="Text Box 5">
            <a:extLst>
              <a:ext uri="{FF2B5EF4-FFF2-40B4-BE49-F238E27FC236}">
                <a16:creationId xmlns:a16="http://schemas.microsoft.com/office/drawing/2014/main" id="{4739F02E-D7B3-4DDF-8D70-E1C5BE8361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99063" y="1104900"/>
            <a:ext cx="1589087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200" b="1">
                <a:solidFill>
                  <a:schemeClr val="folHlink"/>
                </a:solidFill>
                <a:latin typeface="Times New Roman" panose="02020603050405020304" pitchFamily="18" charset="0"/>
              </a:rPr>
              <a:t>按原码上商</a:t>
            </a:r>
          </a:p>
        </p:txBody>
      </p:sp>
      <p:grpSp>
        <p:nvGrpSpPr>
          <p:cNvPr id="2" name="Group 6">
            <a:extLst>
              <a:ext uri="{FF2B5EF4-FFF2-40B4-BE49-F238E27FC236}">
                <a16:creationId xmlns:a16="http://schemas.microsoft.com/office/drawing/2014/main" id="{C3E21111-B50B-4BC8-9029-4C0AF79081CE}"/>
              </a:ext>
            </a:extLst>
          </p:cNvPr>
          <p:cNvGrpSpPr>
            <a:grpSpLocks/>
          </p:cNvGrpSpPr>
          <p:nvPr/>
        </p:nvGrpSpPr>
        <p:grpSpPr bwMode="auto">
          <a:xfrm>
            <a:off x="6838950" y="1101725"/>
            <a:ext cx="2457450" cy="793750"/>
            <a:chOff x="4452" y="694"/>
            <a:chExt cx="1548" cy="500"/>
          </a:xfrm>
        </p:grpSpPr>
        <p:sp>
          <p:nvSpPr>
            <p:cNvPr id="92238" name="Text Box 7">
              <a:extLst>
                <a:ext uri="{FF2B5EF4-FFF2-40B4-BE49-F238E27FC236}">
                  <a16:creationId xmlns:a16="http://schemas.microsoft.com/office/drawing/2014/main" id="{1031AE71-9751-40AE-905B-ED3237982C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9" y="694"/>
              <a:ext cx="134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200" b="1">
                  <a:latin typeface="Times New Roman" panose="02020603050405020304" pitchFamily="18" charset="0"/>
                </a:rPr>
                <a:t>“</a:t>
              </a:r>
              <a:r>
                <a:rPr kumimoji="1" lang="zh-CN" altLang="en-US" sz="2200" b="1">
                  <a:latin typeface="Times New Roman" panose="02020603050405020304" pitchFamily="18" charset="0"/>
                </a:rPr>
                <a:t>够减”上“</a:t>
              </a:r>
              <a:r>
                <a:rPr kumimoji="1" lang="en-US" altLang="zh-CN" sz="2200" b="1">
                  <a:latin typeface="Times New Roman" panose="02020603050405020304" pitchFamily="18" charset="0"/>
                </a:rPr>
                <a:t>1”</a:t>
              </a:r>
            </a:p>
          </p:txBody>
        </p:sp>
        <p:sp>
          <p:nvSpPr>
            <p:cNvPr id="92239" name="Text Box 8">
              <a:extLst>
                <a:ext uri="{FF2B5EF4-FFF2-40B4-BE49-F238E27FC236}">
                  <a16:creationId xmlns:a16="http://schemas.microsoft.com/office/drawing/2014/main" id="{0B93E7D0-568B-4EF7-8532-6D54152934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52" y="925"/>
              <a:ext cx="1548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200" b="1">
                  <a:latin typeface="Times New Roman" panose="02020603050405020304" pitchFamily="18" charset="0"/>
                </a:rPr>
                <a:t>“</a:t>
              </a:r>
              <a:r>
                <a:rPr kumimoji="1" lang="zh-CN" altLang="en-US" sz="2200" b="1">
                  <a:latin typeface="Times New Roman" panose="02020603050405020304" pitchFamily="18" charset="0"/>
                </a:rPr>
                <a:t>不够减”上“</a:t>
              </a:r>
              <a:r>
                <a:rPr kumimoji="1" lang="en-US" altLang="zh-CN" sz="2200" b="1">
                  <a:latin typeface="Times New Roman" panose="02020603050405020304" pitchFamily="18" charset="0"/>
                </a:rPr>
                <a:t>0”</a:t>
              </a:r>
            </a:p>
          </p:txBody>
        </p:sp>
      </p:grpSp>
      <p:sp>
        <p:nvSpPr>
          <p:cNvPr id="89097" name="Text Box 9">
            <a:extLst>
              <a:ext uri="{FF2B5EF4-FFF2-40B4-BE49-F238E27FC236}">
                <a16:creationId xmlns:a16="http://schemas.microsoft.com/office/drawing/2014/main" id="{A0FFB9E6-2697-4340-B41F-8FD9CBCB3C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2071688"/>
            <a:ext cx="211137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200" b="1">
                <a:latin typeface="Times New Roman" panose="02020603050405020304" pitchFamily="18" charset="0"/>
              </a:rPr>
              <a:t>[</a:t>
            </a:r>
            <a:r>
              <a:rPr kumimoji="1" lang="en-US" altLang="zh-CN" sz="22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200" b="1">
                <a:latin typeface="Times New Roman" panose="02020603050405020304" pitchFamily="18" charset="0"/>
              </a:rPr>
              <a:t>]</a:t>
            </a:r>
            <a:r>
              <a:rPr kumimoji="1" lang="zh-CN" altLang="en-US" sz="22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200" b="1">
                <a:latin typeface="Times New Roman" panose="02020603050405020304" pitchFamily="18" charset="0"/>
              </a:rPr>
              <a:t>与 </a:t>
            </a:r>
            <a:r>
              <a:rPr kumimoji="1" lang="en-US" altLang="zh-CN" sz="2200" b="1">
                <a:latin typeface="Times New Roman" panose="02020603050405020304" pitchFamily="18" charset="0"/>
              </a:rPr>
              <a:t>[</a:t>
            </a:r>
            <a:r>
              <a:rPr kumimoji="1" lang="en-US" altLang="zh-CN" sz="22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200" b="1">
                <a:latin typeface="Times New Roman" panose="02020603050405020304" pitchFamily="18" charset="0"/>
              </a:rPr>
              <a:t>]</a:t>
            </a:r>
            <a:r>
              <a:rPr kumimoji="1" lang="zh-CN" altLang="en-US" sz="22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200" b="1">
                <a:solidFill>
                  <a:schemeClr val="folHlink"/>
                </a:solidFill>
                <a:latin typeface="Times New Roman" panose="02020603050405020304" pitchFamily="18" charset="0"/>
              </a:rPr>
              <a:t>异号</a:t>
            </a:r>
          </a:p>
        </p:txBody>
      </p:sp>
      <p:sp>
        <p:nvSpPr>
          <p:cNvPr id="89098" name="Text Box 10">
            <a:extLst>
              <a:ext uri="{FF2B5EF4-FFF2-40B4-BE49-F238E27FC236}">
                <a16:creationId xmlns:a16="http://schemas.microsoft.com/office/drawing/2014/main" id="{7B300BE0-8A13-4FC8-ADCE-50E119B904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2468563"/>
            <a:ext cx="7461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200" b="1">
                <a:solidFill>
                  <a:schemeClr val="folHlink"/>
                </a:solidFill>
                <a:latin typeface="Times New Roman" panose="02020603050405020304" pitchFamily="18" charset="0"/>
              </a:rPr>
              <a:t>负</a:t>
            </a:r>
            <a:r>
              <a:rPr kumimoji="1" lang="zh-CN" altLang="en-US" sz="2200" b="1">
                <a:latin typeface="Times New Roman" panose="02020603050405020304" pitchFamily="18" charset="0"/>
              </a:rPr>
              <a:t>商</a:t>
            </a:r>
          </a:p>
        </p:txBody>
      </p:sp>
      <p:sp>
        <p:nvSpPr>
          <p:cNvPr id="89099" name="Text Box 11">
            <a:extLst>
              <a:ext uri="{FF2B5EF4-FFF2-40B4-BE49-F238E27FC236}">
                <a16:creationId xmlns:a16="http://schemas.microsoft.com/office/drawing/2014/main" id="{98C345BF-9A47-4BAE-8E95-6BF22E44A3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99063" y="2074863"/>
            <a:ext cx="1589087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200" b="1">
                <a:solidFill>
                  <a:schemeClr val="folHlink"/>
                </a:solidFill>
                <a:latin typeface="Times New Roman" panose="02020603050405020304" pitchFamily="18" charset="0"/>
              </a:rPr>
              <a:t>按反码上商</a:t>
            </a:r>
          </a:p>
        </p:txBody>
      </p:sp>
      <p:grpSp>
        <p:nvGrpSpPr>
          <p:cNvPr id="3" name="Group 12">
            <a:extLst>
              <a:ext uri="{FF2B5EF4-FFF2-40B4-BE49-F238E27FC236}">
                <a16:creationId xmlns:a16="http://schemas.microsoft.com/office/drawing/2014/main" id="{2E6FDCFB-7817-4492-8E4E-F56D474C4FE5}"/>
              </a:ext>
            </a:extLst>
          </p:cNvPr>
          <p:cNvGrpSpPr>
            <a:grpSpLocks/>
          </p:cNvGrpSpPr>
          <p:nvPr/>
        </p:nvGrpSpPr>
        <p:grpSpPr bwMode="auto">
          <a:xfrm>
            <a:off x="6838950" y="2071688"/>
            <a:ext cx="2670175" cy="860425"/>
            <a:chOff x="4414" y="1305"/>
            <a:chExt cx="1682" cy="542"/>
          </a:xfrm>
        </p:grpSpPr>
        <p:sp>
          <p:nvSpPr>
            <p:cNvPr id="92236" name="Text Box 13">
              <a:extLst>
                <a:ext uri="{FF2B5EF4-FFF2-40B4-BE49-F238E27FC236}">
                  <a16:creationId xmlns:a16="http://schemas.microsoft.com/office/drawing/2014/main" id="{47232250-155A-4C35-BBA0-1EE9181714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9" y="1305"/>
              <a:ext cx="148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200" b="1">
                  <a:latin typeface="Times New Roman" panose="02020603050405020304" pitchFamily="18" charset="0"/>
                </a:rPr>
                <a:t>“</a:t>
              </a:r>
              <a:r>
                <a:rPr kumimoji="1" lang="zh-CN" altLang="en-US" sz="2200" b="1">
                  <a:latin typeface="Times New Roman" panose="02020603050405020304" pitchFamily="18" charset="0"/>
                </a:rPr>
                <a:t>够减”上“</a:t>
              </a:r>
              <a:r>
                <a:rPr kumimoji="1" lang="en-US" altLang="zh-CN" sz="2200" b="1">
                  <a:latin typeface="Times New Roman" panose="02020603050405020304" pitchFamily="18" charset="0"/>
                </a:rPr>
                <a:t>0”</a:t>
              </a:r>
            </a:p>
          </p:txBody>
        </p:sp>
        <p:sp>
          <p:nvSpPr>
            <p:cNvPr id="92237" name="Text Box 14">
              <a:extLst>
                <a:ext uri="{FF2B5EF4-FFF2-40B4-BE49-F238E27FC236}">
                  <a16:creationId xmlns:a16="http://schemas.microsoft.com/office/drawing/2014/main" id="{EA5B53A0-68BA-4694-A01C-9B6A43A8E9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4" y="1578"/>
              <a:ext cx="1538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200" b="1">
                  <a:latin typeface="Times New Roman" panose="02020603050405020304" pitchFamily="18" charset="0"/>
                </a:rPr>
                <a:t>“</a:t>
              </a:r>
              <a:r>
                <a:rPr kumimoji="1" lang="zh-CN" altLang="en-US" sz="2200" b="1">
                  <a:latin typeface="Times New Roman" panose="02020603050405020304" pitchFamily="18" charset="0"/>
                </a:rPr>
                <a:t>不够减”上“</a:t>
              </a:r>
              <a:r>
                <a:rPr kumimoji="1" lang="en-US" altLang="zh-CN" sz="2200" b="1">
                  <a:latin typeface="Times New Roman" panose="02020603050405020304" pitchFamily="18" charset="0"/>
                </a:rPr>
                <a:t>1”</a:t>
              </a:r>
            </a:p>
          </p:txBody>
        </p:sp>
      </p:grpSp>
      <p:sp>
        <p:nvSpPr>
          <p:cNvPr id="92171" name="Text Box 15">
            <a:extLst>
              <a:ext uri="{FF2B5EF4-FFF2-40B4-BE49-F238E27FC236}">
                <a16:creationId xmlns:a16="http://schemas.microsoft.com/office/drawing/2014/main" id="{C33C7B5B-7F2E-48FA-9B71-40A3F8BD4D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5750" y="1500188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kumimoji="1" lang="zh-CN" altLang="zh-CN" sz="2400" b="1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92172" name="Text Box 16">
            <a:extLst>
              <a:ext uri="{FF2B5EF4-FFF2-40B4-BE49-F238E27FC236}">
                <a16:creationId xmlns:a16="http://schemas.microsoft.com/office/drawing/2014/main" id="{BAB04DE1-D540-4D54-83FD-3644A63375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9600" y="1500188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kumimoji="1" lang="zh-CN" altLang="zh-CN" sz="2400" b="1">
              <a:latin typeface="Times New Roman" panose="02020603050405020304" pitchFamily="18" charset="0"/>
            </a:endParaRPr>
          </a:p>
        </p:txBody>
      </p:sp>
      <p:sp>
        <p:nvSpPr>
          <p:cNvPr id="92173" name="Text Box 17">
            <a:extLst>
              <a:ext uri="{FF2B5EF4-FFF2-40B4-BE49-F238E27FC236}">
                <a16:creationId xmlns:a16="http://schemas.microsoft.com/office/drawing/2014/main" id="{6BE8F20A-7BF6-4C27-B9D1-C30E963D04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5750" y="2446338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kumimoji="1" lang="zh-CN" altLang="zh-CN" sz="2400" b="1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92174" name="Text Box 18">
            <a:extLst>
              <a:ext uri="{FF2B5EF4-FFF2-40B4-BE49-F238E27FC236}">
                <a16:creationId xmlns:a16="http://schemas.microsoft.com/office/drawing/2014/main" id="{DB42B99B-FF42-4C6F-BE1A-8CA75CE0DD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850" y="2446338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kumimoji="1" lang="zh-CN" altLang="zh-CN" sz="2400" b="1">
              <a:latin typeface="Times New Roman" panose="02020603050405020304" pitchFamily="18" charset="0"/>
            </a:endParaRPr>
          </a:p>
        </p:txBody>
      </p:sp>
      <p:sp>
        <p:nvSpPr>
          <p:cNvPr id="89107" name="Text Box 19">
            <a:extLst>
              <a:ext uri="{FF2B5EF4-FFF2-40B4-BE49-F238E27FC236}">
                <a16:creationId xmlns:a16="http://schemas.microsoft.com/office/drawing/2014/main" id="{8B598776-988F-4000-AF72-6F3C8BBE0E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200025"/>
            <a:ext cx="3276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末位恒置“</a:t>
            </a:r>
            <a:r>
              <a:rPr kumimoji="1" lang="en-US" altLang="zh-CN" sz="2800" b="1">
                <a:latin typeface="Times New Roman" panose="02020603050405020304" pitchFamily="18" charset="0"/>
              </a:rPr>
              <a:t>1”</a:t>
            </a:r>
            <a:r>
              <a:rPr kumimoji="1" lang="zh-CN" altLang="en-US" sz="2800" b="1">
                <a:latin typeface="Times New Roman" panose="02020603050405020304" pitchFamily="18" charset="0"/>
              </a:rPr>
              <a:t>法</a:t>
            </a:r>
          </a:p>
        </p:txBody>
      </p:sp>
      <p:sp>
        <p:nvSpPr>
          <p:cNvPr id="89108" name="Text Box 20">
            <a:extLst>
              <a:ext uri="{FF2B5EF4-FFF2-40B4-BE49-F238E27FC236}">
                <a16:creationId xmlns:a16="http://schemas.microsoft.com/office/drawing/2014/main" id="{3CD4A8C5-C9E1-4794-A503-B746373FA2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2971800"/>
            <a:ext cx="1295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小 结</a:t>
            </a:r>
          </a:p>
        </p:txBody>
      </p:sp>
      <p:sp>
        <p:nvSpPr>
          <p:cNvPr id="89109" name="Text Box 21">
            <a:extLst>
              <a:ext uri="{FF2B5EF4-FFF2-40B4-BE49-F238E27FC236}">
                <a16:creationId xmlns:a16="http://schemas.microsoft.com/office/drawing/2014/main" id="{44D6A931-6485-4291-B65A-24E847D24D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5715000"/>
            <a:ext cx="2209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简 化 为</a:t>
            </a:r>
          </a:p>
        </p:txBody>
      </p:sp>
      <p:sp>
        <p:nvSpPr>
          <p:cNvPr id="89110" name="Text Box 22">
            <a:extLst>
              <a:ext uri="{FF2B5EF4-FFF2-40B4-BE49-F238E27FC236}">
                <a16:creationId xmlns:a16="http://schemas.microsoft.com/office/drawing/2014/main" id="{F924631B-E1B9-49E6-B733-68A853F80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3870325"/>
            <a:ext cx="13636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（同号）</a:t>
            </a:r>
          </a:p>
        </p:txBody>
      </p:sp>
      <p:sp>
        <p:nvSpPr>
          <p:cNvPr id="89111" name="Text Box 23">
            <a:extLst>
              <a:ext uri="{FF2B5EF4-FFF2-40B4-BE49-F238E27FC236}">
                <a16:creationId xmlns:a16="http://schemas.microsoft.com/office/drawing/2014/main" id="{8C9A6F08-A4FB-4971-9E8B-91069078D5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4219575"/>
            <a:ext cx="13636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（异号）</a:t>
            </a:r>
          </a:p>
        </p:txBody>
      </p:sp>
      <p:sp>
        <p:nvSpPr>
          <p:cNvPr id="89112" name="Text Box 24">
            <a:extLst>
              <a:ext uri="{FF2B5EF4-FFF2-40B4-BE49-F238E27FC236}">
                <a16:creationId xmlns:a16="http://schemas.microsoft.com/office/drawing/2014/main" id="{4898BDEC-AB9B-434B-9FBC-AACC1CF6EF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4616450"/>
            <a:ext cx="1295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（异号）</a:t>
            </a:r>
          </a:p>
        </p:txBody>
      </p:sp>
      <p:sp>
        <p:nvSpPr>
          <p:cNvPr id="89113" name="Text Box 25">
            <a:extLst>
              <a:ext uri="{FF2B5EF4-FFF2-40B4-BE49-F238E27FC236}">
                <a16:creationId xmlns:a16="http://schemas.microsoft.com/office/drawing/2014/main" id="{3966CC4E-FB24-466B-92CA-1C008ECCCA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5013325"/>
            <a:ext cx="1295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（同号）</a:t>
            </a:r>
          </a:p>
        </p:txBody>
      </p:sp>
      <p:sp>
        <p:nvSpPr>
          <p:cNvPr id="89115" name="Text Box 27">
            <a:extLst>
              <a:ext uri="{FF2B5EF4-FFF2-40B4-BE49-F238E27FC236}">
                <a16:creationId xmlns:a16="http://schemas.microsoft.com/office/drawing/2014/main" id="{96687CFC-34B8-4241-A08B-FCD5078E44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5700" y="658813"/>
            <a:ext cx="19875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×.××××</a:t>
            </a:r>
            <a:r>
              <a:rPr kumimoji="1" lang="en-US" altLang="zh-CN" sz="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</a:p>
        </p:txBody>
      </p:sp>
      <p:grpSp>
        <p:nvGrpSpPr>
          <p:cNvPr id="4" name="Group 28">
            <a:extLst>
              <a:ext uri="{FF2B5EF4-FFF2-40B4-BE49-F238E27FC236}">
                <a16:creationId xmlns:a16="http://schemas.microsoft.com/office/drawing/2014/main" id="{52D9FAEE-ABCE-4C19-92AA-DBD39D2E2959}"/>
              </a:ext>
            </a:extLst>
          </p:cNvPr>
          <p:cNvGrpSpPr>
            <a:grpSpLocks/>
          </p:cNvGrpSpPr>
          <p:nvPr/>
        </p:nvGrpSpPr>
        <p:grpSpPr bwMode="auto">
          <a:xfrm>
            <a:off x="685800" y="3400425"/>
            <a:ext cx="7924800" cy="2009775"/>
            <a:chOff x="432" y="2142"/>
            <a:chExt cx="4992" cy="1266"/>
          </a:xfrm>
        </p:grpSpPr>
        <p:grpSp>
          <p:nvGrpSpPr>
            <p:cNvPr id="92208" name="Group 29">
              <a:extLst>
                <a:ext uri="{FF2B5EF4-FFF2-40B4-BE49-F238E27FC236}">
                  <a16:creationId xmlns:a16="http://schemas.microsoft.com/office/drawing/2014/main" id="{729E0BB4-A590-408C-89E2-2FE8207ED0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" y="2142"/>
              <a:ext cx="4992" cy="1266"/>
              <a:chOff x="432" y="2142"/>
              <a:chExt cx="4992" cy="1266"/>
            </a:xfrm>
          </p:grpSpPr>
          <p:sp>
            <p:nvSpPr>
              <p:cNvPr id="92211" name="Text Box 30">
                <a:extLst>
                  <a:ext uri="{FF2B5EF4-FFF2-40B4-BE49-F238E27FC236}">
                    <a16:creationId xmlns:a16="http://schemas.microsoft.com/office/drawing/2014/main" id="{A83F52C5-F5E1-417C-A1EF-2863DC77EF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2" y="2142"/>
                <a:ext cx="902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000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200" b="1" i="1">
                    <a:latin typeface="Times New Roman" panose="02020603050405020304" pitchFamily="18" charset="0"/>
                  </a:rPr>
                  <a:t>x</a:t>
                </a:r>
                <a:r>
                  <a:rPr kumimoji="1" lang="en-US" altLang="zh-CN" sz="20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latin typeface="Times New Roman" panose="02020603050405020304" pitchFamily="18" charset="0"/>
                  </a:rPr>
                  <a:t>补</a:t>
                </a:r>
                <a:r>
                  <a:rPr kumimoji="1" lang="zh-CN" altLang="en-US" sz="2000" b="1">
                    <a:latin typeface="Times New Roman" panose="02020603050405020304" pitchFamily="18" charset="0"/>
                  </a:rPr>
                  <a:t>与 </a:t>
                </a:r>
                <a:r>
                  <a:rPr kumimoji="1" lang="en-US" altLang="zh-CN" sz="2000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2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0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latin typeface="Times New Roman" panose="02020603050405020304" pitchFamily="18" charset="0"/>
                  </a:rPr>
                  <a:t>补</a:t>
                </a:r>
              </a:p>
            </p:txBody>
          </p:sp>
          <p:sp>
            <p:nvSpPr>
              <p:cNvPr id="92212" name="Text Box 31">
                <a:extLst>
                  <a:ext uri="{FF2B5EF4-FFF2-40B4-BE49-F238E27FC236}">
                    <a16:creationId xmlns:a16="http://schemas.microsoft.com/office/drawing/2014/main" id="{133507F6-8866-4686-9249-E3711AF413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2" y="21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商</a:t>
                </a:r>
              </a:p>
            </p:txBody>
          </p:sp>
          <p:sp>
            <p:nvSpPr>
              <p:cNvPr id="92213" name="Text Box 32">
                <a:extLst>
                  <a:ext uri="{FF2B5EF4-FFF2-40B4-BE49-F238E27FC236}">
                    <a16:creationId xmlns:a16="http://schemas.microsoft.com/office/drawing/2014/main" id="{49988CF2-8EC4-40C9-946A-CFFAC89C6A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2" y="2142"/>
                <a:ext cx="950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000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000" b="1" i="1">
                    <a:latin typeface="Times New Roman" panose="02020603050405020304" pitchFamily="18" charset="0"/>
                  </a:rPr>
                  <a:t>R</a:t>
                </a:r>
                <a:r>
                  <a:rPr kumimoji="1" lang="en-US" altLang="zh-CN" sz="2000" b="1" i="1" baseline="-25000">
                    <a:latin typeface="Times New Roman" panose="02020603050405020304" pitchFamily="18" charset="0"/>
                  </a:rPr>
                  <a:t>i</a:t>
                </a:r>
                <a:r>
                  <a:rPr kumimoji="1" lang="en-US" altLang="zh-CN" sz="20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latin typeface="Times New Roman" panose="02020603050405020304" pitchFamily="18" charset="0"/>
                  </a:rPr>
                  <a:t>补</a:t>
                </a:r>
                <a:r>
                  <a:rPr kumimoji="1" lang="zh-CN" altLang="en-US" sz="2000" b="1">
                    <a:latin typeface="Times New Roman" panose="02020603050405020304" pitchFamily="18" charset="0"/>
                  </a:rPr>
                  <a:t>与 </a:t>
                </a:r>
                <a:r>
                  <a:rPr kumimoji="1" lang="en-US" altLang="zh-CN" sz="2000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2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0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latin typeface="Times New Roman" panose="02020603050405020304" pitchFamily="18" charset="0"/>
                  </a:rPr>
                  <a:t>补</a:t>
                </a:r>
                <a:endParaRPr kumimoji="1" lang="zh-CN" altLang="en-US" sz="20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214" name="Text Box 33">
                <a:extLst>
                  <a:ext uri="{FF2B5EF4-FFF2-40B4-BE49-F238E27FC236}">
                    <a16:creationId xmlns:a16="http://schemas.microsoft.com/office/drawing/2014/main" id="{BDB1ECED-C882-4532-94FE-3155C8500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78" y="2169"/>
                <a:ext cx="5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商   值</a:t>
                </a:r>
              </a:p>
            </p:txBody>
          </p:sp>
          <p:sp>
            <p:nvSpPr>
              <p:cNvPr id="92215" name="Text Box 34">
                <a:extLst>
                  <a:ext uri="{FF2B5EF4-FFF2-40B4-BE49-F238E27FC236}">
                    <a16:creationId xmlns:a16="http://schemas.microsoft.com/office/drawing/2014/main" id="{41080D20-9A18-4304-AEE3-278D5B65E1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48" y="2438"/>
                <a:ext cx="4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够减</a:t>
                </a:r>
              </a:p>
            </p:txBody>
          </p:sp>
          <p:sp>
            <p:nvSpPr>
              <p:cNvPr id="92216" name="Text Box 35">
                <a:extLst>
                  <a:ext uri="{FF2B5EF4-FFF2-40B4-BE49-F238E27FC236}">
                    <a16:creationId xmlns:a16="http://schemas.microsoft.com/office/drawing/2014/main" id="{8E18E5A2-A49E-4064-81DA-F94B2980D0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48" y="2658"/>
                <a:ext cx="5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不够减</a:t>
                </a:r>
              </a:p>
            </p:txBody>
          </p:sp>
          <p:sp>
            <p:nvSpPr>
              <p:cNvPr id="92217" name="Text Box 36">
                <a:extLst>
                  <a:ext uri="{FF2B5EF4-FFF2-40B4-BE49-F238E27FC236}">
                    <a16:creationId xmlns:a16="http://schemas.microsoft.com/office/drawing/2014/main" id="{867E85B1-9B81-41F2-A065-0F33296A05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58" y="2908"/>
                <a:ext cx="4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够减</a:t>
                </a:r>
              </a:p>
            </p:txBody>
          </p:sp>
          <p:sp>
            <p:nvSpPr>
              <p:cNvPr id="92218" name="Text Box 37">
                <a:extLst>
                  <a:ext uri="{FF2B5EF4-FFF2-40B4-BE49-F238E27FC236}">
                    <a16:creationId xmlns:a16="http://schemas.microsoft.com/office/drawing/2014/main" id="{B7F24CE3-44DE-473A-9273-1ADC9DC18C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58" y="3158"/>
                <a:ext cx="5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不够减</a:t>
                </a:r>
              </a:p>
            </p:txBody>
          </p:sp>
          <p:sp>
            <p:nvSpPr>
              <p:cNvPr id="92219" name="Line 38">
                <a:extLst>
                  <a:ext uri="{FF2B5EF4-FFF2-40B4-BE49-F238E27FC236}">
                    <a16:creationId xmlns:a16="http://schemas.microsoft.com/office/drawing/2014/main" id="{D108AC2A-7933-4392-9486-310FC9B5BA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2" y="2160"/>
                <a:ext cx="499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20" name="Line 39">
                <a:extLst>
                  <a:ext uri="{FF2B5EF4-FFF2-40B4-BE49-F238E27FC236}">
                    <a16:creationId xmlns:a16="http://schemas.microsoft.com/office/drawing/2014/main" id="{9596E9EA-3CBE-43BD-9599-56A62731E2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2" y="2448"/>
                <a:ext cx="499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21" name="Line 40">
                <a:extLst>
                  <a:ext uri="{FF2B5EF4-FFF2-40B4-BE49-F238E27FC236}">
                    <a16:creationId xmlns:a16="http://schemas.microsoft.com/office/drawing/2014/main" id="{585A5014-D772-4E9B-80CB-E4C9AE6D39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2" y="3408"/>
                <a:ext cx="499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22" name="Line 41">
                <a:extLst>
                  <a:ext uri="{FF2B5EF4-FFF2-40B4-BE49-F238E27FC236}">
                    <a16:creationId xmlns:a16="http://schemas.microsoft.com/office/drawing/2014/main" id="{3E7F5848-E334-4745-9D3A-B53F9D3BE4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80" y="2160"/>
                <a:ext cx="0" cy="124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23" name="Line 42">
                <a:extLst>
                  <a:ext uri="{FF2B5EF4-FFF2-40B4-BE49-F238E27FC236}">
                    <a16:creationId xmlns:a16="http://schemas.microsoft.com/office/drawing/2014/main" id="{5D7E8DB3-6F20-41B7-AE29-7179C3E97D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4" y="2160"/>
                <a:ext cx="0" cy="124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24" name="Line 43">
                <a:extLst>
                  <a:ext uri="{FF2B5EF4-FFF2-40B4-BE49-F238E27FC236}">
                    <a16:creationId xmlns:a16="http://schemas.microsoft.com/office/drawing/2014/main" id="{729B96B7-7559-4406-B2A6-369639007F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2" y="2160"/>
                <a:ext cx="0" cy="124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25" name="Text Box 44">
                <a:extLst>
                  <a:ext uri="{FF2B5EF4-FFF2-40B4-BE49-F238E27FC236}">
                    <a16:creationId xmlns:a16="http://schemas.microsoft.com/office/drawing/2014/main" id="{52D4D94A-607D-48C1-BE2E-E7C5CAD6E2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8" y="2582"/>
                <a:ext cx="51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同  号</a:t>
                </a:r>
              </a:p>
            </p:txBody>
          </p:sp>
          <p:sp>
            <p:nvSpPr>
              <p:cNvPr id="92226" name="Text Box 45">
                <a:extLst>
                  <a:ext uri="{FF2B5EF4-FFF2-40B4-BE49-F238E27FC236}">
                    <a16:creationId xmlns:a16="http://schemas.microsoft.com/office/drawing/2014/main" id="{0F676240-3D81-406B-AEEF-F987DBE9B4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8" y="3035"/>
                <a:ext cx="51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异  号</a:t>
                </a:r>
              </a:p>
            </p:txBody>
          </p:sp>
          <p:sp>
            <p:nvSpPr>
              <p:cNvPr id="92227" name="Line 46">
                <a:extLst>
                  <a:ext uri="{FF2B5EF4-FFF2-40B4-BE49-F238E27FC236}">
                    <a16:creationId xmlns:a16="http://schemas.microsoft.com/office/drawing/2014/main" id="{9342A962-E99E-4786-9700-F31E794C5F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2" y="2928"/>
                <a:ext cx="499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28" name="Text Box 47">
                <a:extLst>
                  <a:ext uri="{FF2B5EF4-FFF2-40B4-BE49-F238E27FC236}">
                    <a16:creationId xmlns:a16="http://schemas.microsoft.com/office/drawing/2014/main" id="{4AC4DAA4-8FBA-4CF0-9263-78136C285C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2" y="256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正</a:t>
                </a:r>
              </a:p>
            </p:txBody>
          </p:sp>
          <p:sp>
            <p:nvSpPr>
              <p:cNvPr id="92229" name="Text Box 48">
                <a:extLst>
                  <a:ext uri="{FF2B5EF4-FFF2-40B4-BE49-F238E27FC236}">
                    <a16:creationId xmlns:a16="http://schemas.microsoft.com/office/drawing/2014/main" id="{298CC889-98F9-43C0-B8D7-B7E7BAA10B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2" y="30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负</a:t>
                </a:r>
              </a:p>
            </p:txBody>
          </p:sp>
          <p:sp>
            <p:nvSpPr>
              <p:cNvPr id="92230" name="Text Box 49">
                <a:extLst>
                  <a:ext uri="{FF2B5EF4-FFF2-40B4-BE49-F238E27FC236}">
                    <a16:creationId xmlns:a16="http://schemas.microsoft.com/office/drawing/2014/main" id="{C339486F-262C-4DA5-996C-4BC5DE1742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78" y="2438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000" b="1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92231" name="Text Box 50">
                <a:extLst>
                  <a:ext uri="{FF2B5EF4-FFF2-40B4-BE49-F238E27FC236}">
                    <a16:creationId xmlns:a16="http://schemas.microsoft.com/office/drawing/2014/main" id="{B4E974E5-8901-433B-A728-667C7E46CF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78" y="2658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000" b="1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92232" name="Text Box 51">
                <a:extLst>
                  <a:ext uri="{FF2B5EF4-FFF2-40B4-BE49-F238E27FC236}">
                    <a16:creationId xmlns:a16="http://schemas.microsoft.com/office/drawing/2014/main" id="{F5A8D9B7-323F-4007-9CF1-4757A58E98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78" y="2908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000" b="1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92233" name="Text Box 52">
                <a:extLst>
                  <a:ext uri="{FF2B5EF4-FFF2-40B4-BE49-F238E27FC236}">
                    <a16:creationId xmlns:a16="http://schemas.microsoft.com/office/drawing/2014/main" id="{7C1A905C-5ED8-4852-89AA-9CC4A97934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78" y="3158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000" b="1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92234" name="Text Box 53">
                <a:extLst>
                  <a:ext uri="{FF2B5EF4-FFF2-40B4-BE49-F238E27FC236}">
                    <a16:creationId xmlns:a16="http://schemas.microsoft.com/office/drawing/2014/main" id="{9910C400-5450-437E-8A55-8EB5B795C9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8" y="2544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原码上商</a:t>
                </a:r>
              </a:p>
            </p:txBody>
          </p:sp>
          <p:sp>
            <p:nvSpPr>
              <p:cNvPr id="92235" name="Text Box 54">
                <a:extLst>
                  <a:ext uri="{FF2B5EF4-FFF2-40B4-BE49-F238E27FC236}">
                    <a16:creationId xmlns:a16="http://schemas.microsoft.com/office/drawing/2014/main" id="{EEB050AA-4724-4688-8EE6-A9898C34E1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8" y="3024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反码上商</a:t>
                </a:r>
              </a:p>
            </p:txBody>
          </p:sp>
        </p:grpSp>
        <p:sp>
          <p:nvSpPr>
            <p:cNvPr id="92209" name="Line 55">
              <a:extLst>
                <a:ext uri="{FF2B5EF4-FFF2-40B4-BE49-F238E27FC236}">
                  <a16:creationId xmlns:a16="http://schemas.microsoft.com/office/drawing/2014/main" id="{3C098389-2C11-40F1-930A-98A2C1B330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" y="2160"/>
              <a:ext cx="0" cy="124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210" name="Line 56">
              <a:extLst>
                <a:ext uri="{FF2B5EF4-FFF2-40B4-BE49-F238E27FC236}">
                  <a16:creationId xmlns:a16="http://schemas.microsoft.com/office/drawing/2014/main" id="{A1240B32-DE9D-43E7-A77A-E8F6C9D7E6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5" y="2160"/>
              <a:ext cx="0" cy="124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7" name="Group 57">
            <a:extLst>
              <a:ext uri="{FF2B5EF4-FFF2-40B4-BE49-F238E27FC236}">
                <a16:creationId xmlns:a16="http://schemas.microsoft.com/office/drawing/2014/main" id="{F63672AF-4E84-4B41-9FB1-16C3FE1A5EAC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5543550"/>
            <a:ext cx="4267200" cy="1238250"/>
            <a:chOff x="2208" y="3492"/>
            <a:chExt cx="2688" cy="780"/>
          </a:xfrm>
        </p:grpSpPr>
        <p:grpSp>
          <p:nvGrpSpPr>
            <p:cNvPr id="92195" name="Group 58">
              <a:extLst>
                <a:ext uri="{FF2B5EF4-FFF2-40B4-BE49-F238E27FC236}">
                  <a16:creationId xmlns:a16="http://schemas.microsoft.com/office/drawing/2014/main" id="{EF6AA8F0-EA2B-440D-9F63-E5933A2ED7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3492"/>
              <a:ext cx="2688" cy="780"/>
              <a:chOff x="2208" y="3492"/>
              <a:chExt cx="2688" cy="780"/>
            </a:xfrm>
          </p:grpSpPr>
          <p:sp>
            <p:nvSpPr>
              <p:cNvPr id="92198" name="Text Box 59">
                <a:extLst>
                  <a:ext uri="{FF2B5EF4-FFF2-40B4-BE49-F238E27FC236}">
                    <a16:creationId xmlns:a16="http://schemas.microsoft.com/office/drawing/2014/main" id="{5133EE76-6FF3-45C5-8521-5907FA4BAD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34" y="3492"/>
                <a:ext cx="90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0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000" b="1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R</a:t>
                </a:r>
                <a:r>
                  <a:rPr kumimoji="1" lang="en-US" altLang="zh-CN" sz="2000" b="1" i="1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</a:t>
                </a:r>
                <a:r>
                  <a:rPr kumimoji="1" lang="en-US" altLang="zh-CN" sz="20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补</a:t>
                </a:r>
                <a:r>
                  <a:rPr kumimoji="1" lang="zh-CN" altLang="en-US" sz="20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与</a:t>
                </a:r>
                <a:r>
                  <a:rPr kumimoji="1" lang="en-US" altLang="zh-CN" sz="20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000" b="1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0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补</a:t>
                </a:r>
                <a:endParaRPr kumimoji="1" lang="zh-CN" altLang="en-US" sz="2000" b="1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199" name="Text Box 60">
                <a:extLst>
                  <a:ext uri="{FF2B5EF4-FFF2-40B4-BE49-F238E27FC236}">
                    <a16:creationId xmlns:a16="http://schemas.microsoft.com/office/drawing/2014/main" id="{7A3AA380-D363-42B9-ACE7-4F264CECF6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18" y="3494"/>
                <a:ext cx="4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商值</a:t>
                </a:r>
              </a:p>
            </p:txBody>
          </p:sp>
          <p:sp>
            <p:nvSpPr>
              <p:cNvPr id="92200" name="Line 61">
                <a:extLst>
                  <a:ext uri="{FF2B5EF4-FFF2-40B4-BE49-F238E27FC236}">
                    <a16:creationId xmlns:a16="http://schemas.microsoft.com/office/drawing/2014/main" id="{39F15149-5E39-4BE7-A39E-02C4E1DB67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3744"/>
                <a:ext cx="268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01" name="Line 62">
                <a:extLst>
                  <a:ext uri="{FF2B5EF4-FFF2-40B4-BE49-F238E27FC236}">
                    <a16:creationId xmlns:a16="http://schemas.microsoft.com/office/drawing/2014/main" id="{FDC1BFCF-2256-4742-8A87-287726C1CD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2" y="3504"/>
                <a:ext cx="0" cy="72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02" name="Text Box 63">
                <a:extLst>
                  <a:ext uri="{FF2B5EF4-FFF2-40B4-BE49-F238E27FC236}">
                    <a16:creationId xmlns:a16="http://schemas.microsoft.com/office/drawing/2014/main" id="{BFBEB31C-D520-46AA-BCAB-70895F8E14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26" y="3755"/>
                <a:ext cx="51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同  号</a:t>
                </a:r>
              </a:p>
            </p:txBody>
          </p:sp>
          <p:sp>
            <p:nvSpPr>
              <p:cNvPr id="92203" name="Text Box 64">
                <a:extLst>
                  <a:ext uri="{FF2B5EF4-FFF2-40B4-BE49-F238E27FC236}">
                    <a16:creationId xmlns:a16="http://schemas.microsoft.com/office/drawing/2014/main" id="{A4725969-AC8A-42D1-BE5A-6C84ECD4C0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26" y="4009"/>
                <a:ext cx="51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0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异  号</a:t>
                </a:r>
              </a:p>
            </p:txBody>
          </p:sp>
          <p:sp>
            <p:nvSpPr>
              <p:cNvPr id="92204" name="Text Box 65">
                <a:extLst>
                  <a:ext uri="{FF2B5EF4-FFF2-40B4-BE49-F238E27FC236}">
                    <a16:creationId xmlns:a16="http://schemas.microsoft.com/office/drawing/2014/main" id="{C8D7DF01-5C06-4C50-9469-7593913224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14" y="374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0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92205" name="Text Box 66">
                <a:extLst>
                  <a:ext uri="{FF2B5EF4-FFF2-40B4-BE49-F238E27FC236}">
                    <a16:creationId xmlns:a16="http://schemas.microsoft.com/office/drawing/2014/main" id="{64308DBE-ACFD-408E-B147-E38CB60B02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14" y="402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0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92206" name="Line 67">
                <a:extLst>
                  <a:ext uri="{FF2B5EF4-FFF2-40B4-BE49-F238E27FC236}">
                    <a16:creationId xmlns:a16="http://schemas.microsoft.com/office/drawing/2014/main" id="{B4146AE3-2CF5-4C83-B44C-16CA0ACEE5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3504"/>
                <a:ext cx="268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2207" name="Line 68">
                <a:extLst>
                  <a:ext uri="{FF2B5EF4-FFF2-40B4-BE49-F238E27FC236}">
                    <a16:creationId xmlns:a16="http://schemas.microsoft.com/office/drawing/2014/main" id="{64DCA777-194A-4C79-BD21-5AE51F045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4224"/>
                <a:ext cx="268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92196" name="Line 69">
              <a:extLst>
                <a:ext uri="{FF2B5EF4-FFF2-40B4-BE49-F238E27FC236}">
                  <a16:creationId xmlns:a16="http://schemas.microsoft.com/office/drawing/2014/main" id="{2AE83ED4-5FA3-4418-B2FC-D018B95D7F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13" y="3504"/>
              <a:ext cx="0" cy="72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2197" name="Line 70">
              <a:extLst>
                <a:ext uri="{FF2B5EF4-FFF2-40B4-BE49-F238E27FC236}">
                  <a16:creationId xmlns:a16="http://schemas.microsoft.com/office/drawing/2014/main" id="{E4986380-D953-4FCD-A9A8-7F3ADBE74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2" y="3504"/>
              <a:ext cx="0" cy="72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9" name="Group 71">
            <a:extLst>
              <a:ext uri="{FF2B5EF4-FFF2-40B4-BE49-F238E27FC236}">
                <a16:creationId xmlns:a16="http://schemas.microsoft.com/office/drawing/2014/main" id="{7165904B-D96A-4E90-BC05-EE5CC8D0A3DB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2019300"/>
            <a:ext cx="1911350" cy="977900"/>
            <a:chOff x="1728" y="1272"/>
            <a:chExt cx="1204" cy="616"/>
          </a:xfrm>
        </p:grpSpPr>
        <p:sp>
          <p:nvSpPr>
            <p:cNvPr id="92192" name="Text Box 72">
              <a:extLst>
                <a:ext uri="{FF2B5EF4-FFF2-40B4-BE49-F238E27FC236}">
                  <a16:creationId xmlns:a16="http://schemas.microsoft.com/office/drawing/2014/main" id="{51BAFB61-A30D-4F75-9512-1212AF654B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2" y="1619"/>
              <a:ext cx="468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200" b="1">
                  <a:latin typeface="Times New Roman" panose="02020603050405020304" pitchFamily="18" charset="0"/>
                </a:rPr>
                <a:t>反码</a:t>
              </a:r>
            </a:p>
          </p:txBody>
        </p:sp>
        <p:sp>
          <p:nvSpPr>
            <p:cNvPr id="92193" name="Text Box 73">
              <a:extLst>
                <a:ext uri="{FF2B5EF4-FFF2-40B4-BE49-F238E27FC236}">
                  <a16:creationId xmlns:a16="http://schemas.microsoft.com/office/drawing/2014/main" id="{EA7A3625-4C57-4419-ACB7-20E2DB0C60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8" y="1272"/>
              <a:ext cx="120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.××××</a:t>
              </a:r>
              <a:r>
                <a:rPr kumimoji="1" lang="en-US" altLang="zh-CN" sz="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92194" name="AutoShape 74">
              <a:extLst>
                <a:ext uri="{FF2B5EF4-FFF2-40B4-BE49-F238E27FC236}">
                  <a16:creationId xmlns:a16="http://schemas.microsoft.com/office/drawing/2014/main" id="{00316230-7800-4ECF-ACCE-A13DC90BEF48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316" y="1253"/>
              <a:ext cx="84" cy="635"/>
            </a:xfrm>
            <a:prstGeom prst="leftBrace">
              <a:avLst>
                <a:gd name="adj1" fmla="val 62996"/>
                <a:gd name="adj2" fmla="val 50000"/>
              </a:avLst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grpSp>
        <p:nvGrpSpPr>
          <p:cNvPr id="10" name="Group 75">
            <a:extLst>
              <a:ext uri="{FF2B5EF4-FFF2-40B4-BE49-F238E27FC236}">
                <a16:creationId xmlns:a16="http://schemas.microsoft.com/office/drawing/2014/main" id="{7389139B-B617-47DD-8EEA-EC23E76CB85B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1052513"/>
            <a:ext cx="1911350" cy="1008062"/>
            <a:chOff x="1728" y="663"/>
            <a:chExt cx="1204" cy="635"/>
          </a:xfrm>
        </p:grpSpPr>
        <p:sp>
          <p:nvSpPr>
            <p:cNvPr id="92189" name="Text Box 76">
              <a:extLst>
                <a:ext uri="{FF2B5EF4-FFF2-40B4-BE49-F238E27FC236}">
                  <a16:creationId xmlns:a16="http://schemas.microsoft.com/office/drawing/2014/main" id="{2D600368-2925-460F-AE4C-6F3D62AD33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2" y="1029"/>
              <a:ext cx="468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200" b="1">
                  <a:latin typeface="Times New Roman" panose="02020603050405020304" pitchFamily="18" charset="0"/>
                </a:rPr>
                <a:t>原码</a:t>
              </a:r>
            </a:p>
          </p:txBody>
        </p:sp>
        <p:sp>
          <p:nvSpPr>
            <p:cNvPr id="92190" name="Text Box 77">
              <a:extLst>
                <a:ext uri="{FF2B5EF4-FFF2-40B4-BE49-F238E27FC236}">
                  <a16:creationId xmlns:a16="http://schemas.microsoft.com/office/drawing/2014/main" id="{83A8B7D0-0B7D-45FA-A30B-4690C313CB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8" y="663"/>
              <a:ext cx="120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. ××××</a:t>
              </a:r>
              <a:r>
                <a:rPr kumimoji="1" lang="en-US" altLang="zh-CN" sz="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92191" name="AutoShape 78">
              <a:extLst>
                <a:ext uri="{FF2B5EF4-FFF2-40B4-BE49-F238E27FC236}">
                  <a16:creationId xmlns:a16="http://schemas.microsoft.com/office/drawing/2014/main" id="{6C8CFAD1-EE40-4AB1-866F-CFB88FBFB6AE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304" y="647"/>
              <a:ext cx="108" cy="635"/>
            </a:xfrm>
            <a:prstGeom prst="leftBrace">
              <a:avLst>
                <a:gd name="adj1" fmla="val 48997"/>
                <a:gd name="adj2" fmla="val 50000"/>
              </a:avLst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sp>
        <p:nvSpPr>
          <p:cNvPr id="80" name="矩形 79">
            <a:extLst>
              <a:ext uri="{FF2B5EF4-FFF2-40B4-BE49-F238E27FC236}">
                <a16:creationId xmlns:a16="http://schemas.microsoft.com/office/drawing/2014/main" id="{A2F3767B-A55D-4EF2-9F0C-8702DE7B82B5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9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9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9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9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89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890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89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89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89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89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89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89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89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7" dur="500"/>
                                        <p:tgtEl>
                                          <p:spTgt spid="89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107" grpId="0" autoUpdateAnimBg="0"/>
      <p:bldP spid="89109" grpId="0" autoUpdateAnimBg="0"/>
      <p:bldP spid="89115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Text Box 2">
            <a:extLst>
              <a:ext uri="{FF2B5EF4-FFF2-40B4-BE49-F238E27FC236}">
                <a16:creationId xmlns:a16="http://schemas.microsoft.com/office/drawing/2014/main" id="{C57A61A3-5D5B-4007-A918-62F9F3DEB5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7525" y="273050"/>
            <a:ext cx="44354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(2)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商符的形成 </a:t>
            </a:r>
          </a:p>
        </p:txBody>
      </p:sp>
      <p:sp>
        <p:nvSpPr>
          <p:cNvPr id="90115" name="Text Box 3">
            <a:extLst>
              <a:ext uri="{FF2B5EF4-FFF2-40B4-BE49-F238E27FC236}">
                <a16:creationId xmlns:a16="http://schemas.microsoft.com/office/drawing/2014/main" id="{0771D196-32A4-4EC8-B3BA-E86B0534A4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958850"/>
            <a:ext cx="4114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除法过程中自然形成</a:t>
            </a:r>
          </a:p>
        </p:txBody>
      </p:sp>
      <p:sp>
        <p:nvSpPr>
          <p:cNvPr id="90116" name="Text Box 4">
            <a:extLst>
              <a:ext uri="{FF2B5EF4-FFF2-40B4-BE49-F238E27FC236}">
                <a16:creationId xmlns:a16="http://schemas.microsoft.com/office/drawing/2014/main" id="{DD68A56B-8C00-4AED-8FE5-CF76989511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25" y="1793875"/>
            <a:ext cx="19700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000" b="1">
                <a:latin typeface="Times New Roman" panose="02020603050405020304" pitchFamily="18" charset="0"/>
              </a:rPr>
              <a:t>和</a:t>
            </a: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同号</a:t>
            </a:r>
          </a:p>
        </p:txBody>
      </p:sp>
      <p:sp>
        <p:nvSpPr>
          <p:cNvPr id="90117" name="Text Box 5">
            <a:extLst>
              <a:ext uri="{FF2B5EF4-FFF2-40B4-BE49-F238E27FC236}">
                <a16:creationId xmlns:a16="http://schemas.microsoft.com/office/drawing/2014/main" id="{DA50139A-6C0E-46C9-AD49-FA8AE9641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7925" y="1793875"/>
            <a:ext cx="13604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</a:p>
        </p:txBody>
      </p:sp>
      <p:sp>
        <p:nvSpPr>
          <p:cNvPr id="90118" name="Text Box 6">
            <a:extLst>
              <a:ext uri="{FF2B5EF4-FFF2-40B4-BE49-F238E27FC236}">
                <a16:creationId xmlns:a16="http://schemas.microsoft.com/office/drawing/2014/main" id="{443DFC9D-ACB4-46D5-8717-3802AD7BB9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5" y="1793875"/>
            <a:ext cx="2044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比较</a:t>
            </a: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R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i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000" b="1">
                <a:latin typeface="Times New Roman" panose="02020603050405020304" pitchFamily="18" charset="0"/>
              </a:rPr>
              <a:t>和</a:t>
            </a: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endParaRPr kumimoji="1" lang="zh-CN" altLang="en-US" sz="2000" b="1">
              <a:latin typeface="Times New Roman" panose="02020603050405020304" pitchFamily="18" charset="0"/>
            </a:endParaRPr>
          </a:p>
        </p:txBody>
      </p:sp>
      <p:sp>
        <p:nvSpPr>
          <p:cNvPr id="90119" name="Text Box 7">
            <a:extLst>
              <a:ext uri="{FF2B5EF4-FFF2-40B4-BE49-F238E27FC236}">
                <a16:creationId xmlns:a16="http://schemas.microsoft.com/office/drawing/2014/main" id="{771AEBEE-1EC3-4E4D-98A9-7276641678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4975" y="2286000"/>
            <a:ext cx="15001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同号</a:t>
            </a:r>
            <a:r>
              <a:rPr kumimoji="1" lang="en-US" altLang="zh-CN" sz="2000" b="1">
                <a:latin typeface="Times New Roman" panose="02020603050405020304" pitchFamily="18" charset="0"/>
              </a:rPr>
              <a:t>(</a:t>
            </a:r>
            <a:r>
              <a:rPr kumimoji="1" lang="zh-CN" altLang="en-US" sz="2000" b="1">
                <a:latin typeface="Times New Roman" panose="02020603050405020304" pitchFamily="18" charset="0"/>
              </a:rPr>
              <a:t>够</a:t>
            </a:r>
            <a:r>
              <a:rPr kumimoji="1" lang="en-US" altLang="zh-CN" sz="2000" b="1">
                <a:latin typeface="Times New Roman" panose="02020603050405020304" pitchFamily="18" charset="0"/>
              </a:rPr>
              <a:t>)“1”</a:t>
            </a:r>
          </a:p>
        </p:txBody>
      </p:sp>
      <p:sp>
        <p:nvSpPr>
          <p:cNvPr id="90120" name="Text Box 8">
            <a:extLst>
              <a:ext uri="{FF2B5EF4-FFF2-40B4-BE49-F238E27FC236}">
                <a16:creationId xmlns:a16="http://schemas.microsoft.com/office/drawing/2014/main" id="{4D407825-0A3D-48FB-B7C3-42E9F17BD9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4975" y="2727325"/>
            <a:ext cx="1755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异号</a:t>
            </a:r>
            <a:r>
              <a:rPr kumimoji="1" lang="en-US" altLang="zh-CN" sz="2000" b="1">
                <a:latin typeface="Times New Roman" panose="02020603050405020304" pitchFamily="18" charset="0"/>
              </a:rPr>
              <a:t>(</a:t>
            </a:r>
            <a:r>
              <a:rPr kumimoji="1" lang="zh-CN" altLang="en-US" sz="2000" b="1">
                <a:latin typeface="Times New Roman" panose="02020603050405020304" pitchFamily="18" charset="0"/>
              </a:rPr>
              <a:t>不够</a:t>
            </a:r>
            <a:r>
              <a:rPr kumimoji="1" lang="en-US" altLang="zh-CN" sz="2000" b="1">
                <a:latin typeface="Times New Roman" panose="02020603050405020304" pitchFamily="18" charset="0"/>
              </a:rPr>
              <a:t>)“0”</a:t>
            </a:r>
          </a:p>
        </p:txBody>
      </p:sp>
      <p:sp>
        <p:nvSpPr>
          <p:cNvPr id="90121" name="Text Box 9">
            <a:extLst>
              <a:ext uri="{FF2B5EF4-FFF2-40B4-BE49-F238E27FC236}">
                <a16:creationId xmlns:a16="http://schemas.microsoft.com/office/drawing/2014/main" id="{691E71C4-6120-4B22-9E04-3BEC29858F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1900" y="2422525"/>
            <a:ext cx="1206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原码上商</a:t>
            </a:r>
          </a:p>
        </p:txBody>
      </p:sp>
      <p:sp>
        <p:nvSpPr>
          <p:cNvPr id="90122" name="Text Box 10">
            <a:extLst>
              <a:ext uri="{FF2B5EF4-FFF2-40B4-BE49-F238E27FC236}">
                <a16:creationId xmlns:a16="http://schemas.microsoft.com/office/drawing/2014/main" id="{5D6A602C-EE01-490A-BC52-AE20289DDD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3124200"/>
            <a:ext cx="35020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 dirty="0">
                <a:latin typeface="Times New Roman" panose="02020603050405020304" pitchFamily="18" charset="0"/>
              </a:rPr>
              <a:t>小数除法  第一次“不够”上</a:t>
            </a:r>
            <a:r>
              <a:rPr kumimoji="1" lang="zh-CN" altLang="en-US" sz="20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“</a:t>
            </a:r>
            <a:r>
              <a:rPr kumimoji="1" lang="en-US" altLang="zh-CN" sz="20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0”</a:t>
            </a:r>
          </a:p>
        </p:txBody>
      </p:sp>
      <p:sp>
        <p:nvSpPr>
          <p:cNvPr id="90123" name="Line 11">
            <a:extLst>
              <a:ext uri="{FF2B5EF4-FFF2-40B4-BE49-F238E27FC236}">
                <a16:creationId xmlns:a16="http://schemas.microsoft.com/office/drawing/2014/main" id="{17C94192-C339-4912-91BE-D8E4DF8957D6}"/>
              </a:ext>
            </a:extLst>
          </p:cNvPr>
          <p:cNvSpPr>
            <a:spLocks noChangeShapeType="1"/>
          </p:cNvSpPr>
          <p:nvPr/>
        </p:nvSpPr>
        <p:spPr bwMode="auto">
          <a:xfrm>
            <a:off x="1676400" y="2286000"/>
            <a:ext cx="0" cy="121920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90124" name="Text Box 12">
            <a:extLst>
              <a:ext uri="{FF2B5EF4-FFF2-40B4-BE49-F238E27FC236}">
                <a16:creationId xmlns:a16="http://schemas.microsoft.com/office/drawing/2014/main" id="{5848EA33-0941-4551-A0DB-6A49CEDD10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1925" y="3657600"/>
            <a:ext cx="695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正商</a:t>
            </a:r>
          </a:p>
        </p:txBody>
      </p:sp>
      <p:sp>
        <p:nvSpPr>
          <p:cNvPr id="90125" name="Freeform 13">
            <a:extLst>
              <a:ext uri="{FF2B5EF4-FFF2-40B4-BE49-F238E27FC236}">
                <a16:creationId xmlns:a16="http://schemas.microsoft.com/office/drawing/2014/main" id="{AF3ECB27-2AB1-497D-96B3-B01E3AAA2FB9}"/>
              </a:ext>
            </a:extLst>
          </p:cNvPr>
          <p:cNvSpPr>
            <a:spLocks/>
          </p:cNvSpPr>
          <p:nvPr/>
        </p:nvSpPr>
        <p:spPr bwMode="auto">
          <a:xfrm>
            <a:off x="2362200" y="3581400"/>
            <a:ext cx="6400800" cy="381000"/>
          </a:xfrm>
          <a:custGeom>
            <a:avLst/>
            <a:gdLst>
              <a:gd name="T0" fmla="*/ 0 w 2688"/>
              <a:gd name="T1" fmla="*/ 604837500 h 240"/>
              <a:gd name="T2" fmla="*/ 2147483646 w 2688"/>
              <a:gd name="T3" fmla="*/ 604837500 h 240"/>
              <a:gd name="T4" fmla="*/ 2147483646 w 2688"/>
              <a:gd name="T5" fmla="*/ 0 h 240"/>
              <a:gd name="T6" fmla="*/ 0 60000 65536"/>
              <a:gd name="T7" fmla="*/ 0 60000 65536"/>
              <a:gd name="T8" fmla="*/ 0 60000 65536"/>
              <a:gd name="T9" fmla="*/ 0 w 2688"/>
              <a:gd name="T10" fmla="*/ 0 h 240"/>
              <a:gd name="T11" fmla="*/ 2688 w 2688"/>
              <a:gd name="T12" fmla="*/ 240 h 2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88" h="240">
                <a:moveTo>
                  <a:pt x="0" y="240"/>
                </a:moveTo>
                <a:lnTo>
                  <a:pt x="2688" y="240"/>
                </a:lnTo>
                <a:lnTo>
                  <a:pt x="2688" y="0"/>
                </a:lnTo>
              </a:path>
            </a:pathLst>
          </a:cu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90126" name="Text Box 14">
            <a:extLst>
              <a:ext uri="{FF2B5EF4-FFF2-40B4-BE49-F238E27FC236}">
                <a16:creationId xmlns:a16="http://schemas.microsoft.com/office/drawing/2014/main" id="{94E65DAC-93D3-4CD6-8FF8-687612EA56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25" y="4267200"/>
            <a:ext cx="19700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000" b="1">
                <a:latin typeface="Times New Roman" panose="02020603050405020304" pitchFamily="18" charset="0"/>
              </a:rPr>
              <a:t>和</a:t>
            </a: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异号</a:t>
            </a:r>
          </a:p>
        </p:txBody>
      </p:sp>
      <p:sp>
        <p:nvSpPr>
          <p:cNvPr id="90127" name="Text Box 15">
            <a:extLst>
              <a:ext uri="{FF2B5EF4-FFF2-40B4-BE49-F238E27FC236}">
                <a16:creationId xmlns:a16="http://schemas.microsoft.com/office/drawing/2014/main" id="{861613E1-94CC-4426-9CEB-838D0A2832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7925" y="4267200"/>
            <a:ext cx="13811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+</a:t>
            </a: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</a:p>
        </p:txBody>
      </p:sp>
      <p:sp>
        <p:nvSpPr>
          <p:cNvPr id="90128" name="Text Box 16">
            <a:extLst>
              <a:ext uri="{FF2B5EF4-FFF2-40B4-BE49-F238E27FC236}">
                <a16:creationId xmlns:a16="http://schemas.microsoft.com/office/drawing/2014/main" id="{42F231C9-94F8-4444-BF98-00D0CD29CF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5" y="4267200"/>
            <a:ext cx="2044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比较</a:t>
            </a: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R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i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000" b="1">
                <a:latin typeface="Times New Roman" panose="02020603050405020304" pitchFamily="18" charset="0"/>
              </a:rPr>
              <a:t>和</a:t>
            </a: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endParaRPr kumimoji="1" lang="zh-CN" altLang="en-US" sz="2000" b="1">
              <a:latin typeface="Times New Roman" panose="02020603050405020304" pitchFamily="18" charset="0"/>
            </a:endParaRPr>
          </a:p>
        </p:txBody>
      </p:sp>
      <p:sp>
        <p:nvSpPr>
          <p:cNvPr id="90129" name="Text Box 17">
            <a:extLst>
              <a:ext uri="{FF2B5EF4-FFF2-40B4-BE49-F238E27FC236}">
                <a16:creationId xmlns:a16="http://schemas.microsoft.com/office/drawing/2014/main" id="{8A27ABE2-DDD5-45A8-8D13-EF55DF7DE1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4975" y="4724400"/>
            <a:ext cx="15001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异号</a:t>
            </a:r>
            <a:r>
              <a:rPr kumimoji="1" lang="en-US" altLang="zh-CN" sz="2000" b="1">
                <a:latin typeface="Times New Roman" panose="02020603050405020304" pitchFamily="18" charset="0"/>
              </a:rPr>
              <a:t>(</a:t>
            </a:r>
            <a:r>
              <a:rPr kumimoji="1" lang="zh-CN" altLang="en-US" sz="2000" b="1">
                <a:latin typeface="Times New Roman" panose="02020603050405020304" pitchFamily="18" charset="0"/>
              </a:rPr>
              <a:t>够</a:t>
            </a:r>
            <a:r>
              <a:rPr kumimoji="1" lang="en-US" altLang="zh-CN" sz="2000" b="1">
                <a:latin typeface="Times New Roman" panose="02020603050405020304" pitchFamily="18" charset="0"/>
              </a:rPr>
              <a:t>)“0”</a:t>
            </a:r>
          </a:p>
        </p:txBody>
      </p:sp>
      <p:sp>
        <p:nvSpPr>
          <p:cNvPr id="90130" name="Text Box 18">
            <a:extLst>
              <a:ext uri="{FF2B5EF4-FFF2-40B4-BE49-F238E27FC236}">
                <a16:creationId xmlns:a16="http://schemas.microsoft.com/office/drawing/2014/main" id="{47CEBD55-3364-4C93-A44A-209A00F987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4975" y="5181600"/>
            <a:ext cx="1755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同号</a:t>
            </a:r>
            <a:r>
              <a:rPr kumimoji="1" lang="en-US" altLang="zh-CN" sz="2000" b="1">
                <a:latin typeface="Times New Roman" panose="02020603050405020304" pitchFamily="18" charset="0"/>
              </a:rPr>
              <a:t>(</a:t>
            </a:r>
            <a:r>
              <a:rPr kumimoji="1" lang="zh-CN" altLang="en-US" sz="2000" b="1">
                <a:latin typeface="Times New Roman" panose="02020603050405020304" pitchFamily="18" charset="0"/>
              </a:rPr>
              <a:t>不够</a:t>
            </a:r>
            <a:r>
              <a:rPr kumimoji="1" lang="en-US" altLang="zh-CN" sz="2000" b="1">
                <a:latin typeface="Times New Roman" panose="02020603050405020304" pitchFamily="18" charset="0"/>
              </a:rPr>
              <a:t>)“1”</a:t>
            </a:r>
          </a:p>
        </p:txBody>
      </p:sp>
      <p:sp>
        <p:nvSpPr>
          <p:cNvPr id="90131" name="Text Box 19">
            <a:extLst>
              <a:ext uri="{FF2B5EF4-FFF2-40B4-BE49-F238E27FC236}">
                <a16:creationId xmlns:a16="http://schemas.microsoft.com/office/drawing/2014/main" id="{219972B1-81AC-4820-B485-A23E7CC07B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1900" y="4937125"/>
            <a:ext cx="1206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反码上商</a:t>
            </a:r>
          </a:p>
        </p:txBody>
      </p:sp>
      <p:sp>
        <p:nvSpPr>
          <p:cNvPr id="90132" name="Text Box 20">
            <a:extLst>
              <a:ext uri="{FF2B5EF4-FFF2-40B4-BE49-F238E27FC236}">
                <a16:creationId xmlns:a16="http://schemas.microsoft.com/office/drawing/2014/main" id="{B8D41361-3ADC-4A45-86E1-58FA516EF6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599" y="5573228"/>
            <a:ext cx="35020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 dirty="0">
                <a:latin typeface="Times New Roman" panose="02020603050405020304" pitchFamily="18" charset="0"/>
              </a:rPr>
              <a:t>小数除法  第一次“不够”上</a:t>
            </a:r>
            <a:r>
              <a:rPr kumimoji="1" lang="zh-CN" altLang="en-US" sz="20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“</a:t>
            </a:r>
            <a:r>
              <a:rPr kumimoji="1" lang="en-US" altLang="zh-CN" sz="20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1”</a:t>
            </a:r>
          </a:p>
        </p:txBody>
      </p:sp>
      <p:sp>
        <p:nvSpPr>
          <p:cNvPr id="90133" name="Line 21">
            <a:extLst>
              <a:ext uri="{FF2B5EF4-FFF2-40B4-BE49-F238E27FC236}">
                <a16:creationId xmlns:a16="http://schemas.microsoft.com/office/drawing/2014/main" id="{D9638FC0-8C89-4BDD-B2F7-6FFFC911D25C}"/>
              </a:ext>
            </a:extLst>
          </p:cNvPr>
          <p:cNvSpPr>
            <a:spLocks noChangeShapeType="1"/>
          </p:cNvSpPr>
          <p:nvPr/>
        </p:nvSpPr>
        <p:spPr bwMode="auto">
          <a:xfrm>
            <a:off x="1676400" y="4724400"/>
            <a:ext cx="0" cy="137160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90134" name="Text Box 22">
            <a:extLst>
              <a:ext uri="{FF2B5EF4-FFF2-40B4-BE49-F238E27FC236}">
                <a16:creationId xmlns:a16="http://schemas.microsoft.com/office/drawing/2014/main" id="{1253DA23-75C8-4804-B1AC-D4042C9EB1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6096000"/>
            <a:ext cx="695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负商</a:t>
            </a:r>
          </a:p>
        </p:txBody>
      </p:sp>
      <p:sp>
        <p:nvSpPr>
          <p:cNvPr id="90135" name="Freeform 23">
            <a:extLst>
              <a:ext uri="{FF2B5EF4-FFF2-40B4-BE49-F238E27FC236}">
                <a16:creationId xmlns:a16="http://schemas.microsoft.com/office/drawing/2014/main" id="{DC269AA0-8F3E-4DF6-9AA3-938A66E1DBC5}"/>
              </a:ext>
            </a:extLst>
          </p:cNvPr>
          <p:cNvSpPr>
            <a:spLocks/>
          </p:cNvSpPr>
          <p:nvPr/>
        </p:nvSpPr>
        <p:spPr bwMode="auto">
          <a:xfrm>
            <a:off x="2530475" y="6019800"/>
            <a:ext cx="6232525" cy="381000"/>
          </a:xfrm>
          <a:custGeom>
            <a:avLst/>
            <a:gdLst>
              <a:gd name="T0" fmla="*/ 0 w 2688"/>
              <a:gd name="T1" fmla="*/ 604837500 h 240"/>
              <a:gd name="T2" fmla="*/ 2147483646 w 2688"/>
              <a:gd name="T3" fmla="*/ 604837500 h 240"/>
              <a:gd name="T4" fmla="*/ 2147483646 w 2688"/>
              <a:gd name="T5" fmla="*/ 0 h 240"/>
              <a:gd name="T6" fmla="*/ 0 60000 65536"/>
              <a:gd name="T7" fmla="*/ 0 60000 65536"/>
              <a:gd name="T8" fmla="*/ 0 60000 65536"/>
              <a:gd name="T9" fmla="*/ 0 w 2688"/>
              <a:gd name="T10" fmla="*/ 0 h 240"/>
              <a:gd name="T11" fmla="*/ 2688 w 2688"/>
              <a:gd name="T12" fmla="*/ 240 h 2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88" h="240">
                <a:moveTo>
                  <a:pt x="0" y="240"/>
                </a:moveTo>
                <a:lnTo>
                  <a:pt x="2688" y="240"/>
                </a:lnTo>
                <a:lnTo>
                  <a:pt x="2688" y="0"/>
                </a:lnTo>
              </a:path>
            </a:pathLst>
          </a:cu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90136" name="Line 24">
            <a:extLst>
              <a:ext uri="{FF2B5EF4-FFF2-40B4-BE49-F238E27FC236}">
                <a16:creationId xmlns:a16="http://schemas.microsoft.com/office/drawing/2014/main" id="{846528B5-66C0-42BC-988D-B85FEBCBB18C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1981200"/>
            <a:ext cx="6858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90137" name="Line 25">
            <a:extLst>
              <a:ext uri="{FF2B5EF4-FFF2-40B4-BE49-F238E27FC236}">
                <a16:creationId xmlns:a16="http://schemas.microsoft.com/office/drawing/2014/main" id="{7F900839-2EE2-4B51-970C-ACFA009F3F25}"/>
              </a:ext>
            </a:extLst>
          </p:cNvPr>
          <p:cNvSpPr>
            <a:spLocks noChangeShapeType="1"/>
          </p:cNvSpPr>
          <p:nvPr/>
        </p:nvSpPr>
        <p:spPr bwMode="auto">
          <a:xfrm>
            <a:off x="5334000" y="1981200"/>
            <a:ext cx="6858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90138" name="Line 26">
            <a:extLst>
              <a:ext uri="{FF2B5EF4-FFF2-40B4-BE49-F238E27FC236}">
                <a16:creationId xmlns:a16="http://schemas.microsoft.com/office/drawing/2014/main" id="{E7C3B917-5653-41AE-9626-866750ACF9D3}"/>
              </a:ext>
            </a:extLst>
          </p:cNvPr>
          <p:cNvSpPr>
            <a:spLocks noChangeShapeType="1"/>
          </p:cNvSpPr>
          <p:nvPr/>
        </p:nvSpPr>
        <p:spPr bwMode="auto">
          <a:xfrm>
            <a:off x="5410200" y="4495800"/>
            <a:ext cx="6858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90139" name="Line 27">
            <a:extLst>
              <a:ext uri="{FF2B5EF4-FFF2-40B4-BE49-F238E27FC236}">
                <a16:creationId xmlns:a16="http://schemas.microsoft.com/office/drawing/2014/main" id="{710FE25E-2612-4BFF-88D9-6800BBAB5BBC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4495800"/>
            <a:ext cx="6858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30" name="矩形 29">
            <a:extLst>
              <a:ext uri="{FF2B5EF4-FFF2-40B4-BE49-F238E27FC236}">
                <a16:creationId xmlns:a16="http://schemas.microsoft.com/office/drawing/2014/main" id="{0DF69316-AB0E-4126-96A0-E6DEFF822C5B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90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90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6" dur="500"/>
                                        <p:tgtEl>
                                          <p:spTgt spid="90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" dur="500"/>
                                        <p:tgtEl>
                                          <p:spTgt spid="90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3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5" dur="500"/>
                                        <p:tgtEl>
                                          <p:spTgt spid="90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0" dur="500"/>
                                        <p:tgtEl>
                                          <p:spTgt spid="90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500"/>
                                        <p:tgtEl>
                                          <p:spTgt spid="90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" dur="500"/>
                                        <p:tgtEl>
                                          <p:spTgt spid="90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" dur="500"/>
                                        <p:tgtEl>
                                          <p:spTgt spid="90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" dur="500"/>
                                        <p:tgtEl>
                                          <p:spTgt spid="90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5" dur="500"/>
                                        <p:tgtEl>
                                          <p:spTgt spid="90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9" dur="500"/>
                                        <p:tgtEl>
                                          <p:spTgt spid="90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4" dur="500"/>
                                        <p:tgtEl>
                                          <p:spTgt spid="90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9" dur="500"/>
                                        <p:tgtEl>
                                          <p:spTgt spid="90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1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3" dur="500"/>
                                        <p:tgtEl>
                                          <p:spTgt spid="90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8" dur="500"/>
                                        <p:tgtEl>
                                          <p:spTgt spid="90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0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82" dur="500"/>
                                        <p:tgtEl>
                                          <p:spTgt spid="90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90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90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7" dur="500"/>
                                        <p:tgtEl>
                                          <p:spTgt spid="90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2" dur="500"/>
                                        <p:tgtEl>
                                          <p:spTgt spid="90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7" dur="500"/>
                                        <p:tgtEl>
                                          <p:spTgt spid="90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12" dur="500"/>
                                        <p:tgtEl>
                                          <p:spTgt spid="90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4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6" dur="500"/>
                                        <p:tgtEl>
                                          <p:spTgt spid="90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21" dur="500"/>
                                        <p:tgtEl>
                                          <p:spTgt spid="90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115" grpId="0" autoUpdateAnimBg="0"/>
      <p:bldP spid="90116" grpId="0" autoUpdateAnimBg="0"/>
      <p:bldP spid="90117" grpId="0" autoUpdateAnimBg="0"/>
      <p:bldP spid="90118" grpId="0" autoUpdateAnimBg="0"/>
      <p:bldP spid="90119" grpId="0" autoUpdateAnimBg="0"/>
      <p:bldP spid="90120" grpId="0" autoUpdateAnimBg="0"/>
      <p:bldP spid="90121" grpId="0" autoUpdateAnimBg="0"/>
      <p:bldP spid="90122" grpId="0" autoUpdateAnimBg="0"/>
      <p:bldP spid="90124" grpId="0" autoUpdateAnimBg="0"/>
      <p:bldP spid="90126" grpId="0" autoUpdateAnimBg="0"/>
      <p:bldP spid="90127" grpId="0" autoUpdateAnimBg="0"/>
      <p:bldP spid="90128" grpId="0" autoUpdateAnimBg="0"/>
      <p:bldP spid="90129" grpId="0" autoUpdateAnimBg="0"/>
      <p:bldP spid="90130" grpId="0" autoUpdateAnimBg="0"/>
      <p:bldP spid="90131" grpId="0" autoUpdateAnimBg="0"/>
      <p:bldP spid="90132" grpId="0" autoUpdateAnimBg="0"/>
      <p:bldP spid="90134" grpId="0" autoUpdateAnimBg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Text Box 2">
            <a:extLst>
              <a:ext uri="{FF2B5EF4-FFF2-40B4-BE49-F238E27FC236}">
                <a16:creationId xmlns:a16="http://schemas.microsoft.com/office/drawing/2014/main" id="{903DA2EC-641A-4157-816A-474B6624F7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725" y="501650"/>
            <a:ext cx="42830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(3)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新余数的获得</a:t>
            </a:r>
          </a:p>
        </p:txBody>
      </p:sp>
      <p:sp>
        <p:nvSpPr>
          <p:cNvPr id="91139" name="Text Box 3">
            <a:extLst>
              <a:ext uri="{FF2B5EF4-FFF2-40B4-BE49-F238E27FC236}">
                <a16:creationId xmlns:a16="http://schemas.microsoft.com/office/drawing/2014/main" id="{62622A0A-EE90-43F5-9902-684A425C0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843088"/>
            <a:ext cx="5638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加减交替</a:t>
            </a: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E5A6A13A-E395-4C53-8C48-F7A6CFE60E01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468563"/>
            <a:ext cx="7543800" cy="1581150"/>
            <a:chOff x="480" y="1555"/>
            <a:chExt cx="4752" cy="996"/>
          </a:xfrm>
        </p:grpSpPr>
        <p:grpSp>
          <p:nvGrpSpPr>
            <p:cNvPr id="94215" name="Group 6">
              <a:extLst>
                <a:ext uri="{FF2B5EF4-FFF2-40B4-BE49-F238E27FC236}">
                  <a16:creationId xmlns:a16="http://schemas.microsoft.com/office/drawing/2014/main" id="{2478121D-E31A-4564-B769-C7D04D566C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" y="1555"/>
              <a:ext cx="4752" cy="996"/>
              <a:chOff x="480" y="1555"/>
              <a:chExt cx="4752" cy="996"/>
            </a:xfrm>
          </p:grpSpPr>
          <p:sp>
            <p:nvSpPr>
              <p:cNvPr id="94218" name="Text Box 7">
                <a:extLst>
                  <a:ext uri="{FF2B5EF4-FFF2-40B4-BE49-F238E27FC236}">
                    <a16:creationId xmlns:a16="http://schemas.microsoft.com/office/drawing/2014/main" id="{F60DD561-FFDD-4D22-B2B0-B56F647E48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0" y="1555"/>
                <a:ext cx="104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000" b="1" i="1">
                    <a:latin typeface="Times New Roman" panose="02020603050405020304" pitchFamily="18" charset="0"/>
                  </a:rPr>
                  <a:t>R</a:t>
                </a:r>
                <a:r>
                  <a:rPr kumimoji="1" lang="en-US" altLang="zh-CN" sz="2400" b="1" i="1" baseline="-25000">
                    <a:latin typeface="Times New Roman" panose="02020603050405020304" pitchFamily="18" charset="0"/>
                  </a:rPr>
                  <a:t>i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latin typeface="Times New Roman" panose="02020603050405020304" pitchFamily="18" charset="0"/>
                  </a:rPr>
                  <a:t>补</a:t>
                </a:r>
                <a:r>
                  <a:rPr kumimoji="1" lang="zh-CN" altLang="en-US" sz="2400" b="1">
                    <a:latin typeface="Times New Roman" panose="02020603050405020304" pitchFamily="18" charset="0"/>
                  </a:rPr>
                  <a:t>和 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[</a:t>
                </a: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y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latin typeface="Times New Roman" panose="02020603050405020304" pitchFamily="18" charset="0"/>
                  </a:rPr>
                  <a:t>补</a:t>
                </a:r>
              </a:p>
            </p:txBody>
          </p:sp>
          <p:sp>
            <p:nvSpPr>
              <p:cNvPr id="94219" name="Text Box 8">
                <a:extLst>
                  <a:ext uri="{FF2B5EF4-FFF2-40B4-BE49-F238E27FC236}">
                    <a16:creationId xmlns:a16="http://schemas.microsoft.com/office/drawing/2014/main" id="{833B03C0-9081-4D35-BB75-05832CDAC0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73" y="1584"/>
                <a:ext cx="30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400" b="1">
                    <a:latin typeface="Times New Roman" panose="02020603050405020304" pitchFamily="18" charset="0"/>
                  </a:rPr>
                  <a:t>商</a:t>
                </a:r>
              </a:p>
            </p:txBody>
          </p:sp>
          <p:sp>
            <p:nvSpPr>
              <p:cNvPr id="94220" name="Text Box 9">
                <a:extLst>
                  <a:ext uri="{FF2B5EF4-FFF2-40B4-BE49-F238E27FC236}">
                    <a16:creationId xmlns:a16="http://schemas.microsoft.com/office/drawing/2014/main" id="{18B40936-1812-481D-8A5D-CFD8319A62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78" y="1584"/>
                <a:ext cx="69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400" b="1">
                    <a:latin typeface="Times New Roman" panose="02020603050405020304" pitchFamily="18" charset="0"/>
                  </a:rPr>
                  <a:t>新余数</a:t>
                </a:r>
              </a:p>
            </p:txBody>
          </p:sp>
          <p:sp>
            <p:nvSpPr>
              <p:cNvPr id="94221" name="Line 10">
                <a:extLst>
                  <a:ext uri="{FF2B5EF4-FFF2-40B4-BE49-F238E27FC236}">
                    <a16:creationId xmlns:a16="http://schemas.microsoft.com/office/drawing/2014/main" id="{08095661-4722-4AF7-BF9F-EFCC420571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0" y="1872"/>
                <a:ext cx="475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22" name="Line 11">
                <a:extLst>
                  <a:ext uri="{FF2B5EF4-FFF2-40B4-BE49-F238E27FC236}">
                    <a16:creationId xmlns:a16="http://schemas.microsoft.com/office/drawing/2014/main" id="{DA26B24B-B1AB-4598-A687-A5D58FA424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2" y="1584"/>
                <a:ext cx="0" cy="96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23" name="Line 12">
                <a:extLst>
                  <a:ext uri="{FF2B5EF4-FFF2-40B4-BE49-F238E27FC236}">
                    <a16:creationId xmlns:a16="http://schemas.microsoft.com/office/drawing/2014/main" id="{1E58F31E-8154-4732-94DB-DFBB69C6AF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584"/>
                <a:ext cx="0" cy="96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24" name="Text Box 13">
                <a:extLst>
                  <a:ext uri="{FF2B5EF4-FFF2-40B4-BE49-F238E27FC236}">
                    <a16:creationId xmlns:a16="http://schemas.microsoft.com/office/drawing/2014/main" id="{2F450EB4-7EDF-4268-A59E-2A425F56B2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94" y="1927"/>
                <a:ext cx="54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400" b="1">
                    <a:latin typeface="Times New Roman" panose="02020603050405020304" pitchFamily="18" charset="0"/>
                  </a:rPr>
                  <a:t>同 号</a:t>
                </a:r>
              </a:p>
            </p:txBody>
          </p:sp>
          <p:sp>
            <p:nvSpPr>
              <p:cNvPr id="94225" name="Text Box 14">
                <a:extLst>
                  <a:ext uri="{FF2B5EF4-FFF2-40B4-BE49-F238E27FC236}">
                    <a16:creationId xmlns:a16="http://schemas.microsoft.com/office/drawing/2014/main" id="{BCBB6D16-804E-4FAB-8CBB-157821E0E8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94" y="2263"/>
                <a:ext cx="54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zh-CN" altLang="en-US" sz="2400" b="1">
                    <a:latin typeface="Times New Roman" panose="02020603050405020304" pitchFamily="18" charset="0"/>
                  </a:rPr>
                  <a:t>异 号</a:t>
                </a:r>
              </a:p>
            </p:txBody>
          </p:sp>
          <p:sp>
            <p:nvSpPr>
              <p:cNvPr id="94226" name="Text Box 15">
                <a:extLst>
                  <a:ext uri="{FF2B5EF4-FFF2-40B4-BE49-F238E27FC236}">
                    <a16:creationId xmlns:a16="http://schemas.microsoft.com/office/drawing/2014/main" id="{CF1EE38E-DE62-4473-B251-6FCD25B279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14" y="1881"/>
                <a:ext cx="22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94227" name="Text Box 16">
                <a:extLst>
                  <a:ext uri="{FF2B5EF4-FFF2-40B4-BE49-F238E27FC236}">
                    <a16:creationId xmlns:a16="http://schemas.microsoft.com/office/drawing/2014/main" id="{61D5D98D-20EC-4C1D-8553-F08CF24F89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14" y="2217"/>
                <a:ext cx="22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94228" name="Text Box 17">
                <a:extLst>
                  <a:ext uri="{FF2B5EF4-FFF2-40B4-BE49-F238E27FC236}">
                    <a16:creationId xmlns:a16="http://schemas.microsoft.com/office/drawing/2014/main" id="{33B39375-EEB7-4531-96A6-D4789074BE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4" y="1913"/>
                <a:ext cx="118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2[</a:t>
                </a:r>
                <a:r>
                  <a:rPr kumimoji="1" lang="en-US" altLang="zh-CN" sz="2000" b="1" i="1">
                    <a:latin typeface="Times New Roman" panose="02020603050405020304" pitchFamily="18" charset="0"/>
                  </a:rPr>
                  <a:t>R</a:t>
                </a:r>
                <a:r>
                  <a:rPr kumimoji="1" lang="en-US" altLang="zh-CN" sz="2400" b="1" i="1" baseline="-25000">
                    <a:latin typeface="Times New Roman" panose="02020603050405020304" pitchFamily="18" charset="0"/>
                  </a:rPr>
                  <a:t>i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latin typeface="Times New Roman" panose="02020603050405020304" pitchFamily="18" charset="0"/>
                  </a:rPr>
                  <a:t>补 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+ [</a:t>
                </a:r>
                <a:r>
                  <a:rPr kumimoji="1" lang="en-US" altLang="zh-CN" sz="24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–</a:t>
                </a:r>
                <a:r>
                  <a:rPr kumimoji="1" lang="en-US" altLang="zh-CN" sz="2400" b="1" i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y</a:t>
                </a:r>
                <a:r>
                  <a:rPr kumimoji="1" lang="en-US" altLang="zh-CN" sz="24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latin typeface="Times New Roman" panose="02020603050405020304" pitchFamily="18" charset="0"/>
                  </a:rPr>
                  <a:t>补</a:t>
                </a:r>
              </a:p>
            </p:txBody>
          </p:sp>
          <p:sp>
            <p:nvSpPr>
              <p:cNvPr id="94229" name="Text Box 18">
                <a:extLst>
                  <a:ext uri="{FF2B5EF4-FFF2-40B4-BE49-F238E27FC236}">
                    <a16:creationId xmlns:a16="http://schemas.microsoft.com/office/drawing/2014/main" id="{D4DCCA25-D471-4055-B721-34D02F143A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4" y="2249"/>
                <a:ext cx="118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2[</a:t>
                </a:r>
                <a:r>
                  <a:rPr kumimoji="1" lang="en-US" altLang="zh-CN" sz="2000" b="1" i="1">
                    <a:latin typeface="Times New Roman" panose="02020603050405020304" pitchFamily="18" charset="0"/>
                  </a:rPr>
                  <a:t>R</a:t>
                </a:r>
                <a:r>
                  <a:rPr kumimoji="1" lang="en-US" altLang="zh-CN" sz="2400" b="1" i="1" baseline="-25000">
                    <a:latin typeface="Times New Roman" panose="02020603050405020304" pitchFamily="18" charset="0"/>
                  </a:rPr>
                  <a:t>i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latin typeface="Times New Roman" panose="02020603050405020304" pitchFamily="18" charset="0"/>
                  </a:rPr>
                  <a:t>补 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+ [ </a:t>
                </a:r>
                <a:r>
                  <a:rPr kumimoji="1" lang="en-US" altLang="zh-CN" sz="800" b="1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400" b="1" i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y</a:t>
                </a:r>
                <a:r>
                  <a:rPr kumimoji="1" lang="en-US" altLang="zh-CN" sz="1600" b="1" i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kumimoji="1" lang="en-US" altLang="zh-CN" sz="24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]</a:t>
                </a:r>
                <a:r>
                  <a:rPr kumimoji="1" lang="zh-CN" altLang="en-US" sz="2000" b="1" baseline="-25000">
                    <a:latin typeface="Times New Roman" panose="02020603050405020304" pitchFamily="18" charset="0"/>
                  </a:rPr>
                  <a:t>补</a:t>
                </a:r>
              </a:p>
            </p:txBody>
          </p:sp>
          <p:sp>
            <p:nvSpPr>
              <p:cNvPr id="94230" name="Line 19">
                <a:extLst>
                  <a:ext uri="{FF2B5EF4-FFF2-40B4-BE49-F238E27FC236}">
                    <a16:creationId xmlns:a16="http://schemas.microsoft.com/office/drawing/2014/main" id="{0DE59C99-BFD5-4A9F-891A-1FCC0FF893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0" y="1584"/>
                <a:ext cx="475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4231" name="Line 20">
                <a:extLst>
                  <a:ext uri="{FF2B5EF4-FFF2-40B4-BE49-F238E27FC236}">
                    <a16:creationId xmlns:a16="http://schemas.microsoft.com/office/drawing/2014/main" id="{99F02B6F-C1F3-4A3A-AD88-587F7687BE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0" y="2544"/>
                <a:ext cx="475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94216" name="Line 21">
              <a:extLst>
                <a:ext uri="{FF2B5EF4-FFF2-40B4-BE49-F238E27FC236}">
                  <a16:creationId xmlns:a16="http://schemas.microsoft.com/office/drawing/2014/main" id="{451DACE1-667F-4836-8AF3-B166E17E32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" y="1584"/>
              <a:ext cx="0" cy="96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4217" name="Line 22">
              <a:extLst>
                <a:ext uri="{FF2B5EF4-FFF2-40B4-BE49-F238E27FC236}">
                  <a16:creationId xmlns:a16="http://schemas.microsoft.com/office/drawing/2014/main" id="{188138C6-6E51-4ED9-9680-EC688E90C1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5" y="1584"/>
              <a:ext cx="0" cy="96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4" name="矩形 23">
            <a:extLst>
              <a:ext uri="{FF2B5EF4-FFF2-40B4-BE49-F238E27FC236}">
                <a16:creationId xmlns:a16="http://schemas.microsoft.com/office/drawing/2014/main" id="{0EF49867-D9C2-4566-B479-5D849D21F32D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91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139" grpId="0" autoUpdateAnimBg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Text Box 2">
            <a:extLst>
              <a:ext uri="{FF2B5EF4-FFF2-40B4-BE49-F238E27FC236}">
                <a16:creationId xmlns:a16="http://schemas.microsoft.com/office/drawing/2014/main" id="{96E059E9-0237-4331-8D71-06505D81A1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557" y="185519"/>
            <a:ext cx="1609736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 dirty="0">
                <a:latin typeface="Times New Roman" panose="02020603050405020304" pitchFamily="18" charset="0"/>
              </a:rPr>
              <a:t>例</a:t>
            </a:r>
            <a:r>
              <a:rPr kumimoji="1" lang="en-US" altLang="zh-CN" sz="3600" b="1" dirty="0">
                <a:latin typeface="Times New Roman" panose="02020603050405020304" pitchFamily="18" charset="0"/>
              </a:rPr>
              <a:t>2.4-3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7D1BDBA7-4246-4325-BCFD-6F2B4D563C75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295275"/>
            <a:ext cx="4392613" cy="958850"/>
            <a:chOff x="1382" y="186"/>
            <a:chExt cx="2767" cy="604"/>
          </a:xfrm>
        </p:grpSpPr>
        <p:sp>
          <p:nvSpPr>
            <p:cNvPr id="95329" name="Text Box 4">
              <a:extLst>
                <a:ext uri="{FF2B5EF4-FFF2-40B4-BE49-F238E27FC236}">
                  <a16:creationId xmlns:a16="http://schemas.microsoft.com/office/drawing/2014/main" id="{BAD90F4D-2C0B-4007-8229-204F488FF6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2" y="186"/>
              <a:ext cx="2767" cy="5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设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= 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0.1011   </a:t>
              </a:r>
              <a:r>
                <a:rPr kumimoji="1" lang="en-US" altLang="zh-CN" sz="2800" b="1" i="1"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 = 0.1101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求          并还原成真值</a:t>
              </a:r>
            </a:p>
          </p:txBody>
        </p:sp>
        <p:grpSp>
          <p:nvGrpSpPr>
            <p:cNvPr id="95330" name="Group 5">
              <a:extLst>
                <a:ext uri="{FF2B5EF4-FFF2-40B4-BE49-F238E27FC236}">
                  <a16:creationId xmlns:a16="http://schemas.microsoft.com/office/drawing/2014/main" id="{5ABD09AD-B8D2-4904-B014-B20D43D68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13" y="336"/>
              <a:ext cx="619" cy="454"/>
              <a:chOff x="1085" y="1898"/>
              <a:chExt cx="619" cy="454"/>
            </a:xfrm>
          </p:grpSpPr>
          <p:sp>
            <p:nvSpPr>
              <p:cNvPr id="95331" name="Text Box 6">
                <a:extLst>
                  <a:ext uri="{FF2B5EF4-FFF2-40B4-BE49-F238E27FC236}">
                    <a16:creationId xmlns:a16="http://schemas.microsoft.com/office/drawing/2014/main" id="{1015867F-ADC6-4257-97AF-F9C584DB30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85" y="1988"/>
                <a:ext cx="619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latin typeface="Times New Roman" panose="02020603050405020304" pitchFamily="18" charset="0"/>
                  </a:rPr>
                  <a:t>[    ]</a:t>
                </a:r>
                <a:r>
                  <a:rPr kumimoji="1" lang="zh-CN" altLang="en-US" sz="2400" b="1" baseline="-25000">
                    <a:latin typeface="Times New Roman" panose="02020603050405020304" pitchFamily="18" charset="0"/>
                  </a:rPr>
                  <a:t>补</a:t>
                </a:r>
                <a:endParaRPr kumimoji="1" lang="zh-CN" altLang="en-US" sz="2400" b="1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95332" name="Group 7">
                <a:extLst>
                  <a:ext uri="{FF2B5EF4-FFF2-40B4-BE49-F238E27FC236}">
                    <a16:creationId xmlns:a16="http://schemas.microsoft.com/office/drawing/2014/main" id="{639182E1-0DBD-4C04-AB4F-18E0BE39D1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19" y="1898"/>
                <a:ext cx="212" cy="454"/>
                <a:chOff x="1056" y="1728"/>
                <a:chExt cx="212" cy="454"/>
              </a:xfrm>
            </p:grpSpPr>
            <p:sp>
              <p:nvSpPr>
                <p:cNvPr id="95333" name="Text Box 8">
                  <a:extLst>
                    <a:ext uri="{FF2B5EF4-FFF2-40B4-BE49-F238E27FC236}">
                      <a16:creationId xmlns:a16="http://schemas.microsoft.com/office/drawing/2014/main" id="{C8D14AAD-4403-44E6-ACDA-B3979AB3DB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56" y="1728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400" b="1" i="1">
                      <a:latin typeface="Times New Roman" panose="02020603050405020304" pitchFamily="18" charset="0"/>
                    </a:rPr>
                    <a:t>x</a:t>
                  </a:r>
                </a:p>
              </p:txBody>
            </p:sp>
            <p:sp>
              <p:nvSpPr>
                <p:cNvPr id="95334" name="Text Box 9">
                  <a:extLst>
                    <a:ext uri="{FF2B5EF4-FFF2-40B4-BE49-F238E27FC236}">
                      <a16:creationId xmlns:a16="http://schemas.microsoft.com/office/drawing/2014/main" id="{8FE6B1F3-BE8C-47FD-B859-31DE6946FBC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56" y="1894"/>
                  <a:ext cx="201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400" b="1" i="1">
                      <a:latin typeface="Times New Roman" panose="02020603050405020304" pitchFamily="18" charset="0"/>
                    </a:rPr>
                    <a:t>y</a:t>
                  </a:r>
                </a:p>
              </p:txBody>
            </p:sp>
            <p:sp>
              <p:nvSpPr>
                <p:cNvPr id="95335" name="Line 10">
                  <a:extLst>
                    <a:ext uri="{FF2B5EF4-FFF2-40B4-BE49-F238E27FC236}">
                      <a16:creationId xmlns:a16="http://schemas.microsoft.com/office/drawing/2014/main" id="{50E70015-0417-40AA-835A-34D26FA5D8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70" y="1990"/>
                  <a:ext cx="190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92171" name="Text Box 11">
            <a:extLst>
              <a:ext uri="{FF2B5EF4-FFF2-40B4-BE49-F238E27FC236}">
                <a16:creationId xmlns:a16="http://schemas.microsoft.com/office/drawing/2014/main" id="{1C8F45A3-C38F-4FEC-A4FD-CE5CF22AE0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1263650"/>
            <a:ext cx="898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解：</a:t>
            </a:r>
          </a:p>
        </p:txBody>
      </p:sp>
      <p:sp>
        <p:nvSpPr>
          <p:cNvPr id="92172" name="Text Box 12">
            <a:extLst>
              <a:ext uri="{FF2B5EF4-FFF2-40B4-BE49-F238E27FC236}">
                <a16:creationId xmlns:a16="http://schemas.microsoft.com/office/drawing/2014/main" id="{EFEBA298-4C57-4A65-87EA-ADEC8A7FDD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125" y="1263650"/>
            <a:ext cx="705961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1.0101     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0.1101    [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1.0011</a:t>
            </a:r>
          </a:p>
        </p:txBody>
      </p:sp>
      <p:sp>
        <p:nvSpPr>
          <p:cNvPr id="92173" name="Text Box 13">
            <a:extLst>
              <a:ext uri="{FF2B5EF4-FFF2-40B4-BE49-F238E27FC236}">
                <a16:creationId xmlns:a16="http://schemas.microsoft.com/office/drawing/2014/main" id="{94F22A90-8D3C-42F5-8F53-D1192B58C2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0150" y="187007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1 . 0 1 0 1</a:t>
            </a:r>
          </a:p>
        </p:txBody>
      </p:sp>
      <p:sp>
        <p:nvSpPr>
          <p:cNvPr id="92174" name="Text Box 14">
            <a:extLst>
              <a:ext uri="{FF2B5EF4-FFF2-40B4-BE49-F238E27FC236}">
                <a16:creationId xmlns:a16="http://schemas.microsoft.com/office/drawing/2014/main" id="{DEE59045-FC05-441E-BA59-8F33CDA6E5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0150" y="226377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0 . 1 1 0 1</a:t>
            </a:r>
          </a:p>
        </p:txBody>
      </p:sp>
      <p:sp>
        <p:nvSpPr>
          <p:cNvPr id="92175" name="Text Box 15">
            <a:extLst>
              <a:ext uri="{FF2B5EF4-FFF2-40B4-BE49-F238E27FC236}">
                <a16:creationId xmlns:a16="http://schemas.microsoft.com/office/drawing/2014/main" id="{80165851-DDBB-48DE-A95A-5F3FEC8B14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0150" y="3376613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1 . 0 0 1 1</a:t>
            </a:r>
          </a:p>
        </p:txBody>
      </p:sp>
      <p:sp>
        <p:nvSpPr>
          <p:cNvPr id="92176" name="Text Box 16">
            <a:extLst>
              <a:ext uri="{FF2B5EF4-FFF2-40B4-BE49-F238E27FC236}">
                <a16:creationId xmlns:a16="http://schemas.microsoft.com/office/drawing/2014/main" id="{F3839E74-71FB-4D1A-A2BC-C3A5C5A529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0150" y="4491038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0 . 1 1 0 1</a:t>
            </a:r>
          </a:p>
        </p:txBody>
      </p:sp>
      <p:sp>
        <p:nvSpPr>
          <p:cNvPr id="92177" name="Text Box 17">
            <a:extLst>
              <a:ext uri="{FF2B5EF4-FFF2-40B4-BE49-F238E27FC236}">
                <a16:creationId xmlns:a16="http://schemas.microsoft.com/office/drawing/2014/main" id="{D0FF903E-7E5D-4CAF-88D4-49CA400A0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0150" y="560387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0 . 1 1 0 1</a:t>
            </a:r>
          </a:p>
        </p:txBody>
      </p:sp>
      <p:sp>
        <p:nvSpPr>
          <p:cNvPr id="92178" name="Freeform 18">
            <a:extLst>
              <a:ext uri="{FF2B5EF4-FFF2-40B4-BE49-F238E27FC236}">
                <a16:creationId xmlns:a16="http://schemas.microsoft.com/office/drawing/2014/main" id="{52097ED9-B436-4A8D-A53C-EE95E19B5D88}"/>
              </a:ext>
            </a:extLst>
          </p:cNvPr>
          <p:cNvSpPr>
            <a:spLocks/>
          </p:cNvSpPr>
          <p:nvPr/>
        </p:nvSpPr>
        <p:spPr bwMode="auto">
          <a:xfrm>
            <a:off x="987425" y="2655888"/>
            <a:ext cx="5260975" cy="1587"/>
          </a:xfrm>
          <a:custGeom>
            <a:avLst/>
            <a:gdLst>
              <a:gd name="T0" fmla="*/ 0 w 3314"/>
              <a:gd name="T1" fmla="*/ 0 h 1"/>
              <a:gd name="T2" fmla="*/ 2147483646 w 3314"/>
              <a:gd name="T3" fmla="*/ 2518569 h 1"/>
              <a:gd name="T4" fmla="*/ 0 60000 65536"/>
              <a:gd name="T5" fmla="*/ 0 60000 65536"/>
              <a:gd name="T6" fmla="*/ 0 w 3314"/>
              <a:gd name="T7" fmla="*/ 0 h 1"/>
              <a:gd name="T8" fmla="*/ 3314 w 3314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314" h="1">
                <a:moveTo>
                  <a:pt x="0" y="0"/>
                </a:moveTo>
                <a:lnTo>
                  <a:pt x="3314" y="1"/>
                </a:lnTo>
              </a:path>
            </a:pathLst>
          </a:cu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92179" name="Freeform 19">
            <a:extLst>
              <a:ext uri="{FF2B5EF4-FFF2-40B4-BE49-F238E27FC236}">
                <a16:creationId xmlns:a16="http://schemas.microsoft.com/office/drawing/2014/main" id="{CFC52B81-2560-4172-BFF7-9C3311F960D3}"/>
              </a:ext>
            </a:extLst>
          </p:cNvPr>
          <p:cNvSpPr>
            <a:spLocks/>
          </p:cNvSpPr>
          <p:nvPr/>
        </p:nvSpPr>
        <p:spPr bwMode="auto">
          <a:xfrm>
            <a:off x="987425" y="3770313"/>
            <a:ext cx="5260975" cy="1587"/>
          </a:xfrm>
          <a:custGeom>
            <a:avLst/>
            <a:gdLst>
              <a:gd name="T0" fmla="*/ 0 w 3314"/>
              <a:gd name="T1" fmla="*/ 0 h 1"/>
              <a:gd name="T2" fmla="*/ 2147483646 w 3314"/>
              <a:gd name="T3" fmla="*/ 2518569 h 1"/>
              <a:gd name="T4" fmla="*/ 0 60000 65536"/>
              <a:gd name="T5" fmla="*/ 0 60000 65536"/>
              <a:gd name="T6" fmla="*/ 0 w 3314"/>
              <a:gd name="T7" fmla="*/ 0 h 1"/>
              <a:gd name="T8" fmla="*/ 3314 w 3314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314" h="1">
                <a:moveTo>
                  <a:pt x="0" y="0"/>
                </a:moveTo>
                <a:lnTo>
                  <a:pt x="3314" y="1"/>
                </a:lnTo>
              </a:path>
            </a:pathLst>
          </a:cu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92180" name="Freeform 20">
            <a:extLst>
              <a:ext uri="{FF2B5EF4-FFF2-40B4-BE49-F238E27FC236}">
                <a16:creationId xmlns:a16="http://schemas.microsoft.com/office/drawing/2014/main" id="{D0BFFAD3-20B0-43B5-A79F-F369E2100520}"/>
              </a:ext>
            </a:extLst>
          </p:cNvPr>
          <p:cNvSpPr>
            <a:spLocks/>
          </p:cNvSpPr>
          <p:nvPr/>
        </p:nvSpPr>
        <p:spPr bwMode="auto">
          <a:xfrm>
            <a:off x="987425" y="4883150"/>
            <a:ext cx="5260975" cy="3175"/>
          </a:xfrm>
          <a:custGeom>
            <a:avLst/>
            <a:gdLst>
              <a:gd name="T0" fmla="*/ 0 w 3314"/>
              <a:gd name="T1" fmla="*/ 0 h 2"/>
              <a:gd name="T2" fmla="*/ 2147483646 w 3314"/>
              <a:gd name="T3" fmla="*/ 5040313 h 2"/>
              <a:gd name="T4" fmla="*/ 0 60000 65536"/>
              <a:gd name="T5" fmla="*/ 0 60000 65536"/>
              <a:gd name="T6" fmla="*/ 0 w 3314"/>
              <a:gd name="T7" fmla="*/ 0 h 2"/>
              <a:gd name="T8" fmla="*/ 3314 w 3314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314" h="2">
                <a:moveTo>
                  <a:pt x="0" y="0"/>
                </a:moveTo>
                <a:lnTo>
                  <a:pt x="3314" y="2"/>
                </a:lnTo>
              </a:path>
            </a:pathLst>
          </a:cu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92181" name="Freeform 21">
            <a:extLst>
              <a:ext uri="{FF2B5EF4-FFF2-40B4-BE49-F238E27FC236}">
                <a16:creationId xmlns:a16="http://schemas.microsoft.com/office/drawing/2014/main" id="{3598C6FF-1F79-4A6B-A9A7-3F5EB4A10A7E}"/>
              </a:ext>
            </a:extLst>
          </p:cNvPr>
          <p:cNvSpPr>
            <a:spLocks/>
          </p:cNvSpPr>
          <p:nvPr/>
        </p:nvSpPr>
        <p:spPr bwMode="auto">
          <a:xfrm>
            <a:off x="987425" y="5997575"/>
            <a:ext cx="5260975" cy="3175"/>
          </a:xfrm>
          <a:custGeom>
            <a:avLst/>
            <a:gdLst>
              <a:gd name="T0" fmla="*/ 0 w 3314"/>
              <a:gd name="T1" fmla="*/ 0 h 2"/>
              <a:gd name="T2" fmla="*/ 2147483646 w 3314"/>
              <a:gd name="T3" fmla="*/ 5040313 h 2"/>
              <a:gd name="T4" fmla="*/ 0 60000 65536"/>
              <a:gd name="T5" fmla="*/ 0 60000 65536"/>
              <a:gd name="T6" fmla="*/ 0 w 3314"/>
              <a:gd name="T7" fmla="*/ 0 h 2"/>
              <a:gd name="T8" fmla="*/ 3314 w 3314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314" h="2">
                <a:moveTo>
                  <a:pt x="0" y="0"/>
                </a:moveTo>
                <a:lnTo>
                  <a:pt x="3314" y="2"/>
                </a:lnTo>
              </a:path>
            </a:pathLst>
          </a:cu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92182" name="Text Box 22">
            <a:extLst>
              <a:ext uri="{FF2B5EF4-FFF2-40B4-BE49-F238E27FC236}">
                <a16:creationId xmlns:a16="http://schemas.microsoft.com/office/drawing/2014/main" id="{20AB18CA-9E6A-4D98-B3E8-7AD89844E5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225" y="187007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0 . 0 0 0 0</a:t>
            </a:r>
          </a:p>
        </p:txBody>
      </p:sp>
      <p:sp>
        <p:nvSpPr>
          <p:cNvPr id="92183" name="Text Box 23">
            <a:extLst>
              <a:ext uri="{FF2B5EF4-FFF2-40B4-BE49-F238E27FC236}">
                <a16:creationId xmlns:a16="http://schemas.microsoft.com/office/drawing/2014/main" id="{4A9FB68E-AA1F-4F3F-8E54-2888E17678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2286000"/>
            <a:ext cx="16002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异号做加法</a:t>
            </a:r>
          </a:p>
        </p:txBody>
      </p:sp>
      <p:sp>
        <p:nvSpPr>
          <p:cNvPr id="92184" name="Text Box 24">
            <a:extLst>
              <a:ext uri="{FF2B5EF4-FFF2-40B4-BE49-F238E27FC236}">
                <a16:creationId xmlns:a16="http://schemas.microsoft.com/office/drawing/2014/main" id="{C6E8D2B6-48DE-4449-8269-444B1488BA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263207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92185" name="Text Box 25">
            <a:extLst>
              <a:ext uri="{FF2B5EF4-FFF2-40B4-BE49-F238E27FC236}">
                <a16:creationId xmlns:a16="http://schemas.microsoft.com/office/drawing/2014/main" id="{390EFC3D-8368-4484-A613-BB7536C446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0150" y="2592388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0 . 0 0 1 0</a:t>
            </a:r>
          </a:p>
        </p:txBody>
      </p:sp>
      <p:sp>
        <p:nvSpPr>
          <p:cNvPr id="92186" name="Text Box 26">
            <a:extLst>
              <a:ext uri="{FF2B5EF4-FFF2-40B4-BE49-F238E27FC236}">
                <a16:creationId xmlns:a16="http://schemas.microsoft.com/office/drawing/2014/main" id="{EC50DD51-2666-4E82-AC06-3FADD44DB5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2651125"/>
            <a:ext cx="13319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同号上“</a:t>
            </a:r>
            <a:r>
              <a:rPr kumimoji="1" lang="en-US" altLang="zh-CN" sz="2000" b="1">
                <a:latin typeface="Times New Roman" panose="02020603050405020304" pitchFamily="18" charset="0"/>
              </a:rPr>
              <a:t>1”</a:t>
            </a:r>
          </a:p>
        </p:txBody>
      </p:sp>
      <p:grpSp>
        <p:nvGrpSpPr>
          <p:cNvPr id="6" name="Group 27">
            <a:extLst>
              <a:ext uri="{FF2B5EF4-FFF2-40B4-BE49-F238E27FC236}">
                <a16:creationId xmlns:a16="http://schemas.microsoft.com/office/drawing/2014/main" id="{F8A4F32A-6160-4F7A-A924-6190C51AFB88}"/>
              </a:ext>
            </a:extLst>
          </p:cNvPr>
          <p:cNvGrpSpPr>
            <a:grpSpLocks/>
          </p:cNvGrpSpPr>
          <p:nvPr/>
        </p:nvGrpSpPr>
        <p:grpSpPr bwMode="auto">
          <a:xfrm>
            <a:off x="1200150" y="3705225"/>
            <a:ext cx="2867025" cy="457200"/>
            <a:chOff x="756" y="2334"/>
            <a:chExt cx="1806" cy="288"/>
          </a:xfrm>
        </p:grpSpPr>
        <p:sp>
          <p:nvSpPr>
            <p:cNvPr id="95327" name="Text Box 28">
              <a:extLst>
                <a:ext uri="{FF2B5EF4-FFF2-40B4-BE49-F238E27FC236}">
                  <a16:creationId xmlns:a16="http://schemas.microsoft.com/office/drawing/2014/main" id="{74444E66-783D-413C-B87E-123BBDCA2D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" y="2334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1 . 0 1 1 1</a:t>
              </a:r>
            </a:p>
          </p:txBody>
        </p:sp>
        <p:sp>
          <p:nvSpPr>
            <p:cNvPr id="95328" name="Text Box 29">
              <a:extLst>
                <a:ext uri="{FF2B5EF4-FFF2-40B4-BE49-F238E27FC236}">
                  <a16:creationId xmlns:a16="http://schemas.microsoft.com/office/drawing/2014/main" id="{C9A01BD2-E06B-4163-A66D-7294D9EA30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2" y="2334"/>
              <a:ext cx="26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</a:t>
              </a:r>
            </a:p>
          </p:txBody>
        </p:sp>
      </p:grpSp>
      <p:sp>
        <p:nvSpPr>
          <p:cNvPr id="92190" name="Text Box 30">
            <a:extLst>
              <a:ext uri="{FF2B5EF4-FFF2-40B4-BE49-F238E27FC236}">
                <a16:creationId xmlns:a16="http://schemas.microsoft.com/office/drawing/2014/main" id="{F8B727FA-1188-48F8-8FB3-390C420585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3771900"/>
            <a:ext cx="1327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异号上“</a:t>
            </a:r>
            <a:r>
              <a:rPr kumimoji="1" lang="en-US" altLang="zh-CN" sz="2000" b="1">
                <a:latin typeface="Times New Roman" panose="02020603050405020304" pitchFamily="18" charset="0"/>
              </a:rPr>
              <a:t>0”</a:t>
            </a:r>
          </a:p>
        </p:txBody>
      </p:sp>
      <p:sp>
        <p:nvSpPr>
          <p:cNvPr id="92191" name="Text Box 31">
            <a:extLst>
              <a:ext uri="{FF2B5EF4-FFF2-40B4-BE49-F238E27FC236}">
                <a16:creationId xmlns:a16="http://schemas.microsoft.com/office/drawing/2014/main" id="{E3A9FC40-4DCA-46A7-A146-C34B23C2F2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4479925"/>
            <a:ext cx="774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latin typeface="Times New Roman" panose="02020603050405020304" pitchFamily="18" charset="0"/>
              </a:rPr>
              <a:t>+[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0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</a:p>
        </p:txBody>
      </p:sp>
      <p:grpSp>
        <p:nvGrpSpPr>
          <p:cNvPr id="7" name="Group 32">
            <a:extLst>
              <a:ext uri="{FF2B5EF4-FFF2-40B4-BE49-F238E27FC236}">
                <a16:creationId xmlns:a16="http://schemas.microsoft.com/office/drawing/2014/main" id="{63CC3872-4C70-4187-86CF-F08643EDB165}"/>
              </a:ext>
            </a:extLst>
          </p:cNvPr>
          <p:cNvGrpSpPr>
            <a:grpSpLocks/>
          </p:cNvGrpSpPr>
          <p:nvPr/>
        </p:nvGrpSpPr>
        <p:grpSpPr bwMode="auto">
          <a:xfrm>
            <a:off x="1200150" y="4819650"/>
            <a:ext cx="2867025" cy="479425"/>
            <a:chOff x="756" y="3036"/>
            <a:chExt cx="1806" cy="302"/>
          </a:xfrm>
        </p:grpSpPr>
        <p:sp>
          <p:nvSpPr>
            <p:cNvPr id="95325" name="Text Box 33">
              <a:extLst>
                <a:ext uri="{FF2B5EF4-FFF2-40B4-BE49-F238E27FC236}">
                  <a16:creationId xmlns:a16="http://schemas.microsoft.com/office/drawing/2014/main" id="{4ECB53A0-8842-41A2-9ED5-C7CFDB723E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" y="3036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1 . 1 0 1 1</a:t>
              </a:r>
            </a:p>
          </p:txBody>
        </p:sp>
        <p:sp>
          <p:nvSpPr>
            <p:cNvPr id="95326" name="Text Box 34">
              <a:extLst>
                <a:ext uri="{FF2B5EF4-FFF2-40B4-BE49-F238E27FC236}">
                  <a16:creationId xmlns:a16="http://schemas.microsoft.com/office/drawing/2014/main" id="{CBF2A820-1238-4066-B6DA-34E41E8F9D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8" y="3050"/>
              <a:ext cx="40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1 0 </a:t>
              </a:r>
            </a:p>
          </p:txBody>
        </p:sp>
      </p:grpSp>
      <p:sp>
        <p:nvSpPr>
          <p:cNvPr id="92195" name="Text Box 35">
            <a:extLst>
              <a:ext uri="{FF2B5EF4-FFF2-40B4-BE49-F238E27FC236}">
                <a16:creationId xmlns:a16="http://schemas.microsoft.com/office/drawing/2014/main" id="{07243769-D40C-49F6-9203-CCB521608D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4876800"/>
            <a:ext cx="1327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异号上“</a:t>
            </a:r>
            <a:r>
              <a:rPr kumimoji="1" lang="en-US" altLang="zh-CN" sz="2000" b="1">
                <a:latin typeface="Times New Roman" panose="02020603050405020304" pitchFamily="18" charset="0"/>
              </a:rPr>
              <a:t>0”</a:t>
            </a:r>
          </a:p>
        </p:txBody>
      </p:sp>
      <p:sp>
        <p:nvSpPr>
          <p:cNvPr id="92196" name="Text Box 36">
            <a:extLst>
              <a:ext uri="{FF2B5EF4-FFF2-40B4-BE49-F238E27FC236}">
                <a16:creationId xmlns:a16="http://schemas.microsoft.com/office/drawing/2014/main" id="{447D53BB-6945-4D41-A341-1DB9E457E4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5586413"/>
            <a:ext cx="774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latin typeface="Times New Roman" panose="02020603050405020304" pitchFamily="18" charset="0"/>
              </a:rPr>
              <a:t>+[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0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</a:p>
        </p:txBody>
      </p:sp>
      <p:grpSp>
        <p:nvGrpSpPr>
          <p:cNvPr id="8" name="Group 37">
            <a:extLst>
              <a:ext uri="{FF2B5EF4-FFF2-40B4-BE49-F238E27FC236}">
                <a16:creationId xmlns:a16="http://schemas.microsoft.com/office/drawing/2014/main" id="{F839E155-F0F9-4128-9946-8B80C182FD24}"/>
              </a:ext>
            </a:extLst>
          </p:cNvPr>
          <p:cNvGrpSpPr>
            <a:grpSpLocks/>
          </p:cNvGrpSpPr>
          <p:nvPr/>
        </p:nvGrpSpPr>
        <p:grpSpPr bwMode="auto">
          <a:xfrm>
            <a:off x="1200150" y="5932488"/>
            <a:ext cx="2790825" cy="457200"/>
            <a:chOff x="756" y="3737"/>
            <a:chExt cx="1758" cy="288"/>
          </a:xfrm>
        </p:grpSpPr>
        <p:sp>
          <p:nvSpPr>
            <p:cNvPr id="95323" name="Text Box 38">
              <a:extLst>
                <a:ext uri="{FF2B5EF4-FFF2-40B4-BE49-F238E27FC236}">
                  <a16:creationId xmlns:a16="http://schemas.microsoft.com/office/drawing/2014/main" id="{C493D5E9-4552-45D4-9D32-7F028F6991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" y="3737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0 . 0 0 1 1</a:t>
              </a:r>
            </a:p>
          </p:txBody>
        </p:sp>
        <p:sp>
          <p:nvSpPr>
            <p:cNvPr id="95324" name="Text Box 39">
              <a:extLst>
                <a:ext uri="{FF2B5EF4-FFF2-40B4-BE49-F238E27FC236}">
                  <a16:creationId xmlns:a16="http://schemas.microsoft.com/office/drawing/2014/main" id="{DAD7E8C0-AE46-4251-9F02-52D6A86400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4" y="3737"/>
              <a:ext cx="50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1 0 0</a:t>
              </a:r>
            </a:p>
          </p:txBody>
        </p:sp>
      </p:grpSp>
      <p:sp>
        <p:nvSpPr>
          <p:cNvPr id="92200" name="Text Box 40">
            <a:extLst>
              <a:ext uri="{FF2B5EF4-FFF2-40B4-BE49-F238E27FC236}">
                <a16:creationId xmlns:a16="http://schemas.microsoft.com/office/drawing/2014/main" id="{65646C46-55B5-40E0-B308-0AE67D5BA6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6003925"/>
            <a:ext cx="1327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同号上“</a:t>
            </a:r>
            <a:r>
              <a:rPr kumimoji="1" lang="en-US" altLang="zh-CN" sz="2000" b="1">
                <a:latin typeface="Times New Roman" panose="02020603050405020304" pitchFamily="18" charset="0"/>
              </a:rPr>
              <a:t>1”</a:t>
            </a:r>
          </a:p>
        </p:txBody>
      </p:sp>
      <p:grpSp>
        <p:nvGrpSpPr>
          <p:cNvPr id="9" name="Group 41">
            <a:extLst>
              <a:ext uri="{FF2B5EF4-FFF2-40B4-BE49-F238E27FC236}">
                <a16:creationId xmlns:a16="http://schemas.microsoft.com/office/drawing/2014/main" id="{5975FAAA-2751-4735-8DED-1F18CB63F9EF}"/>
              </a:ext>
            </a:extLst>
          </p:cNvPr>
          <p:cNvGrpSpPr>
            <a:grpSpLocks/>
          </p:cNvGrpSpPr>
          <p:nvPr/>
        </p:nvGrpSpPr>
        <p:grpSpPr bwMode="auto">
          <a:xfrm>
            <a:off x="1200150" y="2984500"/>
            <a:ext cx="4152900" cy="520700"/>
            <a:chOff x="756" y="1880"/>
            <a:chExt cx="2616" cy="328"/>
          </a:xfrm>
        </p:grpSpPr>
        <p:sp>
          <p:nvSpPr>
            <p:cNvPr id="95319" name="Text Box 42">
              <a:extLst>
                <a:ext uri="{FF2B5EF4-FFF2-40B4-BE49-F238E27FC236}">
                  <a16:creationId xmlns:a16="http://schemas.microsoft.com/office/drawing/2014/main" id="{3C1075EE-8152-4ADF-9A5B-69D33C33C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" y="1880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0 . 0 1 0 0</a:t>
              </a:r>
            </a:p>
          </p:txBody>
        </p:sp>
        <p:sp>
          <p:nvSpPr>
            <p:cNvPr id="95320" name="Text Box 43">
              <a:extLst>
                <a:ext uri="{FF2B5EF4-FFF2-40B4-BE49-F238E27FC236}">
                  <a16:creationId xmlns:a16="http://schemas.microsoft.com/office/drawing/2014/main" id="{91DC5503-AC54-4329-9501-5353F8DC3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2" y="1898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95321" name="Line 44">
              <a:extLst>
                <a:ext uri="{FF2B5EF4-FFF2-40B4-BE49-F238E27FC236}">
                  <a16:creationId xmlns:a16="http://schemas.microsoft.com/office/drawing/2014/main" id="{43A62F9D-756F-4C97-9D85-A25584A9AE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76" y="2064"/>
              <a:ext cx="230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5322" name="Text Box 45">
              <a:extLst>
                <a:ext uri="{FF2B5EF4-FFF2-40B4-BE49-F238E27FC236}">
                  <a16:creationId xmlns:a16="http://schemas.microsoft.com/office/drawing/2014/main" id="{D89D14B5-DF35-43A4-9FAA-99EB6CA398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0" y="1920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10" name="Group 46">
            <a:extLst>
              <a:ext uri="{FF2B5EF4-FFF2-40B4-BE49-F238E27FC236}">
                <a16:creationId xmlns:a16="http://schemas.microsoft.com/office/drawing/2014/main" id="{D59E6062-3382-464E-BC80-75EC0E215373}"/>
              </a:ext>
            </a:extLst>
          </p:cNvPr>
          <p:cNvGrpSpPr>
            <a:grpSpLocks/>
          </p:cNvGrpSpPr>
          <p:nvPr/>
        </p:nvGrpSpPr>
        <p:grpSpPr bwMode="auto">
          <a:xfrm>
            <a:off x="1200150" y="4097338"/>
            <a:ext cx="4165600" cy="474662"/>
            <a:chOff x="756" y="2581"/>
            <a:chExt cx="2624" cy="299"/>
          </a:xfrm>
        </p:grpSpPr>
        <p:sp>
          <p:nvSpPr>
            <p:cNvPr id="95315" name="Text Box 47">
              <a:extLst>
                <a:ext uri="{FF2B5EF4-FFF2-40B4-BE49-F238E27FC236}">
                  <a16:creationId xmlns:a16="http://schemas.microsoft.com/office/drawing/2014/main" id="{C1989E0B-02A6-42D4-931F-4686FDDD4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" y="2581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0 . 1 1 1 0</a:t>
              </a:r>
            </a:p>
          </p:txBody>
        </p:sp>
        <p:sp>
          <p:nvSpPr>
            <p:cNvPr id="95316" name="Text Box 48">
              <a:extLst>
                <a:ext uri="{FF2B5EF4-FFF2-40B4-BE49-F238E27FC236}">
                  <a16:creationId xmlns:a16="http://schemas.microsoft.com/office/drawing/2014/main" id="{C198CF2E-EDF2-436E-87DA-FB418EE747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8" y="2581"/>
              <a:ext cx="35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1 0</a:t>
              </a:r>
            </a:p>
          </p:txBody>
        </p:sp>
        <p:sp>
          <p:nvSpPr>
            <p:cNvPr id="95317" name="Line 49">
              <a:extLst>
                <a:ext uri="{FF2B5EF4-FFF2-40B4-BE49-F238E27FC236}">
                  <a16:creationId xmlns:a16="http://schemas.microsoft.com/office/drawing/2014/main" id="{57A8E906-159E-48B8-9DEE-09D12AA639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76" y="2736"/>
              <a:ext cx="240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5318" name="Text Box 50">
              <a:extLst>
                <a:ext uri="{FF2B5EF4-FFF2-40B4-BE49-F238E27FC236}">
                  <a16:creationId xmlns:a16="http://schemas.microsoft.com/office/drawing/2014/main" id="{DAB2C3BA-E0BC-40F3-BCEE-1FB0F36DF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8" y="259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11" name="Group 51">
            <a:extLst>
              <a:ext uri="{FF2B5EF4-FFF2-40B4-BE49-F238E27FC236}">
                <a16:creationId xmlns:a16="http://schemas.microsoft.com/office/drawing/2014/main" id="{3BFC021F-28BC-4716-AD79-5A6E323D5DE9}"/>
              </a:ext>
            </a:extLst>
          </p:cNvPr>
          <p:cNvGrpSpPr>
            <a:grpSpLocks/>
          </p:cNvGrpSpPr>
          <p:nvPr/>
        </p:nvGrpSpPr>
        <p:grpSpPr bwMode="auto">
          <a:xfrm>
            <a:off x="1200150" y="5181600"/>
            <a:ext cx="4165600" cy="487363"/>
            <a:chOff x="756" y="3264"/>
            <a:chExt cx="2624" cy="307"/>
          </a:xfrm>
        </p:grpSpPr>
        <p:sp>
          <p:nvSpPr>
            <p:cNvPr id="95311" name="Text Box 52">
              <a:extLst>
                <a:ext uri="{FF2B5EF4-FFF2-40B4-BE49-F238E27FC236}">
                  <a16:creationId xmlns:a16="http://schemas.microsoft.com/office/drawing/2014/main" id="{C6AD5C1F-6467-4D8F-9427-03061B8554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" y="3283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1 . 0 1 1 0</a:t>
              </a:r>
            </a:p>
          </p:txBody>
        </p:sp>
        <p:sp>
          <p:nvSpPr>
            <p:cNvPr id="95312" name="Text Box 53">
              <a:extLst>
                <a:ext uri="{FF2B5EF4-FFF2-40B4-BE49-F238E27FC236}">
                  <a16:creationId xmlns:a16="http://schemas.microsoft.com/office/drawing/2014/main" id="{420287AB-579D-4A2B-972A-606B10E2E9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4" y="3283"/>
              <a:ext cx="50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1 0 0</a:t>
              </a:r>
            </a:p>
          </p:txBody>
        </p:sp>
        <p:sp>
          <p:nvSpPr>
            <p:cNvPr id="95313" name="Line 54">
              <a:extLst>
                <a:ext uri="{FF2B5EF4-FFF2-40B4-BE49-F238E27FC236}">
                  <a16:creationId xmlns:a16="http://schemas.microsoft.com/office/drawing/2014/main" id="{C1D01ABF-EA78-4D2D-A5A7-604F7098E6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76" y="3408"/>
              <a:ext cx="232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5314" name="Text Box 55">
              <a:extLst>
                <a:ext uri="{FF2B5EF4-FFF2-40B4-BE49-F238E27FC236}">
                  <a16:creationId xmlns:a16="http://schemas.microsoft.com/office/drawing/2014/main" id="{4D8D3045-CFCD-4D92-8C3F-C30DC1C5FE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8" y="3264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92216" name="Text Box 56">
            <a:extLst>
              <a:ext uri="{FF2B5EF4-FFF2-40B4-BE49-F238E27FC236}">
                <a16:creationId xmlns:a16="http://schemas.microsoft.com/office/drawing/2014/main" id="{A62D6B2F-33A8-401D-8E1B-8B7DC0246C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3350" y="6384925"/>
            <a:ext cx="158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末位恒置“</a:t>
            </a:r>
            <a:r>
              <a:rPr kumimoji="1" lang="en-US" altLang="zh-CN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1”</a:t>
            </a:r>
          </a:p>
        </p:txBody>
      </p:sp>
      <p:grpSp>
        <p:nvGrpSpPr>
          <p:cNvPr id="12" name="Group 57">
            <a:extLst>
              <a:ext uri="{FF2B5EF4-FFF2-40B4-BE49-F238E27FC236}">
                <a16:creationId xmlns:a16="http://schemas.microsoft.com/office/drawing/2014/main" id="{4C73B914-B6B9-46CE-B799-EC6596F9255A}"/>
              </a:ext>
            </a:extLst>
          </p:cNvPr>
          <p:cNvGrpSpPr>
            <a:grpSpLocks/>
          </p:cNvGrpSpPr>
          <p:nvPr/>
        </p:nvGrpSpPr>
        <p:grpSpPr bwMode="auto">
          <a:xfrm>
            <a:off x="1200150" y="6324600"/>
            <a:ext cx="4089400" cy="465138"/>
            <a:chOff x="756" y="3984"/>
            <a:chExt cx="2576" cy="293"/>
          </a:xfrm>
        </p:grpSpPr>
        <p:sp>
          <p:nvSpPr>
            <p:cNvPr id="95306" name="Text Box 58">
              <a:extLst>
                <a:ext uri="{FF2B5EF4-FFF2-40B4-BE49-F238E27FC236}">
                  <a16:creationId xmlns:a16="http://schemas.microsoft.com/office/drawing/2014/main" id="{EB96B2D0-43D7-46A7-BD4C-AFB668AF0B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" y="3984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0 . 0 1 1 0</a:t>
              </a:r>
            </a:p>
          </p:txBody>
        </p:sp>
        <p:sp>
          <p:nvSpPr>
            <p:cNvPr id="95307" name="Text Box 59">
              <a:extLst>
                <a:ext uri="{FF2B5EF4-FFF2-40B4-BE49-F238E27FC236}">
                  <a16:creationId xmlns:a16="http://schemas.microsoft.com/office/drawing/2014/main" id="{8072C7C3-FFD9-4F53-B79F-A4869386D1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3984"/>
              <a:ext cx="110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1 0 0 1 </a:t>
              </a:r>
            </a:p>
          </p:txBody>
        </p:sp>
        <p:grpSp>
          <p:nvGrpSpPr>
            <p:cNvPr id="95308" name="Group 60">
              <a:extLst>
                <a:ext uri="{FF2B5EF4-FFF2-40B4-BE49-F238E27FC236}">
                  <a16:creationId xmlns:a16="http://schemas.microsoft.com/office/drawing/2014/main" id="{6008EFCE-C749-4553-A515-DC33B6D14D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8" y="3989"/>
              <a:ext cx="404" cy="288"/>
              <a:chOff x="3542" y="3936"/>
              <a:chExt cx="404" cy="288"/>
            </a:xfrm>
          </p:grpSpPr>
          <p:sp>
            <p:nvSpPr>
              <p:cNvPr id="95309" name="Line 61">
                <a:extLst>
                  <a:ext uri="{FF2B5EF4-FFF2-40B4-BE49-F238E27FC236}">
                    <a16:creationId xmlns:a16="http://schemas.microsoft.com/office/drawing/2014/main" id="{E1F59723-0B17-4621-9D98-6024EA1D5D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42" y="4080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miter lim="800000"/>
                <a:headE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95310" name="Text Box 62">
                <a:extLst>
                  <a:ext uri="{FF2B5EF4-FFF2-40B4-BE49-F238E27FC236}">
                    <a16:creationId xmlns:a16="http://schemas.microsoft.com/office/drawing/2014/main" id="{D2356CE6-25D6-4B80-A6F4-5E694A6689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34" y="3936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</p:grpSp>
      </p:grpSp>
      <p:sp>
        <p:nvSpPr>
          <p:cNvPr id="92223" name="Line 63">
            <a:extLst>
              <a:ext uri="{FF2B5EF4-FFF2-40B4-BE49-F238E27FC236}">
                <a16:creationId xmlns:a16="http://schemas.microsoft.com/office/drawing/2014/main" id="{C4FB3428-7743-483B-9350-1ACA92893171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0025" y="1828800"/>
            <a:ext cx="0" cy="480060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92224" name="Line 64">
            <a:extLst>
              <a:ext uri="{FF2B5EF4-FFF2-40B4-BE49-F238E27FC236}">
                <a16:creationId xmlns:a16="http://schemas.microsoft.com/office/drawing/2014/main" id="{FEE76BDA-7A74-411E-8016-C43FF20E4783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9600" y="1828800"/>
            <a:ext cx="0" cy="480060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6" name="Group 65">
            <a:extLst>
              <a:ext uri="{FF2B5EF4-FFF2-40B4-BE49-F238E27FC236}">
                <a16:creationId xmlns:a16="http://schemas.microsoft.com/office/drawing/2014/main" id="{D23935E1-911F-4AD1-A52C-7E25A22CA837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4918075"/>
            <a:ext cx="2493963" cy="720725"/>
            <a:chOff x="3984" y="3098"/>
            <a:chExt cx="1571" cy="454"/>
          </a:xfrm>
        </p:grpSpPr>
        <p:grpSp>
          <p:nvGrpSpPr>
            <p:cNvPr id="95299" name="Group 66">
              <a:extLst>
                <a:ext uri="{FF2B5EF4-FFF2-40B4-BE49-F238E27FC236}">
                  <a16:creationId xmlns:a16="http://schemas.microsoft.com/office/drawing/2014/main" id="{BB68AE56-CBE7-406A-8F58-CFBDD16CB3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24" y="3098"/>
              <a:ext cx="1331" cy="454"/>
              <a:chOff x="4368" y="3098"/>
              <a:chExt cx="1331" cy="454"/>
            </a:xfrm>
          </p:grpSpPr>
          <p:sp>
            <p:nvSpPr>
              <p:cNvPr id="95301" name="Text Box 67">
                <a:extLst>
                  <a:ext uri="{FF2B5EF4-FFF2-40B4-BE49-F238E27FC236}">
                    <a16:creationId xmlns:a16="http://schemas.microsoft.com/office/drawing/2014/main" id="{85A06E20-AAB8-4144-839A-1B5FAF7122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68" y="3188"/>
                <a:ext cx="133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latin typeface="Times New Roman" panose="02020603050405020304" pitchFamily="18" charset="0"/>
                  </a:rPr>
                  <a:t>[    ]</a:t>
                </a:r>
                <a:r>
                  <a:rPr kumimoji="1" lang="zh-CN" altLang="en-US" sz="2400" b="1" baseline="-25000">
                    <a:latin typeface="Times New Roman" panose="02020603050405020304" pitchFamily="18" charset="0"/>
                  </a:rPr>
                  <a:t>补</a:t>
                </a:r>
                <a:r>
                  <a:rPr kumimoji="1" lang="en-US" altLang="zh-CN" sz="2800" b="1">
                    <a:latin typeface="Times New Roman" panose="02020603050405020304" pitchFamily="18" charset="0"/>
                  </a:rPr>
                  <a:t>= 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1.0011</a:t>
                </a:r>
              </a:p>
            </p:txBody>
          </p:sp>
          <p:grpSp>
            <p:nvGrpSpPr>
              <p:cNvPr id="95302" name="Group 68">
                <a:extLst>
                  <a:ext uri="{FF2B5EF4-FFF2-40B4-BE49-F238E27FC236}">
                    <a16:creationId xmlns:a16="http://schemas.microsoft.com/office/drawing/2014/main" id="{E20B644E-73ED-4DF5-A96A-81AEAF2D45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02" y="3098"/>
                <a:ext cx="212" cy="454"/>
                <a:chOff x="1056" y="1728"/>
                <a:chExt cx="212" cy="454"/>
              </a:xfrm>
            </p:grpSpPr>
            <p:sp>
              <p:nvSpPr>
                <p:cNvPr id="95303" name="Text Box 69">
                  <a:extLst>
                    <a:ext uri="{FF2B5EF4-FFF2-40B4-BE49-F238E27FC236}">
                      <a16:creationId xmlns:a16="http://schemas.microsoft.com/office/drawing/2014/main" id="{C7C6FC49-1E45-4357-A8C5-7B7EC4A9455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56" y="1728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400" b="1" i="1">
                      <a:latin typeface="Times New Roman" panose="02020603050405020304" pitchFamily="18" charset="0"/>
                    </a:rPr>
                    <a:t>x</a:t>
                  </a:r>
                </a:p>
              </p:txBody>
            </p:sp>
            <p:sp>
              <p:nvSpPr>
                <p:cNvPr id="95304" name="Text Box 70">
                  <a:extLst>
                    <a:ext uri="{FF2B5EF4-FFF2-40B4-BE49-F238E27FC236}">
                      <a16:creationId xmlns:a16="http://schemas.microsoft.com/office/drawing/2014/main" id="{B6E9970E-1C0D-42E8-91B0-35AB4C60693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56" y="1894"/>
                  <a:ext cx="201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400" b="1" i="1">
                      <a:latin typeface="Times New Roman" panose="02020603050405020304" pitchFamily="18" charset="0"/>
                    </a:rPr>
                    <a:t>y</a:t>
                  </a:r>
                </a:p>
              </p:txBody>
            </p:sp>
            <p:sp>
              <p:nvSpPr>
                <p:cNvPr id="95305" name="Line 71">
                  <a:extLst>
                    <a:ext uri="{FF2B5EF4-FFF2-40B4-BE49-F238E27FC236}">
                      <a16:creationId xmlns:a16="http://schemas.microsoft.com/office/drawing/2014/main" id="{3B905E6A-EC9F-4589-A989-5E0C7BC52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70" y="1990"/>
                  <a:ext cx="190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95300" name="Text Box 72">
              <a:extLst>
                <a:ext uri="{FF2B5EF4-FFF2-40B4-BE49-F238E27FC236}">
                  <a16:creationId xmlns:a16="http://schemas.microsoft.com/office/drawing/2014/main" id="{C2E1B6C9-79B3-4D87-9E4C-313E2EB006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4" y="3216"/>
              <a:ext cx="30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∴</a:t>
              </a:r>
            </a:p>
          </p:txBody>
        </p:sp>
      </p:grpSp>
      <p:sp>
        <p:nvSpPr>
          <p:cNvPr id="92233" name="Text Box 73">
            <a:extLst>
              <a:ext uri="{FF2B5EF4-FFF2-40B4-BE49-F238E27FC236}">
                <a16:creationId xmlns:a16="http://schemas.microsoft.com/office/drawing/2014/main" id="{FDC7BCEC-4304-428D-9AF0-2CAB4471CE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370522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92234" name="Text Box 74">
            <a:extLst>
              <a:ext uri="{FF2B5EF4-FFF2-40B4-BE49-F238E27FC236}">
                <a16:creationId xmlns:a16="http://schemas.microsoft.com/office/drawing/2014/main" id="{EE7DCCDD-ED74-4C23-A38F-81D5682A27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484187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92235" name="Text Box 75">
            <a:extLst>
              <a:ext uri="{FF2B5EF4-FFF2-40B4-BE49-F238E27FC236}">
                <a16:creationId xmlns:a16="http://schemas.microsoft.com/office/drawing/2014/main" id="{DD015ACF-8F0C-40D1-8B06-9380F6DE8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59309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92236" name="Text Box 76">
            <a:extLst>
              <a:ext uri="{FF2B5EF4-FFF2-40B4-BE49-F238E27FC236}">
                <a16:creationId xmlns:a16="http://schemas.microsoft.com/office/drawing/2014/main" id="{BF9696F3-F044-48BF-AD8B-DD96BF8872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63246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92237" name="Text Box 77">
            <a:extLst>
              <a:ext uri="{FF2B5EF4-FFF2-40B4-BE49-F238E27FC236}">
                <a16:creationId xmlns:a16="http://schemas.microsoft.com/office/drawing/2014/main" id="{04B2D9C3-7B40-4B85-A1D1-154DC919AE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3336925"/>
            <a:ext cx="12192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000" b="1">
                <a:latin typeface="Times New Roman" panose="02020603050405020304" pitchFamily="18" charset="0"/>
              </a:rPr>
              <a:t>+[</a:t>
            </a:r>
            <a:r>
              <a:rPr kumimoji="1" lang="en-US" altLang="zh-CN" sz="20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0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kumimoji="1" lang="en-US" altLang="zh-CN" sz="2000" b="1"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</a:p>
        </p:txBody>
      </p:sp>
      <p:grpSp>
        <p:nvGrpSpPr>
          <p:cNvPr id="27" name="Group 78">
            <a:extLst>
              <a:ext uri="{FF2B5EF4-FFF2-40B4-BE49-F238E27FC236}">
                <a16:creationId xmlns:a16="http://schemas.microsoft.com/office/drawing/2014/main" id="{D1524BB5-7B15-4758-9A23-20511B9968F4}"/>
              </a:ext>
            </a:extLst>
          </p:cNvPr>
          <p:cNvGrpSpPr>
            <a:grpSpLocks/>
          </p:cNvGrpSpPr>
          <p:nvPr/>
        </p:nvGrpSpPr>
        <p:grpSpPr bwMode="auto">
          <a:xfrm>
            <a:off x="6723063" y="5562600"/>
            <a:ext cx="2351087" cy="720725"/>
            <a:chOff x="4235" y="3504"/>
            <a:chExt cx="1481" cy="454"/>
          </a:xfrm>
        </p:grpSpPr>
        <p:grpSp>
          <p:nvGrpSpPr>
            <p:cNvPr id="95292" name="Group 79">
              <a:extLst>
                <a:ext uri="{FF2B5EF4-FFF2-40B4-BE49-F238E27FC236}">
                  <a16:creationId xmlns:a16="http://schemas.microsoft.com/office/drawing/2014/main" id="{286C5919-22B0-43D9-AEB7-123975FD4E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0" y="3504"/>
              <a:ext cx="1156" cy="454"/>
              <a:chOff x="4560" y="3504"/>
              <a:chExt cx="1156" cy="454"/>
            </a:xfrm>
          </p:grpSpPr>
          <p:grpSp>
            <p:nvGrpSpPr>
              <p:cNvPr id="95294" name="Group 80">
                <a:extLst>
                  <a:ext uri="{FF2B5EF4-FFF2-40B4-BE49-F238E27FC236}">
                    <a16:creationId xmlns:a16="http://schemas.microsoft.com/office/drawing/2014/main" id="{75F17600-D260-4D45-B41A-09FBB6B42F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60" y="3504"/>
                <a:ext cx="212" cy="454"/>
                <a:chOff x="1056" y="1728"/>
                <a:chExt cx="212" cy="454"/>
              </a:xfrm>
            </p:grpSpPr>
            <p:sp>
              <p:nvSpPr>
                <p:cNvPr id="95296" name="Text Box 81">
                  <a:extLst>
                    <a:ext uri="{FF2B5EF4-FFF2-40B4-BE49-F238E27FC236}">
                      <a16:creationId xmlns:a16="http://schemas.microsoft.com/office/drawing/2014/main" id="{D103CB40-74D5-4020-A212-303AF7E629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56" y="1728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400" b="1" i="1">
                      <a:latin typeface="Times New Roman" panose="02020603050405020304" pitchFamily="18" charset="0"/>
                    </a:rPr>
                    <a:t>x</a:t>
                  </a:r>
                </a:p>
              </p:txBody>
            </p:sp>
            <p:sp>
              <p:nvSpPr>
                <p:cNvPr id="95297" name="Text Box 82">
                  <a:extLst>
                    <a:ext uri="{FF2B5EF4-FFF2-40B4-BE49-F238E27FC236}">
                      <a16:creationId xmlns:a16="http://schemas.microsoft.com/office/drawing/2014/main" id="{C977B14A-F686-4287-B926-0537512E172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56" y="1894"/>
                  <a:ext cx="201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kumimoji="1" lang="en-US" altLang="zh-CN" sz="2400" b="1" i="1">
                      <a:latin typeface="Times New Roman" panose="02020603050405020304" pitchFamily="18" charset="0"/>
                    </a:rPr>
                    <a:t>y</a:t>
                  </a:r>
                </a:p>
              </p:txBody>
            </p:sp>
            <p:sp>
              <p:nvSpPr>
                <p:cNvPr id="95298" name="Line 83">
                  <a:extLst>
                    <a:ext uri="{FF2B5EF4-FFF2-40B4-BE49-F238E27FC236}">
                      <a16:creationId xmlns:a16="http://schemas.microsoft.com/office/drawing/2014/main" id="{FFD7C483-B3FD-4E27-9E0A-CDECDB72F4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70" y="1990"/>
                  <a:ext cx="190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95295" name="Text Box 84">
                <a:extLst>
                  <a:ext uri="{FF2B5EF4-FFF2-40B4-BE49-F238E27FC236}">
                    <a16:creationId xmlns:a16="http://schemas.microsoft.com/office/drawing/2014/main" id="{21385FDD-C692-4E4B-A096-C87D59F6AA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52" y="3568"/>
                <a:ext cx="96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800" b="1">
                    <a:latin typeface="Times New Roman" panose="02020603050405020304" pitchFamily="18" charset="0"/>
                  </a:rPr>
                  <a:t>=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 </a:t>
                </a:r>
                <a:r>
                  <a:rPr kumimoji="1" lang="en-US" altLang="zh-CN" sz="24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– 0.1101</a:t>
                </a:r>
              </a:p>
            </p:txBody>
          </p:sp>
        </p:grpSp>
        <p:sp>
          <p:nvSpPr>
            <p:cNvPr id="95293" name="Text Box 85">
              <a:extLst>
                <a:ext uri="{FF2B5EF4-FFF2-40B4-BE49-F238E27FC236}">
                  <a16:creationId xmlns:a16="http://schemas.microsoft.com/office/drawing/2014/main" id="{07613685-0E18-4B5A-A99D-40C9002F7B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5" y="363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000" b="1">
                  <a:latin typeface="Times New Roman" panose="02020603050405020304" pitchFamily="18" charset="0"/>
                </a:rPr>
                <a:t>则</a:t>
              </a:r>
            </a:p>
          </p:txBody>
        </p:sp>
      </p:grpSp>
      <p:sp>
        <p:nvSpPr>
          <p:cNvPr id="92246" name="AutoShape 86">
            <a:extLst>
              <a:ext uri="{FF2B5EF4-FFF2-40B4-BE49-F238E27FC236}">
                <a16:creationId xmlns:a16="http://schemas.microsoft.com/office/drawing/2014/main" id="{7DA8856F-EA7F-4A7D-9432-FCACDA4B3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950" y="3810000"/>
            <a:ext cx="755650" cy="771525"/>
          </a:xfrm>
          <a:prstGeom prst="wedgeRoundRectCallout">
            <a:avLst>
              <a:gd name="adj1" fmla="val 85083"/>
              <a:gd name="adj2" fmla="val 20000"/>
              <a:gd name="adj3" fmla="val 16667"/>
            </a:avLst>
          </a:prstGeom>
          <a:noFill/>
          <a:ln w="19050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逻辑左移</a:t>
            </a:r>
          </a:p>
        </p:txBody>
      </p:sp>
      <p:sp>
        <p:nvSpPr>
          <p:cNvPr id="92248" name="AutoShape 88">
            <a:extLst>
              <a:ext uri="{FF2B5EF4-FFF2-40B4-BE49-F238E27FC236}">
                <a16:creationId xmlns:a16="http://schemas.microsoft.com/office/drawing/2014/main" id="{7662CABA-D9E5-4AD5-BCF7-C8FE716AD6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950" y="2708275"/>
            <a:ext cx="757238" cy="768350"/>
          </a:xfrm>
          <a:prstGeom prst="wedgeRoundRectCallout">
            <a:avLst>
              <a:gd name="adj1" fmla="val 85083"/>
              <a:gd name="adj2" fmla="val 20000"/>
              <a:gd name="adj3" fmla="val 16667"/>
            </a:avLst>
          </a:prstGeom>
          <a:noFill/>
          <a:ln w="19050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逻辑左移</a:t>
            </a:r>
          </a:p>
        </p:txBody>
      </p:sp>
      <p:sp>
        <p:nvSpPr>
          <p:cNvPr id="92249" name="AutoShape 89">
            <a:extLst>
              <a:ext uri="{FF2B5EF4-FFF2-40B4-BE49-F238E27FC236}">
                <a16:creationId xmlns:a16="http://schemas.microsoft.com/office/drawing/2014/main" id="{4DA0F46D-ED69-43F5-818B-0DE897DA8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950" y="4892675"/>
            <a:ext cx="757238" cy="768350"/>
          </a:xfrm>
          <a:prstGeom prst="wedgeRoundRectCallout">
            <a:avLst>
              <a:gd name="adj1" fmla="val 85083"/>
              <a:gd name="adj2" fmla="val 20000"/>
              <a:gd name="adj3" fmla="val 16667"/>
            </a:avLst>
          </a:prstGeom>
          <a:noFill/>
          <a:ln w="19050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逻辑左移</a:t>
            </a:r>
          </a:p>
        </p:txBody>
      </p:sp>
      <p:sp>
        <p:nvSpPr>
          <p:cNvPr id="92250" name="AutoShape 90">
            <a:extLst>
              <a:ext uri="{FF2B5EF4-FFF2-40B4-BE49-F238E27FC236}">
                <a16:creationId xmlns:a16="http://schemas.microsoft.com/office/drawing/2014/main" id="{5CAF7A77-DA91-4C9C-B024-BC86A7333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950" y="6021388"/>
            <a:ext cx="757238" cy="768350"/>
          </a:xfrm>
          <a:prstGeom prst="wedgeRoundRectCallout">
            <a:avLst>
              <a:gd name="adj1" fmla="val 85083"/>
              <a:gd name="adj2" fmla="val 20000"/>
              <a:gd name="adj3" fmla="val 16667"/>
            </a:avLst>
          </a:prstGeom>
          <a:noFill/>
          <a:ln w="19050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逻辑左移</a:t>
            </a:r>
          </a:p>
        </p:txBody>
      </p:sp>
      <p:grpSp>
        <p:nvGrpSpPr>
          <p:cNvPr id="92164" name="Group 91">
            <a:extLst>
              <a:ext uri="{FF2B5EF4-FFF2-40B4-BE49-F238E27FC236}">
                <a16:creationId xmlns:a16="http://schemas.microsoft.com/office/drawing/2014/main" id="{5EAEC49E-10B0-4F21-BC29-47A7C951D0F5}"/>
              </a:ext>
            </a:extLst>
          </p:cNvPr>
          <p:cNvGrpSpPr>
            <a:grpSpLocks/>
          </p:cNvGrpSpPr>
          <p:nvPr/>
        </p:nvGrpSpPr>
        <p:grpSpPr bwMode="auto">
          <a:xfrm>
            <a:off x="1258888" y="1355725"/>
            <a:ext cx="3556000" cy="1654175"/>
            <a:chOff x="793" y="854"/>
            <a:chExt cx="2240" cy="1042"/>
          </a:xfrm>
        </p:grpSpPr>
        <p:sp>
          <p:nvSpPr>
            <p:cNvPr id="95290" name="Rectangle 92">
              <a:extLst>
                <a:ext uri="{FF2B5EF4-FFF2-40B4-BE49-F238E27FC236}">
                  <a16:creationId xmlns:a16="http://schemas.microsoft.com/office/drawing/2014/main" id="{C307A14E-9CEF-4049-950C-84A368237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854"/>
              <a:ext cx="144" cy="226"/>
            </a:xfrm>
            <a:prstGeom prst="rect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95291" name="Rectangle 93">
              <a:extLst>
                <a:ext uri="{FF2B5EF4-FFF2-40B4-BE49-F238E27FC236}">
                  <a16:creationId xmlns:a16="http://schemas.microsoft.com/office/drawing/2014/main" id="{6C15804C-D6D8-477D-8307-D378BD06C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" y="1670"/>
              <a:ext cx="144" cy="226"/>
            </a:xfrm>
            <a:prstGeom prst="rect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grpSp>
        <p:nvGrpSpPr>
          <p:cNvPr id="92165" name="Group 94">
            <a:extLst>
              <a:ext uri="{FF2B5EF4-FFF2-40B4-BE49-F238E27FC236}">
                <a16:creationId xmlns:a16="http://schemas.microsoft.com/office/drawing/2014/main" id="{719D35DC-BE65-48C1-A2E6-41A12CC743E4}"/>
              </a:ext>
            </a:extLst>
          </p:cNvPr>
          <p:cNvGrpSpPr>
            <a:grpSpLocks/>
          </p:cNvGrpSpPr>
          <p:nvPr/>
        </p:nvGrpSpPr>
        <p:grpSpPr bwMode="auto">
          <a:xfrm>
            <a:off x="1260475" y="1355725"/>
            <a:ext cx="3556000" cy="2790825"/>
            <a:chOff x="794" y="854"/>
            <a:chExt cx="2240" cy="1758"/>
          </a:xfrm>
        </p:grpSpPr>
        <p:sp>
          <p:nvSpPr>
            <p:cNvPr id="95288" name="Rectangle 95">
              <a:extLst>
                <a:ext uri="{FF2B5EF4-FFF2-40B4-BE49-F238E27FC236}">
                  <a16:creationId xmlns:a16="http://schemas.microsoft.com/office/drawing/2014/main" id="{32759D8C-6C06-4173-ABFA-BBC9DF02E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" y="854"/>
              <a:ext cx="144" cy="226"/>
            </a:xfrm>
            <a:prstGeom prst="rect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95289" name="Rectangle 96">
              <a:extLst>
                <a:ext uri="{FF2B5EF4-FFF2-40B4-BE49-F238E27FC236}">
                  <a16:creationId xmlns:a16="http://schemas.microsoft.com/office/drawing/2014/main" id="{1ECDD7E3-629C-4909-9F21-888D2FF1B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" y="2386"/>
              <a:ext cx="144" cy="226"/>
            </a:xfrm>
            <a:prstGeom prst="rect">
              <a:avLst/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sp>
        <p:nvSpPr>
          <p:cNvPr id="92257" name="Rectangle 97">
            <a:extLst>
              <a:ext uri="{FF2B5EF4-FFF2-40B4-BE49-F238E27FC236}">
                <a16:creationId xmlns:a16="http://schemas.microsoft.com/office/drawing/2014/main" id="{484F628F-9EF2-4544-8456-CE776019D9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8888" y="4884738"/>
            <a:ext cx="228600" cy="358775"/>
          </a:xfrm>
          <a:prstGeom prst="rect">
            <a:avLst/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sp>
        <p:nvSpPr>
          <p:cNvPr id="92258" name="Rectangle 98">
            <a:extLst>
              <a:ext uri="{FF2B5EF4-FFF2-40B4-BE49-F238E27FC236}">
                <a16:creationId xmlns:a16="http://schemas.microsoft.com/office/drawing/2014/main" id="{0F269440-0276-4EEF-A155-452D74D454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8888" y="6008688"/>
            <a:ext cx="228600" cy="358775"/>
          </a:xfrm>
          <a:prstGeom prst="rect">
            <a:avLst/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sp>
        <p:nvSpPr>
          <p:cNvPr id="92260" name="Text Box 100">
            <a:extLst>
              <a:ext uri="{FF2B5EF4-FFF2-40B4-BE49-F238E27FC236}">
                <a16:creationId xmlns:a16="http://schemas.microsoft.com/office/drawing/2014/main" id="{C8DB9C19-0408-447C-BBC2-C4993362B5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0113" y="2276475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1800" b="1">
                <a:latin typeface="宋体" panose="02010600030101010101" pitchFamily="2" charset="-122"/>
              </a:rPr>
              <a:t>＋</a:t>
            </a:r>
          </a:p>
        </p:txBody>
      </p:sp>
      <p:sp>
        <p:nvSpPr>
          <p:cNvPr id="92261" name="Text Box 101">
            <a:extLst>
              <a:ext uri="{FF2B5EF4-FFF2-40B4-BE49-F238E27FC236}">
                <a16:creationId xmlns:a16="http://schemas.microsoft.com/office/drawing/2014/main" id="{BE3A05D5-BF12-4792-AA74-BB4533F237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0113" y="342265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1800" b="1">
                <a:latin typeface="宋体" panose="02010600030101010101" pitchFamily="2" charset="-122"/>
              </a:rPr>
              <a:t>＋</a:t>
            </a:r>
          </a:p>
        </p:txBody>
      </p:sp>
      <p:sp>
        <p:nvSpPr>
          <p:cNvPr id="92262" name="Text Box 102">
            <a:extLst>
              <a:ext uri="{FF2B5EF4-FFF2-40B4-BE49-F238E27FC236}">
                <a16:creationId xmlns:a16="http://schemas.microsoft.com/office/drawing/2014/main" id="{00264E1B-E280-4AEB-8341-AC0495EC0B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0113" y="45085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1800" b="1">
                <a:latin typeface="宋体" panose="02010600030101010101" pitchFamily="2" charset="-122"/>
              </a:rPr>
              <a:t>＋</a:t>
            </a:r>
          </a:p>
        </p:txBody>
      </p:sp>
      <p:sp>
        <p:nvSpPr>
          <p:cNvPr id="92263" name="Text Box 103">
            <a:extLst>
              <a:ext uri="{FF2B5EF4-FFF2-40B4-BE49-F238E27FC236}">
                <a16:creationId xmlns:a16="http://schemas.microsoft.com/office/drawing/2014/main" id="{2EB05846-8D9D-4512-9603-BDB4A96DAC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0113" y="5654675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1800" b="1">
                <a:latin typeface="宋体" panose="02010600030101010101" pitchFamily="2" charset="-122"/>
              </a:rPr>
              <a:t>＋</a:t>
            </a:r>
          </a:p>
        </p:txBody>
      </p:sp>
      <p:sp>
        <p:nvSpPr>
          <p:cNvPr id="104" name="矩形 103">
            <a:extLst>
              <a:ext uri="{FF2B5EF4-FFF2-40B4-BE49-F238E27FC236}">
                <a16:creationId xmlns:a16="http://schemas.microsoft.com/office/drawing/2014/main" id="{C2531310-6242-44F0-AABD-D74023899E0A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92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92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92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4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6" dur="500"/>
                                        <p:tgtEl>
                                          <p:spTgt spid="92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500"/>
                                        <p:tgtEl>
                                          <p:spTgt spid="92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3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5" dur="500"/>
                                        <p:tgtEl>
                                          <p:spTgt spid="92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" dur="500"/>
                                        <p:tgtEl>
                                          <p:spTgt spid="92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" dur="500"/>
                                        <p:tgtEl>
                                          <p:spTgt spid="92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" dur="500"/>
                                        <p:tgtEl>
                                          <p:spTgt spid="92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0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52" dur="500"/>
                                        <p:tgtEl>
                                          <p:spTgt spid="92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92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92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92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92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92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92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92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5" dur="500"/>
                                        <p:tgtEl>
                                          <p:spTgt spid="92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7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99" dur="500"/>
                                        <p:tgtEl>
                                          <p:spTgt spid="92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9" dur="500"/>
                                        <p:tgtEl>
                                          <p:spTgt spid="92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 nodeType="clickPar">
                      <p:stCondLst>
                        <p:cond delay="indefinite"/>
                      </p:stCondLst>
                      <p:childTnLst>
                        <p:par>
                          <p:cTn id="1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4" dur="500"/>
                                        <p:tgtEl>
                                          <p:spTgt spid="92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9" dur="500"/>
                                        <p:tgtEl>
                                          <p:spTgt spid="92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 nodeType="clickPar">
                      <p:stCondLst>
                        <p:cond delay="indefinite"/>
                      </p:stCondLst>
                      <p:childTnLst>
                        <p:par>
                          <p:cTn id="1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2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 nodeType="clickPar">
                      <p:stCondLst>
                        <p:cond delay="indefinite"/>
                      </p:stCondLst>
                      <p:childTnLst>
                        <p:par>
                          <p:cTn id="1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9" dur="500"/>
                                        <p:tgtEl>
                                          <p:spTgt spid="92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 nodeType="clickPar">
                      <p:stCondLst>
                        <p:cond delay="indefinite"/>
                      </p:stCondLst>
                      <p:childTnLst>
                        <p:par>
                          <p:cTn id="1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4" dur="500"/>
                                        <p:tgtEl>
                                          <p:spTgt spid="92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9" dur="500"/>
                                        <p:tgtEl>
                                          <p:spTgt spid="92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2" dur="500"/>
                                        <p:tgtEl>
                                          <p:spTgt spid="92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4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46" dur="500"/>
                                        <p:tgtEl>
                                          <p:spTgt spid="92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 nodeType="clickPar">
                      <p:stCondLst>
                        <p:cond delay="indefinite"/>
                      </p:stCondLst>
                      <p:childTnLst>
                        <p:par>
                          <p:cTn id="1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 nodeType="clickPar">
                      <p:stCondLst>
                        <p:cond delay="indefinite"/>
                      </p:stCondLst>
                      <p:childTnLst>
                        <p:par>
                          <p:cTn id="1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6" dur="500"/>
                                        <p:tgtEl>
                                          <p:spTgt spid="92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 nodeType="clickPar">
                      <p:stCondLst>
                        <p:cond delay="indefinite"/>
                      </p:stCondLst>
                      <p:childTnLst>
                        <p:par>
                          <p:cTn id="1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1" dur="500"/>
                                        <p:tgtEl>
                                          <p:spTgt spid="92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 nodeType="clickPar">
                      <p:stCondLst>
                        <p:cond delay="indefinite"/>
                      </p:stCondLst>
                      <p:childTnLst>
                        <p:par>
                          <p:cTn id="1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6" dur="500"/>
                                        <p:tgtEl>
                                          <p:spTgt spid="92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 nodeType="clickPar">
                      <p:stCondLst>
                        <p:cond delay="indefinite"/>
                      </p:stCondLst>
                      <p:childTnLst>
                        <p:par>
                          <p:cTn id="1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 nodeType="clickPar">
                      <p:stCondLst>
                        <p:cond delay="indefinite"/>
                      </p:stCondLst>
                      <p:childTnLst>
                        <p:par>
                          <p:cTn id="1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6" dur="500"/>
                                        <p:tgtEl>
                                          <p:spTgt spid="92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 nodeType="clickPar">
                      <p:stCondLst>
                        <p:cond delay="indefinite"/>
                      </p:stCondLst>
                      <p:childTnLst>
                        <p:par>
                          <p:cTn id="1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1" dur="500"/>
                                        <p:tgtEl>
                                          <p:spTgt spid="92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 nodeType="clickPar">
                      <p:stCondLst>
                        <p:cond delay="indefinite"/>
                      </p:stCondLst>
                      <p:childTnLst>
                        <p:par>
                          <p:cTn id="1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6" dur="500"/>
                                        <p:tgtEl>
                                          <p:spTgt spid="92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9" dur="500"/>
                                        <p:tgtEl>
                                          <p:spTgt spid="92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91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93" dur="500"/>
                                        <p:tgtEl>
                                          <p:spTgt spid="92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 nodeType="clickPar">
                      <p:stCondLst>
                        <p:cond delay="indefinite"/>
                      </p:stCondLst>
                      <p:childTnLst>
                        <p:par>
                          <p:cTn id="1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 nodeType="clickPar">
                      <p:stCondLst>
                        <p:cond delay="indefinite"/>
                      </p:stCondLst>
                      <p:childTnLst>
                        <p:par>
                          <p:cTn id="2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3" dur="500"/>
                                        <p:tgtEl>
                                          <p:spTgt spid="92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 nodeType="clickPar">
                      <p:stCondLst>
                        <p:cond delay="indefinite"/>
                      </p:stCondLst>
                      <p:childTnLst>
                        <p:par>
                          <p:cTn id="2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8" dur="500"/>
                                        <p:tgtEl>
                                          <p:spTgt spid="92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 nodeType="clickPar">
                      <p:stCondLst>
                        <p:cond delay="indefinite"/>
                      </p:stCondLst>
                      <p:childTnLst>
                        <p:par>
                          <p:cTn id="2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3" dur="500"/>
                                        <p:tgtEl>
                                          <p:spTgt spid="9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 nodeType="clickPar">
                      <p:stCondLst>
                        <p:cond delay="indefinite"/>
                      </p:stCondLst>
                      <p:childTnLst>
                        <p:par>
                          <p:cTn id="2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 nodeType="clickPar">
                      <p:stCondLst>
                        <p:cond delay="indefinite"/>
                      </p:stCondLst>
                      <p:childTnLst>
                        <p:par>
                          <p:cTn id="2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3" dur="500"/>
                                        <p:tgtEl>
                                          <p:spTgt spid="92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 nodeType="clickPar">
                      <p:stCondLst>
                        <p:cond delay="indefinite"/>
                      </p:stCondLst>
                      <p:childTnLst>
                        <p:par>
                          <p:cTn id="2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8" dur="500"/>
                                        <p:tgtEl>
                                          <p:spTgt spid="92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 nodeType="clickPar">
                      <p:stCondLst>
                        <p:cond delay="indefinite"/>
                      </p:stCondLst>
                      <p:childTnLst>
                        <p:par>
                          <p:cTn id="2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3" dur="500"/>
                                        <p:tgtEl>
                                          <p:spTgt spid="92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 nodeType="clickPar">
                      <p:stCondLst>
                        <p:cond delay="indefinite"/>
                      </p:stCondLst>
                      <p:childTnLst>
                        <p:par>
                          <p:cTn id="2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 nodeType="clickPar">
                      <p:stCondLst>
                        <p:cond delay="indefinite"/>
                      </p:stCondLst>
                      <p:childTnLst>
                        <p:par>
                          <p:cTn id="2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171" grpId="0" autoUpdateAnimBg="0"/>
      <p:bldP spid="92172" grpId="0" autoUpdateAnimBg="0"/>
      <p:bldP spid="92173" grpId="0" autoUpdateAnimBg="0"/>
      <p:bldP spid="92174" grpId="0" autoUpdateAnimBg="0"/>
      <p:bldP spid="92175" grpId="0" autoUpdateAnimBg="0"/>
      <p:bldP spid="92176" grpId="0" autoUpdateAnimBg="0"/>
      <p:bldP spid="92177" grpId="0" autoUpdateAnimBg="0"/>
      <p:bldP spid="92182" grpId="0" autoUpdateAnimBg="0"/>
      <p:bldP spid="92183" grpId="0" autoUpdateAnimBg="0"/>
      <p:bldP spid="92184" grpId="0" autoUpdateAnimBg="0"/>
      <p:bldP spid="92185" grpId="0" autoUpdateAnimBg="0"/>
      <p:bldP spid="92186" grpId="0" autoUpdateAnimBg="0"/>
      <p:bldP spid="92190" grpId="0" autoUpdateAnimBg="0"/>
      <p:bldP spid="92191" grpId="0" autoUpdateAnimBg="0"/>
      <p:bldP spid="92195" grpId="0" autoUpdateAnimBg="0"/>
      <p:bldP spid="92196" grpId="0" autoUpdateAnimBg="0"/>
      <p:bldP spid="92200" grpId="0" autoUpdateAnimBg="0"/>
      <p:bldP spid="92216" grpId="0" autoUpdateAnimBg="0"/>
      <p:bldP spid="92233" grpId="0" autoUpdateAnimBg="0"/>
      <p:bldP spid="92234" grpId="0" autoUpdateAnimBg="0"/>
      <p:bldP spid="92235" grpId="0" autoUpdateAnimBg="0"/>
      <p:bldP spid="92236" grpId="0" autoUpdateAnimBg="0"/>
      <p:bldP spid="92237" grpId="0" autoUpdateAnimBg="0"/>
      <p:bldP spid="92246" grpId="0" animBg="1" autoUpdateAnimBg="0"/>
      <p:bldP spid="92248" grpId="0" animBg="1" autoUpdateAnimBg="0"/>
      <p:bldP spid="92249" grpId="0" animBg="1" autoUpdateAnimBg="0"/>
      <p:bldP spid="92250" grpId="0" animBg="1" autoUpdateAnimBg="0"/>
      <p:bldP spid="92257" grpId="0" animBg="1"/>
      <p:bldP spid="92258" grpId="0" animBg="1"/>
      <p:bldP spid="92260" grpId="0"/>
      <p:bldP spid="92261" grpId="0"/>
      <p:bldP spid="92262" grpId="0"/>
      <p:bldP spid="92263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Text Box 2">
            <a:extLst>
              <a:ext uri="{FF2B5EF4-FFF2-40B4-BE49-F238E27FC236}">
                <a16:creationId xmlns:a16="http://schemas.microsoft.com/office/drawing/2014/main" id="{FDE0DFAC-C8BD-4982-AF96-7F8C1E6003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7525" y="273050"/>
            <a:ext cx="650274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 dirty="0">
                <a:latin typeface="Times New Roman" panose="02020603050405020304" pitchFamily="18" charset="0"/>
              </a:rPr>
              <a:t>(4) </a:t>
            </a:r>
            <a:r>
              <a:rPr kumimoji="1" lang="zh-CN" altLang="en-US" sz="3600" b="1" dirty="0">
                <a:latin typeface="Times New Roman" panose="02020603050405020304" pitchFamily="18" charset="0"/>
              </a:rPr>
              <a:t>补码除法运算规则：</a:t>
            </a:r>
          </a:p>
        </p:txBody>
      </p:sp>
      <p:sp>
        <p:nvSpPr>
          <p:cNvPr id="93187" name="Text Box 3">
            <a:extLst>
              <a:ext uri="{FF2B5EF4-FFF2-40B4-BE49-F238E27FC236}">
                <a16:creationId xmlns:a16="http://schemas.microsoft.com/office/drawing/2014/main" id="{86857B63-35D1-41E3-A1DB-90349D0F9C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1133475"/>
            <a:ext cx="7316787" cy="1073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15000"/>
              </a:lnSpc>
              <a:spcBef>
                <a:spcPct val="0"/>
              </a:spcBef>
              <a:buClr>
                <a:schemeClr val="folHlink"/>
              </a:buClr>
              <a:buFont typeface="Wingdings" panose="05000000000000000000" pitchFamily="2" charset="2"/>
              <a:buChar char="Ø"/>
            </a:pPr>
            <a:r>
              <a:rPr kumimoji="1" lang="zh-CN" altLang="en-US" sz="2800" b="1">
                <a:latin typeface="Times New Roman" panose="02020603050405020304" pitchFamily="18" charset="0"/>
              </a:rPr>
              <a:t>补码除法共上商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n</a:t>
            </a:r>
            <a:r>
              <a:rPr kumimoji="1" lang="en-US" altLang="zh-CN" sz="1800" b="1" i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+1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次（末位恒置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1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）</a:t>
            </a:r>
          </a:p>
          <a:p>
            <a:pPr eaLnBrk="1" hangingPunct="1">
              <a:lnSpc>
                <a:spcPct val="115000"/>
              </a:lnSpc>
              <a:spcBef>
                <a:spcPct val="0"/>
              </a:spcBef>
              <a:buFont typeface="Wingdings" panose="05000000000000000000" pitchFamily="2" charset="2"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   第一次为商符</a:t>
            </a:r>
          </a:p>
        </p:txBody>
      </p:sp>
      <p:sp>
        <p:nvSpPr>
          <p:cNvPr id="93188" name="Text Box 4">
            <a:extLst>
              <a:ext uri="{FF2B5EF4-FFF2-40B4-BE49-F238E27FC236}">
                <a16:creationId xmlns:a16="http://schemas.microsoft.com/office/drawing/2014/main" id="{31791D31-69BC-49CA-A701-830645B985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2422525"/>
            <a:ext cx="63150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>
                <a:schemeClr val="folHlink"/>
              </a:buClr>
              <a:buFont typeface="Wingdings" panose="05000000000000000000" pitchFamily="2" charset="2"/>
              <a:buChar char="Ø"/>
            </a:pPr>
            <a:r>
              <a:rPr kumimoji="1" lang="zh-CN" altLang="en-US" sz="2800" b="1">
                <a:latin typeface="Times New Roman" panose="02020603050405020304" pitchFamily="18" charset="0"/>
              </a:rPr>
              <a:t>第一次商可判溢出</a:t>
            </a:r>
          </a:p>
        </p:txBody>
      </p:sp>
      <p:sp>
        <p:nvSpPr>
          <p:cNvPr id="93189" name="Text Box 5">
            <a:extLst>
              <a:ext uri="{FF2B5EF4-FFF2-40B4-BE49-F238E27FC236}">
                <a16:creationId xmlns:a16="http://schemas.microsoft.com/office/drawing/2014/main" id="{56FF56E7-FB52-4B55-AA4C-424FC699AB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3286125"/>
            <a:ext cx="449738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>
                <a:schemeClr val="folHlink"/>
              </a:buClr>
              <a:buFont typeface="Wingdings" panose="05000000000000000000" pitchFamily="2" charset="2"/>
              <a:buChar char="Ø"/>
            </a:pPr>
            <a:r>
              <a:rPr kumimoji="1" lang="zh-CN" altLang="pt-BR" sz="2800" b="1">
                <a:latin typeface="Times New Roman" panose="02020603050405020304" pitchFamily="18" charset="0"/>
              </a:rPr>
              <a:t>加 </a:t>
            </a:r>
            <a:r>
              <a:rPr kumimoji="1" lang="pt-BR" altLang="zh-CN" sz="2800" b="1" i="1">
                <a:latin typeface="Times New Roman" panose="02020603050405020304" pitchFamily="18" charset="0"/>
              </a:rPr>
              <a:t>n</a:t>
            </a:r>
            <a:r>
              <a:rPr kumimoji="1" lang="pt-BR" altLang="zh-CN" sz="2800" b="1">
                <a:latin typeface="Times New Roman" panose="02020603050405020304" pitchFamily="18" charset="0"/>
              </a:rPr>
              <a:t> </a:t>
            </a:r>
            <a:r>
              <a:rPr kumimoji="1" lang="zh-CN" altLang="pt-BR" sz="2800" b="1">
                <a:latin typeface="Times New Roman" panose="02020603050405020304" pitchFamily="18" charset="0"/>
              </a:rPr>
              <a:t>次   移 </a:t>
            </a:r>
            <a:r>
              <a:rPr kumimoji="1" lang="pt-BR" altLang="zh-CN" sz="2800" b="1" i="1">
                <a:latin typeface="Times New Roman" panose="02020603050405020304" pitchFamily="18" charset="0"/>
              </a:rPr>
              <a:t>n </a:t>
            </a:r>
            <a:r>
              <a:rPr kumimoji="1" lang="zh-CN" altLang="pt-BR" sz="2800" b="1">
                <a:latin typeface="Times New Roman" panose="02020603050405020304" pitchFamily="18" charset="0"/>
              </a:rPr>
              <a:t>次</a:t>
            </a:r>
            <a:endParaRPr kumimoji="1" lang="zh-CN" altLang="en-US" sz="2800" b="1">
              <a:latin typeface="Times New Roman" panose="02020603050405020304" pitchFamily="18" charset="0"/>
            </a:endParaRPr>
          </a:p>
        </p:txBody>
      </p:sp>
      <p:sp>
        <p:nvSpPr>
          <p:cNvPr id="93190" name="Text Box 6">
            <a:extLst>
              <a:ext uri="{FF2B5EF4-FFF2-40B4-BE49-F238E27FC236}">
                <a16:creationId xmlns:a16="http://schemas.microsoft.com/office/drawing/2014/main" id="{867FBE06-5C7E-4DA5-BD55-8C09A816CE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4149725"/>
            <a:ext cx="573881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>
                <a:schemeClr val="folHlink"/>
              </a:buClr>
              <a:buFont typeface="Wingdings" panose="05000000000000000000" pitchFamily="2" charset="2"/>
              <a:buChar char="Ø"/>
            </a:pPr>
            <a:r>
              <a:rPr kumimoji="1" lang="zh-CN" altLang="en-US" sz="2800" b="1">
                <a:latin typeface="Times New Roman" panose="02020603050405020304" pitchFamily="18" charset="0"/>
              </a:rPr>
              <a:t>用移位的次数判断除法是否结束</a:t>
            </a:r>
            <a:endParaRPr kumimoji="1" lang="zh-CN" altLang="en-US" sz="2800" b="1" i="1" baseline="45000">
              <a:latin typeface="Times New Roman" panose="02020603050405020304" pitchFamily="18" charset="0"/>
            </a:endParaRPr>
          </a:p>
        </p:txBody>
      </p:sp>
      <p:sp>
        <p:nvSpPr>
          <p:cNvPr id="93192" name="Text Box 8">
            <a:extLst>
              <a:ext uri="{FF2B5EF4-FFF2-40B4-BE49-F238E27FC236}">
                <a16:creationId xmlns:a16="http://schemas.microsoft.com/office/drawing/2014/main" id="{8593BEDC-7AE0-4281-A51C-700D676364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5013325"/>
            <a:ext cx="464978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>
                <a:schemeClr val="folHlink"/>
              </a:buClr>
              <a:buFont typeface="Wingdings" panose="05000000000000000000" pitchFamily="2" charset="2"/>
              <a:buChar char="Ø"/>
            </a:pPr>
            <a:r>
              <a:rPr kumimoji="1" lang="zh-CN" altLang="en-US" sz="2800" b="1">
                <a:latin typeface="Times New Roman" panose="02020603050405020304" pitchFamily="18" charset="0"/>
              </a:rPr>
              <a:t>精度误差最大为 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2</a:t>
            </a:r>
            <a:r>
              <a:rPr kumimoji="1" lang="en-US" altLang="zh-CN" sz="2800" b="1" baseline="45000">
                <a:latin typeface="Times New Roman" panose="02020603050405020304" pitchFamily="18" charset="0"/>
              </a:rPr>
              <a:t>-</a:t>
            </a:r>
            <a:r>
              <a:rPr kumimoji="1" lang="en-US" altLang="zh-CN" sz="2800" b="1" i="1" baseline="45000">
                <a:latin typeface="Times New Roman" panose="02020603050405020304" pitchFamily="18" charset="0"/>
              </a:rPr>
              <a:t>n</a:t>
            </a: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F8C0CD0A-67C4-46D5-AE4D-2AF5721223B7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93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93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93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93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93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187" grpId="0" autoUpdateAnimBg="0"/>
      <p:bldP spid="93188" grpId="0" autoUpdateAnimBg="0"/>
      <p:bldP spid="93189" grpId="0" autoUpdateAnimBg="0"/>
      <p:bldP spid="93190" grpId="0" autoUpdateAnimBg="0"/>
      <p:bldP spid="93192" grpId="0" autoUpdateAnimBg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Text Box 2">
            <a:extLst>
              <a:ext uri="{FF2B5EF4-FFF2-40B4-BE49-F238E27FC236}">
                <a16:creationId xmlns:a16="http://schemas.microsoft.com/office/drawing/2014/main" id="{41AB127E-3964-43A4-ABB5-213B22323A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" y="260350"/>
            <a:ext cx="83629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(5) </a:t>
            </a:r>
            <a:r>
              <a:rPr kumimoji="1" lang="zh-CN" altLang="en-US" b="1">
                <a:latin typeface="Times New Roman" panose="02020603050405020304" pitchFamily="18" charset="0"/>
              </a:rPr>
              <a:t>补码除和原码除（加减交替法）比较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E9EDDBA7-A388-4BEE-99A2-0EF824934D81}"/>
              </a:ext>
            </a:extLst>
          </p:cNvPr>
          <p:cNvGrpSpPr>
            <a:grpSpLocks/>
          </p:cNvGrpSpPr>
          <p:nvPr/>
        </p:nvGrpSpPr>
        <p:grpSpPr bwMode="auto">
          <a:xfrm>
            <a:off x="2771775" y="1412875"/>
            <a:ext cx="1116013" cy="519113"/>
            <a:chOff x="1746" y="890"/>
            <a:chExt cx="703" cy="327"/>
          </a:xfrm>
        </p:grpSpPr>
        <p:sp>
          <p:nvSpPr>
            <p:cNvPr id="97315" name="Text Box 4">
              <a:extLst>
                <a:ext uri="{FF2B5EF4-FFF2-40B4-BE49-F238E27FC236}">
                  <a16:creationId xmlns:a16="http://schemas.microsoft.com/office/drawing/2014/main" id="{3A44E178-CE1E-4E26-B515-0068A95659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46" y="890"/>
              <a:ext cx="70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 baseline="-25000">
                  <a:latin typeface="Times New Roman" panose="02020603050405020304" pitchFamily="18" charset="0"/>
                </a:rPr>
                <a:t>0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  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 baseline="-250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97316" name="AutoShape 5">
              <a:extLst>
                <a:ext uri="{FF2B5EF4-FFF2-40B4-BE49-F238E27FC236}">
                  <a16:creationId xmlns:a16="http://schemas.microsoft.com/office/drawing/2014/main" id="{D8BC8CFD-D52A-4522-89C3-FAF36122F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1" y="1003"/>
              <a:ext cx="147" cy="147"/>
            </a:xfrm>
            <a:prstGeom prst="flowChartOr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sp>
        <p:nvSpPr>
          <p:cNvPr id="94214" name="Text Box 6">
            <a:extLst>
              <a:ext uri="{FF2B5EF4-FFF2-40B4-BE49-F238E27FC236}">
                <a16:creationId xmlns:a16="http://schemas.microsoft.com/office/drawing/2014/main" id="{724A37CD-6EAB-4167-8B67-06C1E6795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5600" y="1412875"/>
            <a:ext cx="16129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自然形成</a:t>
            </a:r>
            <a:endParaRPr kumimoji="1" lang="zh-CN" altLang="en-US" sz="2800" b="1" baseline="-25000">
              <a:latin typeface="Times New Roman" panose="02020603050405020304" pitchFamily="18" charset="0"/>
            </a:endParaRPr>
          </a:p>
        </p:txBody>
      </p:sp>
      <p:sp>
        <p:nvSpPr>
          <p:cNvPr id="94215" name="Text Box 7">
            <a:extLst>
              <a:ext uri="{FF2B5EF4-FFF2-40B4-BE49-F238E27FC236}">
                <a16:creationId xmlns:a16="http://schemas.microsoft.com/office/drawing/2014/main" id="{16D61D44-083F-44F7-A59A-289B5F6448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1775" y="2043113"/>
            <a:ext cx="22225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绝对值补码</a:t>
            </a:r>
          </a:p>
        </p:txBody>
      </p:sp>
      <p:sp>
        <p:nvSpPr>
          <p:cNvPr id="94216" name="Text Box 8">
            <a:extLst>
              <a:ext uri="{FF2B5EF4-FFF2-40B4-BE49-F238E27FC236}">
                <a16:creationId xmlns:a16="http://schemas.microsoft.com/office/drawing/2014/main" id="{9DEC2960-03A0-4E86-BA12-EFC9E1294A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5600" y="2043113"/>
            <a:ext cx="898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补码</a:t>
            </a:r>
          </a:p>
        </p:txBody>
      </p:sp>
      <p:sp>
        <p:nvSpPr>
          <p:cNvPr id="94217" name="Text Box 9">
            <a:extLst>
              <a:ext uri="{FF2B5EF4-FFF2-40B4-BE49-F238E27FC236}">
                <a16:creationId xmlns:a16="http://schemas.microsoft.com/office/drawing/2014/main" id="{5568E550-CA9D-4E9A-A8B9-5B744C4CD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1775" y="2673350"/>
            <a:ext cx="21510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余数的正负</a:t>
            </a:r>
          </a:p>
        </p:txBody>
      </p:sp>
      <p:sp>
        <p:nvSpPr>
          <p:cNvPr id="94218" name="Text Box 10">
            <a:extLst>
              <a:ext uri="{FF2B5EF4-FFF2-40B4-BE49-F238E27FC236}">
                <a16:creationId xmlns:a16="http://schemas.microsoft.com/office/drawing/2014/main" id="{FCEEEF80-0E57-4BFB-B83A-210C190F90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5600" y="2673350"/>
            <a:ext cx="39544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比较余数和除数的符号</a:t>
            </a:r>
          </a:p>
        </p:txBody>
      </p:sp>
      <p:sp>
        <p:nvSpPr>
          <p:cNvPr id="94219" name="Text Box 11">
            <a:extLst>
              <a:ext uri="{FF2B5EF4-FFF2-40B4-BE49-F238E27FC236}">
                <a16:creationId xmlns:a16="http://schemas.microsoft.com/office/drawing/2014/main" id="{20583662-D702-4F3E-B2FA-311BCF1F0F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1775" y="3305175"/>
            <a:ext cx="18637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 n +</a:t>
            </a:r>
            <a:r>
              <a:rPr kumimoji="1" lang="en-US" altLang="zh-CN" sz="2800" b="1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94220" name="Text Box 12">
            <a:extLst>
              <a:ext uri="{FF2B5EF4-FFF2-40B4-BE49-F238E27FC236}">
                <a16:creationId xmlns:a16="http://schemas.microsoft.com/office/drawing/2014/main" id="{B5123F28-4631-4481-8015-BA3CF3F15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1775" y="3935413"/>
            <a:ext cx="17907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 n +</a:t>
            </a:r>
            <a:r>
              <a:rPr kumimoji="1" lang="en-US" altLang="zh-CN" sz="2800" b="1">
                <a:latin typeface="Times New Roman" panose="02020603050405020304" pitchFamily="18" charset="0"/>
              </a:rPr>
              <a:t>1</a:t>
            </a:r>
          </a:p>
        </p:txBody>
      </p:sp>
      <p:grpSp>
        <p:nvGrpSpPr>
          <p:cNvPr id="3" name="Group 13">
            <a:extLst>
              <a:ext uri="{FF2B5EF4-FFF2-40B4-BE49-F238E27FC236}">
                <a16:creationId xmlns:a16="http://schemas.microsoft.com/office/drawing/2014/main" id="{D12EEC7A-6A92-41CF-A67F-8D55371B5015}"/>
              </a:ext>
            </a:extLst>
          </p:cNvPr>
          <p:cNvGrpSpPr>
            <a:grpSpLocks/>
          </p:cNvGrpSpPr>
          <p:nvPr/>
        </p:nvGrpSpPr>
        <p:grpSpPr bwMode="auto">
          <a:xfrm>
            <a:off x="2771775" y="908050"/>
            <a:ext cx="4949825" cy="527050"/>
            <a:chOff x="1746" y="572"/>
            <a:chExt cx="3118" cy="332"/>
          </a:xfrm>
        </p:grpSpPr>
        <p:sp>
          <p:nvSpPr>
            <p:cNvPr id="97313" name="Text Box 14">
              <a:extLst>
                <a:ext uri="{FF2B5EF4-FFF2-40B4-BE49-F238E27FC236}">
                  <a16:creationId xmlns:a16="http://schemas.microsoft.com/office/drawing/2014/main" id="{C52BAD1C-9ECF-4892-80D5-B3ACB6AF5D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46" y="572"/>
              <a:ext cx="153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原码除</a:t>
              </a:r>
            </a:p>
          </p:txBody>
        </p:sp>
        <p:sp>
          <p:nvSpPr>
            <p:cNvPr id="97314" name="Text Box 15">
              <a:extLst>
                <a:ext uri="{FF2B5EF4-FFF2-40B4-BE49-F238E27FC236}">
                  <a16:creationId xmlns:a16="http://schemas.microsoft.com/office/drawing/2014/main" id="{09DCE6FD-E1C0-4A86-B637-B6DBAEC8E7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4" y="577"/>
              <a:ext cx="14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zh-CN" altLang="en-US" sz="28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补码除</a:t>
              </a:r>
            </a:p>
          </p:txBody>
        </p:sp>
      </p:grpSp>
      <p:grpSp>
        <p:nvGrpSpPr>
          <p:cNvPr id="4" name="Group 17">
            <a:extLst>
              <a:ext uri="{FF2B5EF4-FFF2-40B4-BE49-F238E27FC236}">
                <a16:creationId xmlns:a16="http://schemas.microsoft.com/office/drawing/2014/main" id="{350A5703-C9E1-455A-9F5D-62C7DA88E68F}"/>
              </a:ext>
            </a:extLst>
          </p:cNvPr>
          <p:cNvGrpSpPr>
            <a:grpSpLocks/>
          </p:cNvGrpSpPr>
          <p:nvPr/>
        </p:nvGrpSpPr>
        <p:grpSpPr bwMode="auto">
          <a:xfrm>
            <a:off x="533400" y="1412875"/>
            <a:ext cx="2238375" cy="4935538"/>
            <a:chOff x="336" y="890"/>
            <a:chExt cx="1410" cy="3109"/>
          </a:xfrm>
        </p:grpSpPr>
        <p:sp>
          <p:nvSpPr>
            <p:cNvPr id="97305" name="Text Box 18">
              <a:extLst>
                <a:ext uri="{FF2B5EF4-FFF2-40B4-BE49-F238E27FC236}">
                  <a16:creationId xmlns:a16="http://schemas.microsoft.com/office/drawing/2014/main" id="{994D91E5-EA86-46A7-9684-51E88B55C3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" y="890"/>
              <a:ext cx="82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商符</a:t>
              </a:r>
            </a:p>
          </p:txBody>
        </p:sp>
        <p:sp>
          <p:nvSpPr>
            <p:cNvPr id="97306" name="Text Box 19">
              <a:extLst>
                <a:ext uri="{FF2B5EF4-FFF2-40B4-BE49-F238E27FC236}">
                  <a16:creationId xmlns:a16="http://schemas.microsoft.com/office/drawing/2014/main" id="{A2D8292D-3EA1-4BD8-B481-FAFDCB4B7E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" y="1287"/>
              <a:ext cx="7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操作数</a:t>
              </a:r>
            </a:p>
          </p:txBody>
        </p:sp>
        <p:sp>
          <p:nvSpPr>
            <p:cNvPr id="97307" name="Text Box 20">
              <a:extLst>
                <a:ext uri="{FF2B5EF4-FFF2-40B4-BE49-F238E27FC236}">
                  <a16:creationId xmlns:a16="http://schemas.microsoft.com/office/drawing/2014/main" id="{DE7FEE9B-AB32-4BFF-ADB8-AFC63CE498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" y="1684"/>
              <a:ext cx="1229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上商原则</a:t>
              </a:r>
            </a:p>
          </p:txBody>
        </p:sp>
        <p:sp>
          <p:nvSpPr>
            <p:cNvPr id="97308" name="Text Box 21">
              <a:extLst>
                <a:ext uri="{FF2B5EF4-FFF2-40B4-BE49-F238E27FC236}">
                  <a16:creationId xmlns:a16="http://schemas.microsoft.com/office/drawing/2014/main" id="{C98AD7D8-9E98-45F7-9CB5-A25E0331F7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" y="2082"/>
              <a:ext cx="118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上商次数</a:t>
              </a:r>
            </a:p>
          </p:txBody>
        </p:sp>
        <p:sp>
          <p:nvSpPr>
            <p:cNvPr id="97309" name="Text Box 22">
              <a:extLst>
                <a:ext uri="{FF2B5EF4-FFF2-40B4-BE49-F238E27FC236}">
                  <a16:creationId xmlns:a16="http://schemas.microsoft.com/office/drawing/2014/main" id="{E55858C5-0221-4405-913D-86E8F36485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" y="2479"/>
              <a:ext cx="136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加法次数</a:t>
              </a:r>
            </a:p>
          </p:txBody>
        </p:sp>
        <p:sp>
          <p:nvSpPr>
            <p:cNvPr id="97310" name="Text Box 23">
              <a:extLst>
                <a:ext uri="{FF2B5EF4-FFF2-40B4-BE49-F238E27FC236}">
                  <a16:creationId xmlns:a16="http://schemas.microsoft.com/office/drawing/2014/main" id="{DB58D0C7-1C8C-4B0A-ACF3-94805F3379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" y="3274"/>
              <a:ext cx="127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移位次数</a:t>
              </a:r>
            </a:p>
          </p:txBody>
        </p:sp>
        <p:sp>
          <p:nvSpPr>
            <p:cNvPr id="97311" name="Text Box 24">
              <a:extLst>
                <a:ext uri="{FF2B5EF4-FFF2-40B4-BE49-F238E27FC236}">
                  <a16:creationId xmlns:a16="http://schemas.microsoft.com/office/drawing/2014/main" id="{326B813C-7037-4E8F-9307-191F97627B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" y="3672"/>
              <a:ext cx="141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第一步操作</a:t>
              </a:r>
            </a:p>
          </p:txBody>
        </p:sp>
        <p:sp>
          <p:nvSpPr>
            <p:cNvPr id="97312" name="Text Box 25">
              <a:extLst>
                <a:ext uri="{FF2B5EF4-FFF2-40B4-BE49-F238E27FC236}">
                  <a16:creationId xmlns:a16="http://schemas.microsoft.com/office/drawing/2014/main" id="{91FF6726-CF88-4B5F-BE3E-2138130286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" y="2877"/>
              <a:ext cx="95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移位</a:t>
              </a:r>
            </a:p>
          </p:txBody>
        </p:sp>
      </p:grpSp>
      <p:sp>
        <p:nvSpPr>
          <p:cNvPr id="94234" name="Text Box 26">
            <a:extLst>
              <a:ext uri="{FF2B5EF4-FFF2-40B4-BE49-F238E27FC236}">
                <a16:creationId xmlns:a16="http://schemas.microsoft.com/office/drawing/2014/main" id="{387D2108-6017-4441-913F-0B4508893F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1775" y="5829300"/>
            <a:ext cx="2736850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x*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1600" b="1">
                <a:latin typeface="Times New Roman" panose="02020603050405020304" pitchFamily="18" charset="0"/>
              </a:rPr>
              <a:t>－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y*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kumimoji="1" lang="en-US" altLang="zh-CN" sz="2800" b="1">
              <a:latin typeface="Times New Roman" panose="02020603050405020304" pitchFamily="18" charset="0"/>
            </a:endParaRPr>
          </a:p>
        </p:txBody>
      </p:sp>
      <p:sp>
        <p:nvSpPr>
          <p:cNvPr id="94235" name="Text Box 27">
            <a:extLst>
              <a:ext uri="{FF2B5EF4-FFF2-40B4-BE49-F238E27FC236}">
                <a16:creationId xmlns:a16="http://schemas.microsoft.com/office/drawing/2014/main" id="{95678F17-7576-42BE-8CA8-0C8AA08A59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1775" y="5197475"/>
            <a:ext cx="7921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 n</a:t>
            </a:r>
          </a:p>
        </p:txBody>
      </p:sp>
      <p:sp>
        <p:nvSpPr>
          <p:cNvPr id="94236" name="Text Box 28">
            <a:extLst>
              <a:ext uri="{FF2B5EF4-FFF2-40B4-BE49-F238E27FC236}">
                <a16:creationId xmlns:a16="http://schemas.microsoft.com/office/drawing/2014/main" id="{3FD2B327-00E4-4156-B6A9-644D42FB2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1775" y="4567238"/>
            <a:ext cx="20891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逻辑左移</a:t>
            </a:r>
          </a:p>
        </p:txBody>
      </p:sp>
      <p:sp>
        <p:nvSpPr>
          <p:cNvPr id="94237" name="Text Box 29">
            <a:extLst>
              <a:ext uri="{FF2B5EF4-FFF2-40B4-BE49-F238E27FC236}">
                <a16:creationId xmlns:a16="http://schemas.microsoft.com/office/drawing/2014/main" id="{BFC319D7-E0C6-43EB-A93B-63A2B5D0DE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5600" y="3935413"/>
            <a:ext cx="8651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 n</a:t>
            </a:r>
            <a:endParaRPr kumimoji="1" lang="en-US" altLang="zh-CN" sz="2800" b="1">
              <a:latin typeface="Times New Roman" panose="02020603050405020304" pitchFamily="18" charset="0"/>
            </a:endParaRPr>
          </a:p>
        </p:txBody>
      </p:sp>
      <p:sp>
        <p:nvSpPr>
          <p:cNvPr id="94238" name="Text Box 30">
            <a:extLst>
              <a:ext uri="{FF2B5EF4-FFF2-40B4-BE49-F238E27FC236}">
                <a16:creationId xmlns:a16="http://schemas.microsoft.com/office/drawing/2014/main" id="{F2E8D61D-0BDB-496B-B56E-1C31ECFC16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5600" y="3305175"/>
            <a:ext cx="1657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 n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+1</a:t>
            </a:r>
          </a:p>
        </p:txBody>
      </p:sp>
      <p:sp>
        <p:nvSpPr>
          <p:cNvPr id="94239" name="Text Box 31">
            <a:extLst>
              <a:ext uri="{FF2B5EF4-FFF2-40B4-BE49-F238E27FC236}">
                <a16:creationId xmlns:a16="http://schemas.microsoft.com/office/drawing/2014/main" id="{7707173B-85E0-47D2-8095-675D04837A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5600" y="4545013"/>
            <a:ext cx="244951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逻辑左移</a:t>
            </a:r>
          </a:p>
        </p:txBody>
      </p:sp>
      <p:sp>
        <p:nvSpPr>
          <p:cNvPr id="94240" name="Text Box 32">
            <a:extLst>
              <a:ext uri="{FF2B5EF4-FFF2-40B4-BE49-F238E27FC236}">
                <a16:creationId xmlns:a16="http://schemas.microsoft.com/office/drawing/2014/main" id="{E7F76218-D978-4369-AC5A-981CF70B0A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5600" y="5197475"/>
            <a:ext cx="1152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 n</a:t>
            </a:r>
            <a:endParaRPr kumimoji="1" lang="en-US" altLang="zh-CN" sz="2800" b="1">
              <a:latin typeface="Times New Roman" panose="02020603050405020304" pitchFamily="18" charset="0"/>
            </a:endParaRPr>
          </a:p>
        </p:txBody>
      </p:sp>
      <p:grpSp>
        <p:nvGrpSpPr>
          <p:cNvPr id="5" name="Group 33">
            <a:extLst>
              <a:ext uri="{FF2B5EF4-FFF2-40B4-BE49-F238E27FC236}">
                <a16:creationId xmlns:a16="http://schemas.microsoft.com/office/drawing/2014/main" id="{D3140DC2-99C0-4EDF-8F91-E5610ECD6915}"/>
              </a:ext>
            </a:extLst>
          </p:cNvPr>
          <p:cNvGrpSpPr>
            <a:grpSpLocks/>
          </p:cNvGrpSpPr>
          <p:nvPr/>
        </p:nvGrpSpPr>
        <p:grpSpPr bwMode="auto">
          <a:xfrm>
            <a:off x="5435600" y="5829300"/>
            <a:ext cx="3313113" cy="1028700"/>
            <a:chOff x="3424" y="3672"/>
            <a:chExt cx="2087" cy="648"/>
          </a:xfrm>
        </p:grpSpPr>
        <p:sp>
          <p:nvSpPr>
            <p:cNvPr id="97303" name="Text Box 34">
              <a:extLst>
                <a:ext uri="{FF2B5EF4-FFF2-40B4-BE49-F238E27FC236}">
                  <a16:creationId xmlns:a16="http://schemas.microsoft.com/office/drawing/2014/main" id="{D39FA7A9-FF2B-4B39-BC44-9EC048D863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4" y="3672"/>
              <a:ext cx="208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同号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1600" b="1">
                  <a:latin typeface="Times New Roman" panose="02020603050405020304" pitchFamily="18" charset="0"/>
                </a:rPr>
                <a:t>－</a:t>
              </a:r>
              <a:r>
                <a:rPr kumimoji="1" lang="zh-CN" altLang="en-US" sz="1600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</a:p>
          </p:txBody>
        </p:sp>
        <p:sp>
          <p:nvSpPr>
            <p:cNvPr id="97304" name="Text Box 35">
              <a:extLst>
                <a:ext uri="{FF2B5EF4-FFF2-40B4-BE49-F238E27FC236}">
                  <a16:creationId xmlns:a16="http://schemas.microsoft.com/office/drawing/2014/main" id="{84F6DD0E-D23F-469E-8D75-3AAA23BC52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4" y="3993"/>
              <a:ext cx="208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>
                  <a:latin typeface="Times New Roman" panose="02020603050405020304" pitchFamily="18" charset="0"/>
                </a:rPr>
                <a:t>异号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zh-CN" altLang="en-US" sz="1600" b="1">
                  <a:latin typeface="Times New Roman" panose="02020603050405020304" pitchFamily="18" charset="0"/>
                </a:rPr>
                <a:t>＋</a:t>
              </a:r>
              <a:r>
                <a:rPr kumimoji="1" lang="zh-CN" altLang="en-US" sz="1600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</a:p>
          </p:txBody>
        </p:sp>
      </p:grpSp>
      <p:sp>
        <p:nvSpPr>
          <p:cNvPr id="37" name="矩形 36">
            <a:extLst>
              <a:ext uri="{FF2B5EF4-FFF2-40B4-BE49-F238E27FC236}">
                <a16:creationId xmlns:a16="http://schemas.microsoft.com/office/drawing/2014/main" id="{2AAAB814-5BAA-4064-A0BE-E5D784D8E5CD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94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94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94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94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94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94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94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94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94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94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94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94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94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94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214" grpId="0"/>
      <p:bldP spid="94215" grpId="0" autoUpdateAnimBg="0"/>
      <p:bldP spid="94216" grpId="0" autoUpdateAnimBg="0"/>
      <p:bldP spid="94217" grpId="0" autoUpdateAnimBg="0"/>
      <p:bldP spid="94218" grpId="0" autoUpdateAnimBg="0"/>
      <p:bldP spid="94219" grpId="0" autoUpdateAnimBg="0"/>
      <p:bldP spid="94220" grpId="0" autoUpdateAnimBg="0"/>
      <p:bldP spid="94234" grpId="0" autoUpdateAnimBg="0"/>
      <p:bldP spid="94235" grpId="0" autoUpdateAnimBg="0"/>
      <p:bldP spid="94236" grpId="0" autoUpdateAnimBg="0"/>
      <p:bldP spid="94237" grpId="0"/>
      <p:bldP spid="94238" grpId="0"/>
      <p:bldP spid="94239" grpId="0"/>
      <p:bldP spid="94240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673A552-89DE-4939-86AF-B735FE0DFB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23528" y="274638"/>
            <a:ext cx="6923112" cy="457199"/>
          </a:xfrm>
        </p:spPr>
        <p:txBody>
          <a:bodyPr/>
          <a:lstStyle/>
          <a:p>
            <a:pPr indent="267970">
              <a:lnSpc>
                <a:spcPct val="156000"/>
              </a:lnSpc>
              <a:spcAft>
                <a:spcPts val="0"/>
              </a:spcAft>
            </a:pPr>
            <a:r>
              <a:rPr lang="zh-CN" altLang="en-US" b="1" kern="100" dirty="0">
                <a:latin typeface="Cambria" panose="020405030504060302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b="1" kern="100" dirty="0">
                <a:latin typeface="Cambria" panose="020405030504060302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6</a:t>
            </a:r>
            <a:r>
              <a:rPr lang="zh-CN" altLang="en-US" b="1" kern="100" dirty="0">
                <a:latin typeface="Cambria" panose="020405030504060302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</a:t>
            </a:r>
            <a:r>
              <a:rPr lang="zh-CN" altLang="zh-CN" b="1" kern="100" dirty="0">
                <a:latin typeface="Cambria" panose="020405030504060302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补码码除法的硬件配置</a:t>
            </a:r>
            <a:endParaRPr lang="zh-CN" altLang="en-US" dirty="0"/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C6DE0CE9-552A-4548-AA77-F74139330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9631" y="1844823"/>
            <a:ext cx="21607041" cy="457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zh-CN" altLang="en-US"/>
          </a:p>
        </p:txBody>
      </p:sp>
      <p:graphicFrame>
        <p:nvGraphicFramePr>
          <p:cNvPr id="5" name="对象 4">
            <a:extLst>
              <a:ext uri="{FF2B5EF4-FFF2-40B4-BE49-F238E27FC236}">
                <a16:creationId xmlns:a16="http://schemas.microsoft.com/office/drawing/2014/main" id="{FCA72334-CA16-4080-99C9-59E89635F1E2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043613107"/>
              </p:ext>
            </p:extLst>
          </p:nvPr>
        </p:nvGraphicFramePr>
        <p:xfrm>
          <a:off x="755576" y="1484784"/>
          <a:ext cx="6984776" cy="412259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6634" name="Visio" r:id="rId3" imgW="3814804" imgH="2256375" progId="Visio.Drawing.11">
                  <p:embed/>
                </p:oleObj>
              </mc:Choice>
              <mc:Fallback>
                <p:oleObj name="Visio" r:id="rId3" imgW="3814804" imgH="2256375" progId="Visio.Drawing.11">
                  <p:embed/>
                  <p:pic>
                    <p:nvPicPr>
                      <p:cNvPr id="0" name="Object 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55576" y="1484784"/>
                        <a:ext cx="6984776" cy="4122595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矩形 5">
            <a:extLst>
              <a:ext uri="{FF2B5EF4-FFF2-40B4-BE49-F238E27FC236}">
                <a16:creationId xmlns:a16="http://schemas.microsoft.com/office/drawing/2014/main" id="{D015B4ED-8B0E-4CBC-9644-73193849706F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113171463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2. 4  </a:t>
            </a:r>
            <a:r>
              <a:rPr lang="zh-CN" altLang="en-US" sz="4400" b="1" dirty="0">
                <a:solidFill>
                  <a:srgbClr val="FF0000"/>
                </a:solidFill>
              </a:rPr>
              <a:t>定点数除法运算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定点除法运算分析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补码除法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原码除法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4. </a:t>
            </a:r>
            <a:r>
              <a:rPr lang="zh-CN" altLang="en-US" dirty="0"/>
              <a:t>阵列除法器</a:t>
            </a:r>
          </a:p>
        </p:txBody>
      </p:sp>
      <p:sp>
        <p:nvSpPr>
          <p:cNvPr id="9" name="Text Box 4">
            <a:extLst>
              <a:ext uri="{FF2B5EF4-FFF2-40B4-BE49-F238E27FC236}">
                <a16:creationId xmlns:a16="http://schemas.microsoft.com/office/drawing/2014/main" id="{CF94B1E2-0F6A-4B01-991C-CB9E1BC0DB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434" y="55308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5.MIPS</a:t>
            </a:r>
            <a:r>
              <a:rPr lang="zh-CN" altLang="en-US" dirty="0"/>
              <a:t>中的除法</a:t>
            </a: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AA4210A5-1A0C-4C00-AD6C-3D7AC5A7B9B4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3843355638"/>
      </p:ext>
    </p:extLst>
  </p:cSld>
  <p:clrMapOvr>
    <a:masterClrMapping/>
  </p:clrMapOvr>
  <p:transition spd="slow"/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B0E990D-DAD1-45A3-9999-8DDEDBF9ED2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四、</a:t>
            </a:r>
            <a:r>
              <a:rPr lang="en-US" altLang="zh-CN" dirty="0"/>
              <a:t> </a:t>
            </a:r>
            <a:r>
              <a:rPr lang="zh-CN" altLang="en-US" dirty="0"/>
              <a:t>阵列除法器</a:t>
            </a:r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D8CF7826-570A-4A0E-8CEF-0B0317B8C87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052737"/>
            <a:ext cx="8229600" cy="648072"/>
          </a:xfrm>
        </p:spPr>
        <p:txBody>
          <a:bodyPr/>
          <a:lstStyle/>
          <a:p>
            <a:pPr marL="0" indent="0">
              <a:buNone/>
            </a:pPr>
            <a:r>
              <a:rPr lang="en-US" altLang="zh-CN" dirty="0"/>
              <a:t>1.</a:t>
            </a:r>
            <a:r>
              <a:rPr lang="zh-CN" altLang="en-US" dirty="0"/>
              <a:t>可控制加</a:t>
            </a:r>
            <a:r>
              <a:rPr lang="en-US" altLang="zh-CN" dirty="0"/>
              <a:t>/</a:t>
            </a:r>
            <a:r>
              <a:rPr lang="zh-CN" altLang="en-US" dirty="0"/>
              <a:t>减法</a:t>
            </a:r>
            <a:r>
              <a:rPr lang="en-US" altLang="zh-CN" dirty="0"/>
              <a:t>(CAS)</a:t>
            </a:r>
            <a:r>
              <a:rPr lang="zh-CN" altLang="en-US" dirty="0"/>
              <a:t>单元 </a:t>
            </a:r>
          </a:p>
        </p:txBody>
      </p:sp>
      <p:grpSp>
        <p:nvGrpSpPr>
          <p:cNvPr id="4" name="Group 4">
            <a:extLst>
              <a:ext uri="{FF2B5EF4-FFF2-40B4-BE49-F238E27FC236}">
                <a16:creationId xmlns:a16="http://schemas.microsoft.com/office/drawing/2014/main" id="{C71D308E-0A6C-42CA-B8AA-A17F412A27A0}"/>
              </a:ext>
            </a:extLst>
          </p:cNvPr>
          <p:cNvGrpSpPr>
            <a:grpSpLocks/>
          </p:cNvGrpSpPr>
          <p:nvPr/>
        </p:nvGrpSpPr>
        <p:grpSpPr bwMode="auto">
          <a:xfrm>
            <a:off x="1087103" y="2204864"/>
            <a:ext cx="3107500" cy="3413902"/>
            <a:chOff x="35" y="0"/>
            <a:chExt cx="1643" cy="1805"/>
          </a:xfrm>
        </p:grpSpPr>
        <p:sp>
          <p:nvSpPr>
            <p:cNvPr id="5" name="Text Box 4">
              <a:extLst>
                <a:ext uri="{FF2B5EF4-FFF2-40B4-BE49-F238E27FC236}">
                  <a16:creationId xmlns:a16="http://schemas.microsoft.com/office/drawing/2014/main" id="{7AD1CB8E-966A-4A00-923B-B5BA241AA9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2" y="806"/>
              <a:ext cx="356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C</a:t>
              </a:r>
              <a:r>
                <a:rPr kumimoji="0" lang="en-US" sz="2400" b="0" i="0" u="none" strike="noStrike" kern="0" cap="none" spc="0" normalizeH="0" baseline="-25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i</a:t>
              </a:r>
              <a:r>
                <a:rPr kumimoji="0" lang="en-US" sz="2400" b="0" i="1" u="none" strike="noStrike" kern="0" cap="none" spc="0" normalizeH="0" baseline="-25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+</a:t>
              </a:r>
              <a:r>
                <a:rPr kumimoji="0" lang="en-US" sz="2400" b="0" i="0" u="none" strike="noStrike" kern="0" cap="none" spc="0" normalizeH="0" baseline="-25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1</a:t>
              </a: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Segoe UI Black" panose="020B0A02040204020203" pitchFamily="34" charset="0"/>
                <a:ea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grpSp>
          <p:nvGrpSpPr>
            <p:cNvPr id="6" name="Group 6">
              <a:extLst>
                <a:ext uri="{FF2B5EF4-FFF2-40B4-BE49-F238E27FC236}">
                  <a16:creationId xmlns:a16="http://schemas.microsoft.com/office/drawing/2014/main" id="{1EBCEE92-F36F-4836-BA74-D1895778E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" y="0"/>
              <a:ext cx="1290" cy="1805"/>
              <a:chOff x="35" y="0"/>
              <a:chExt cx="1290" cy="1805"/>
            </a:xfrm>
          </p:grpSpPr>
          <p:sp>
            <p:nvSpPr>
              <p:cNvPr id="7" name="Line 6">
                <a:extLst>
                  <a:ext uri="{FF2B5EF4-FFF2-40B4-BE49-F238E27FC236}">
                    <a16:creationId xmlns:a16="http://schemas.microsoft.com/office/drawing/2014/main" id="{797629A8-0460-4369-A900-482D306142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" y="866"/>
                <a:ext cx="980" cy="0"/>
              </a:xfrm>
              <a:prstGeom prst="line">
                <a:avLst/>
              </a:prstGeom>
              <a:noFill/>
              <a:ln w="19050">
                <a:solidFill>
                  <a:srgbClr val="954F7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  <p:sp>
            <p:nvSpPr>
              <p:cNvPr id="8" name="Line 7">
                <a:extLst>
                  <a:ext uri="{FF2B5EF4-FFF2-40B4-BE49-F238E27FC236}">
                    <a16:creationId xmlns:a16="http://schemas.microsoft.com/office/drawing/2014/main" id="{2E0ABB18-2006-4389-B95F-06CC1CB6F7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37" y="1023"/>
                <a:ext cx="0" cy="130"/>
              </a:xfrm>
              <a:prstGeom prst="line">
                <a:avLst/>
              </a:prstGeom>
              <a:noFill/>
              <a:ln w="19050">
                <a:solidFill>
                  <a:srgbClr val="954F7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  <p:sp>
            <p:nvSpPr>
              <p:cNvPr id="9" name="Line 8">
                <a:extLst>
                  <a:ext uri="{FF2B5EF4-FFF2-40B4-BE49-F238E27FC236}">
                    <a16:creationId xmlns:a16="http://schemas.microsoft.com/office/drawing/2014/main" id="{8B422D8C-E006-43C2-AA22-6F0102CC04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9" y="540"/>
                <a:ext cx="0" cy="145"/>
              </a:xfrm>
              <a:prstGeom prst="line">
                <a:avLst/>
              </a:prstGeom>
              <a:noFill/>
              <a:ln w="19050">
                <a:solidFill>
                  <a:srgbClr val="954F7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  <p:sp>
            <p:nvSpPr>
              <p:cNvPr id="10" name="Line 9">
                <a:extLst>
                  <a:ext uri="{FF2B5EF4-FFF2-40B4-BE49-F238E27FC236}">
                    <a16:creationId xmlns:a16="http://schemas.microsoft.com/office/drawing/2014/main" id="{E6BC897B-3282-4D09-A5F6-3E05E058A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6" y="283"/>
                <a:ext cx="0" cy="111"/>
              </a:xfrm>
              <a:prstGeom prst="line">
                <a:avLst/>
              </a:prstGeom>
              <a:noFill/>
              <a:ln w="19050">
                <a:solidFill>
                  <a:srgbClr val="954F72"/>
                </a:solidFill>
                <a:round/>
                <a:headEnd/>
                <a:tailEnd type="oval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  <p:sp>
            <p:nvSpPr>
              <p:cNvPr id="11" name="Line 10">
                <a:extLst>
                  <a:ext uri="{FF2B5EF4-FFF2-40B4-BE49-F238E27FC236}">
                    <a16:creationId xmlns:a16="http://schemas.microsoft.com/office/drawing/2014/main" id="{9C87D5BD-521C-4988-AFBF-97AB92B22B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2" y="143"/>
                <a:ext cx="0" cy="241"/>
              </a:xfrm>
              <a:prstGeom prst="line">
                <a:avLst/>
              </a:prstGeom>
              <a:noFill/>
              <a:ln w="19050">
                <a:solidFill>
                  <a:srgbClr val="954F7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  <p:sp>
            <p:nvSpPr>
              <p:cNvPr id="12" name="Line 11">
                <a:extLst>
                  <a:ext uri="{FF2B5EF4-FFF2-40B4-BE49-F238E27FC236}">
                    <a16:creationId xmlns:a16="http://schemas.microsoft.com/office/drawing/2014/main" id="{7B4F1B8A-15A1-40A7-9DD8-0A84144220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2" y="284"/>
                <a:ext cx="1000" cy="0"/>
              </a:xfrm>
              <a:prstGeom prst="line">
                <a:avLst/>
              </a:prstGeom>
              <a:noFill/>
              <a:ln w="19050">
                <a:solidFill>
                  <a:srgbClr val="954F7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  <p:sp>
            <p:nvSpPr>
              <p:cNvPr id="13" name="Line 13">
                <a:extLst>
                  <a:ext uri="{FF2B5EF4-FFF2-40B4-BE49-F238E27FC236}">
                    <a16:creationId xmlns:a16="http://schemas.microsoft.com/office/drawing/2014/main" id="{7F5051D8-A459-449F-926B-BE48412555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87" y="145"/>
                <a:ext cx="0" cy="540"/>
              </a:xfrm>
              <a:prstGeom prst="line">
                <a:avLst/>
              </a:prstGeom>
              <a:noFill/>
              <a:ln w="19050">
                <a:solidFill>
                  <a:srgbClr val="954F7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  <p:sp>
            <p:nvSpPr>
              <p:cNvPr id="14" name="Text Box 14">
                <a:extLst>
                  <a:ext uri="{FF2B5EF4-FFF2-40B4-BE49-F238E27FC236}">
                    <a16:creationId xmlns:a16="http://schemas.microsoft.com/office/drawing/2014/main" id="{6E134398-915A-49CE-AFEC-A9A8F0EC95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" y="227"/>
                <a:ext cx="227" cy="18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0563C1"/>
                  </a:buClr>
                  <a:buSzPct val="65000"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P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  <p:sp>
            <p:nvSpPr>
              <p:cNvPr id="15" name="Text Box 15">
                <a:extLst>
                  <a:ext uri="{FF2B5EF4-FFF2-40B4-BE49-F238E27FC236}">
                    <a16:creationId xmlns:a16="http://schemas.microsoft.com/office/drawing/2014/main" id="{157B00D0-3716-4BE9-BB0F-D0C24CEA82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" y="806"/>
                <a:ext cx="334" cy="14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0563C1"/>
                  </a:buClr>
                  <a:buSzPct val="65000"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C</a:t>
                </a:r>
                <a:r>
                  <a:rPr kumimoji="0" lang="en-US" sz="2400" b="0" i="0" u="none" strike="noStrike" kern="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i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  <p:sp>
            <p:nvSpPr>
              <p:cNvPr id="16" name="Text Box 16">
                <a:extLst>
                  <a:ext uri="{FF2B5EF4-FFF2-40B4-BE49-F238E27FC236}">
                    <a16:creationId xmlns:a16="http://schemas.microsoft.com/office/drawing/2014/main" id="{D8C82104-D2ED-4798-8021-B49C1EB284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7" y="1170"/>
                <a:ext cx="153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0563C1"/>
                  </a:buClr>
                  <a:buSzPct val="65000"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S</a:t>
                </a:r>
                <a:r>
                  <a:rPr kumimoji="0" lang="en-US" sz="2400" b="0" i="0" u="none" strike="noStrike" kern="0" cap="none" spc="0" normalizeH="0" baseline="-2500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i</a:t>
                </a: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  <p:sp>
            <p:nvSpPr>
              <p:cNvPr id="17" name="Text Box 17">
                <a:extLst>
                  <a:ext uri="{FF2B5EF4-FFF2-40B4-BE49-F238E27FC236}">
                    <a16:creationId xmlns:a16="http://schemas.microsoft.com/office/drawing/2014/main" id="{1A927FD0-6BBE-4746-A75C-CDFA7B6288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0" y="0"/>
                <a:ext cx="207" cy="13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0563C1"/>
                  </a:buClr>
                  <a:buSzPct val="65000"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Y</a:t>
                </a:r>
                <a:r>
                  <a:rPr kumimoji="0" lang="en-US" sz="2400" b="0" i="0" u="none" strike="noStrike" kern="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i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  <p:sp>
            <p:nvSpPr>
              <p:cNvPr id="18" name="Text Box 18">
                <a:extLst>
                  <a:ext uri="{FF2B5EF4-FFF2-40B4-BE49-F238E27FC236}">
                    <a16:creationId xmlns:a16="http://schemas.microsoft.com/office/drawing/2014/main" id="{213CE43F-53AF-4569-850E-131AB93819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81" y="0"/>
                <a:ext cx="223" cy="13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0563C1"/>
                  </a:buClr>
                  <a:buSzPct val="65000"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X</a:t>
                </a:r>
                <a:r>
                  <a:rPr kumimoji="0" lang="en-US" sz="2400" b="0" i="0" u="none" strike="noStrike" kern="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i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  <p:sp>
            <p:nvSpPr>
              <p:cNvPr id="19" name="Text Box 19">
                <a:extLst>
                  <a:ext uri="{FF2B5EF4-FFF2-40B4-BE49-F238E27FC236}">
                    <a16:creationId xmlns:a16="http://schemas.microsoft.com/office/drawing/2014/main" id="{D0A0870E-3EC9-43F8-933F-D8606D4F72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3" y="1588"/>
                <a:ext cx="862" cy="21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0563C1"/>
                  </a:buClr>
                  <a:buSzPct val="65000"/>
                  <a:buFontTx/>
                  <a:buNone/>
                  <a:tabLst/>
                  <a:defRPr/>
                </a:pPr>
                <a:r>
                  <a:rPr kumimoji="0" lang="zh-CN" altLang="en-US" sz="2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Segoe UI Black" panose="020B0A02040204020203" pitchFamily="34" charset="0"/>
                  </a:rPr>
                  <a:t>电路</a:t>
                </a:r>
                <a:endParaRPr kumimoji="0" lang="zh-CN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Segoe UI Black" panose="020B0A02040204020203" pitchFamily="34" charset="0"/>
                </a:endParaRPr>
              </a:p>
            </p:txBody>
          </p:sp>
          <p:sp>
            <p:nvSpPr>
              <p:cNvPr id="20" name="Rectangle 20">
                <a:extLst>
                  <a:ext uri="{FF2B5EF4-FFF2-40B4-BE49-F238E27FC236}">
                    <a16:creationId xmlns:a16="http://schemas.microsoft.com/office/drawing/2014/main" id="{C0C85B9F-265F-41EB-83DC-6BDB69FE6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567" y="361"/>
                <a:ext cx="204" cy="253"/>
              </a:xfrm>
              <a:prstGeom prst="rect">
                <a:avLst/>
              </a:prstGeom>
              <a:solidFill>
                <a:srgbClr val="FFCC00"/>
              </a:solidFill>
              <a:ln w="19050" cmpd="sng">
                <a:solidFill>
                  <a:srgbClr val="954F72"/>
                </a:solidFill>
                <a:miter lim="800000"/>
                <a:headEnd/>
                <a:tailEnd/>
              </a:ln>
            </p:spPr>
            <p:txBody>
              <a:bodyPr vert="eaVert"/>
              <a:lstStyle/>
              <a:p>
                <a:pPr marL="342900" marR="0" lvl="0" indent="-342900" defTabSz="914400" eaLnBrk="1" fontAlgn="auto" latinLnBrk="0" hangingPunct="1">
                  <a:lnSpc>
                    <a:spcPct val="8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srgbClr val="0563C1"/>
                  </a:buClr>
                  <a:buSzPct val="65000"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 </a:t>
                </a: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=1</a:t>
                </a: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  <p:sp>
            <p:nvSpPr>
              <p:cNvPr id="21" name="Text Box 21">
                <a:extLst>
                  <a:ext uri="{FF2B5EF4-FFF2-40B4-BE49-F238E27FC236}">
                    <a16:creationId xmlns:a16="http://schemas.microsoft.com/office/drawing/2014/main" id="{F91DC61D-34B0-4C75-9A5D-DA53522A6F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0" y="683"/>
                <a:ext cx="407" cy="337"/>
              </a:xfrm>
              <a:prstGeom prst="rect">
                <a:avLst/>
              </a:prstGeom>
              <a:solidFill>
                <a:srgbClr val="00FF99"/>
              </a:solidFill>
              <a:ln w="19050" cmpd="sng">
                <a:solidFill>
                  <a:srgbClr val="954F72"/>
                </a:solidFill>
                <a:miter lim="800000"/>
                <a:headEnd/>
                <a:tailEnd/>
              </a:ln>
            </p:spPr>
            <p:txBody>
              <a:bodyPr lIns="0" tIns="72000" rIns="0" bIns="0" anchor="ctr" anchorCtr="1"/>
              <a:lstStyle/>
              <a:p>
                <a:pPr marL="342900" marR="0" lvl="0" indent="-342900" algn="ctr" defTabSz="914400" eaLnBrk="1" fontAlgn="auto" latinLnBrk="0" hangingPunct="1">
                  <a:lnSpc>
                    <a:spcPct val="80000"/>
                  </a:lnSpc>
                  <a:spcBef>
                    <a:spcPts val="300"/>
                  </a:spcBef>
                  <a:spcAft>
                    <a:spcPts val="0"/>
                  </a:spcAft>
                  <a:buClr>
                    <a:srgbClr val="0563C1"/>
                  </a:buClr>
                  <a:buSzPct val="65000"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FA</a:t>
                </a:r>
                <a:r>
                  <a:rPr kumimoji="0" lang="en-US" sz="2400" b="0" i="0" u="none" strike="noStrike" kern="0" cap="none" spc="0" normalizeH="0" baseline="-2500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Black" panose="020B0A02040204020203" pitchFamily="34" charset="0"/>
                    <a:ea typeface="Segoe UI Black" panose="020B0A02040204020203" pitchFamily="34" charset="0"/>
                    <a:cs typeface="Segoe UI Black" panose="020B0A02040204020203" pitchFamily="34" charset="0"/>
                  </a:rPr>
                  <a:t>i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endParaRPr>
              </a:p>
            </p:txBody>
          </p:sp>
        </p:grpSp>
      </p:grpSp>
      <p:grpSp>
        <p:nvGrpSpPr>
          <p:cNvPr id="22" name="Group 23">
            <a:extLst>
              <a:ext uri="{FF2B5EF4-FFF2-40B4-BE49-F238E27FC236}">
                <a16:creationId xmlns:a16="http://schemas.microsoft.com/office/drawing/2014/main" id="{A4B2FD79-B69F-4D33-9B3E-720476EC3278}"/>
              </a:ext>
            </a:extLst>
          </p:cNvPr>
          <p:cNvGrpSpPr>
            <a:grpSpLocks/>
          </p:cNvGrpSpPr>
          <p:nvPr/>
        </p:nvGrpSpPr>
        <p:grpSpPr bwMode="auto">
          <a:xfrm>
            <a:off x="5025855" y="2609615"/>
            <a:ext cx="2744360" cy="3009151"/>
            <a:chOff x="0" y="0"/>
            <a:chExt cx="1451" cy="1591"/>
          </a:xfrm>
        </p:grpSpPr>
        <p:sp>
          <p:nvSpPr>
            <p:cNvPr id="23" name="Line 23">
              <a:extLst>
                <a:ext uri="{FF2B5EF4-FFF2-40B4-BE49-F238E27FC236}">
                  <a16:creationId xmlns:a16="http://schemas.microsoft.com/office/drawing/2014/main" id="{8E918BE4-5F2C-4B81-8121-1A289D6AB4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" y="635"/>
              <a:ext cx="979" cy="0"/>
            </a:xfrm>
            <a:prstGeom prst="line">
              <a:avLst/>
            </a:prstGeom>
            <a:noFill/>
            <a:ln w="19050">
              <a:solidFill>
                <a:srgbClr val="954F7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sp>
          <p:nvSpPr>
            <p:cNvPr id="24" name="Line 24">
              <a:extLst>
                <a:ext uri="{FF2B5EF4-FFF2-40B4-BE49-F238E27FC236}">
                  <a16:creationId xmlns:a16="http://schemas.microsoft.com/office/drawing/2014/main" id="{8C8278C5-C9CF-43FA-930C-ECBC2DDA92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" y="436"/>
              <a:ext cx="979" cy="0"/>
            </a:xfrm>
            <a:prstGeom prst="line">
              <a:avLst/>
            </a:prstGeom>
            <a:noFill/>
            <a:ln w="19050">
              <a:solidFill>
                <a:srgbClr val="954F7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sp>
          <p:nvSpPr>
            <p:cNvPr id="25" name="Line 25">
              <a:extLst>
                <a:ext uri="{FF2B5EF4-FFF2-40B4-BE49-F238E27FC236}">
                  <a16:creationId xmlns:a16="http://schemas.microsoft.com/office/drawing/2014/main" id="{C9A81374-B5A8-4EDD-B31B-DB8135CB5B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9" y="605"/>
              <a:ext cx="0" cy="225"/>
            </a:xfrm>
            <a:prstGeom prst="line">
              <a:avLst/>
            </a:prstGeom>
            <a:noFill/>
            <a:ln w="19050">
              <a:solidFill>
                <a:srgbClr val="954F7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sp>
          <p:nvSpPr>
            <p:cNvPr id="26" name="Line 26">
              <a:extLst>
                <a:ext uri="{FF2B5EF4-FFF2-40B4-BE49-F238E27FC236}">
                  <a16:creationId xmlns:a16="http://schemas.microsoft.com/office/drawing/2014/main" id="{983FA0E9-7EFE-435C-ABEF-D5024C66D5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6" y="141"/>
              <a:ext cx="0" cy="213"/>
            </a:xfrm>
            <a:prstGeom prst="line">
              <a:avLst/>
            </a:prstGeom>
            <a:noFill/>
            <a:ln w="19050">
              <a:solidFill>
                <a:srgbClr val="954F7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sp>
          <p:nvSpPr>
            <p:cNvPr id="27" name="Line 27">
              <a:extLst>
                <a:ext uri="{FF2B5EF4-FFF2-40B4-BE49-F238E27FC236}">
                  <a16:creationId xmlns:a16="http://schemas.microsoft.com/office/drawing/2014/main" id="{AFC22B2B-81A2-4086-BCF1-C4B84249FB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" y="161"/>
              <a:ext cx="0" cy="193"/>
            </a:xfrm>
            <a:prstGeom prst="line">
              <a:avLst/>
            </a:prstGeom>
            <a:noFill/>
            <a:ln w="19050">
              <a:solidFill>
                <a:srgbClr val="954F7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sp>
          <p:nvSpPr>
            <p:cNvPr id="28" name="Text Box 28">
              <a:extLst>
                <a:ext uri="{FF2B5EF4-FFF2-40B4-BE49-F238E27FC236}">
                  <a16:creationId xmlns:a16="http://schemas.microsoft.com/office/drawing/2014/main" id="{6FFDA170-0069-400E-B6C4-4CDDA0715E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" y="377"/>
              <a:ext cx="153" cy="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P</a:t>
              </a: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Segoe UI Black" panose="020B0A02040204020203" pitchFamily="34" charset="0"/>
                <a:ea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sp>
          <p:nvSpPr>
            <p:cNvPr id="29" name="Text Box 29">
              <a:extLst>
                <a:ext uri="{FF2B5EF4-FFF2-40B4-BE49-F238E27FC236}">
                  <a16:creationId xmlns:a16="http://schemas.microsoft.com/office/drawing/2014/main" id="{8C7F9E51-453D-49F4-BF39-84BB9E683E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570"/>
              <a:ext cx="233" cy="1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C</a:t>
              </a:r>
              <a:r>
                <a:rPr kumimoji="0" lang="en-US" sz="2400" b="0" i="1" u="none" strike="noStrike" kern="0" cap="none" spc="0" normalizeH="0" baseline="-25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i</a:t>
              </a: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Segoe UI Black" panose="020B0A02040204020203" pitchFamily="34" charset="0"/>
                <a:ea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sp>
          <p:nvSpPr>
            <p:cNvPr id="30" name="Text Box 30">
              <a:extLst>
                <a:ext uri="{FF2B5EF4-FFF2-40B4-BE49-F238E27FC236}">
                  <a16:creationId xmlns:a16="http://schemas.microsoft.com/office/drawing/2014/main" id="{519D053F-C5DD-46DE-8683-6FFFC062CC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" y="0"/>
              <a:ext cx="199" cy="1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Y</a:t>
              </a:r>
              <a:r>
                <a:rPr kumimoji="0" lang="en-US" sz="2400" b="0" i="0" u="none" strike="noStrike" kern="0" cap="none" spc="0" normalizeH="0" baseline="-25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i</a:t>
              </a: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Segoe UI Black" panose="020B0A02040204020203" pitchFamily="34" charset="0"/>
                <a:ea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sp>
          <p:nvSpPr>
            <p:cNvPr id="31" name="Text Box 31">
              <a:extLst>
                <a:ext uri="{FF2B5EF4-FFF2-40B4-BE49-F238E27FC236}">
                  <a16:creationId xmlns:a16="http://schemas.microsoft.com/office/drawing/2014/main" id="{C0388062-8AAC-4EE6-BB5E-56258CB7AE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0" y="0"/>
              <a:ext cx="227" cy="1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X</a:t>
              </a:r>
              <a:r>
                <a:rPr kumimoji="0" lang="en-US" sz="2400" b="0" i="0" u="none" strike="noStrike" kern="0" cap="none" spc="0" normalizeH="0" baseline="-25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i</a:t>
              </a: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Segoe UI Black" panose="020B0A02040204020203" pitchFamily="34" charset="0"/>
                <a:ea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sp>
          <p:nvSpPr>
            <p:cNvPr id="32" name="Text Box 32">
              <a:extLst>
                <a:ext uri="{FF2B5EF4-FFF2-40B4-BE49-F238E27FC236}">
                  <a16:creationId xmlns:a16="http://schemas.microsoft.com/office/drawing/2014/main" id="{896294D4-C2CE-4207-9DB0-13DCC81341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0" y="575"/>
              <a:ext cx="301" cy="1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C</a:t>
              </a:r>
              <a:r>
                <a:rPr kumimoji="0" lang="en-US" sz="2400" b="0" i="0" u="none" strike="noStrike" kern="0" cap="none" spc="0" normalizeH="0" baseline="-25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i+1</a:t>
              </a: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Segoe UI Black" panose="020B0A02040204020203" pitchFamily="34" charset="0"/>
                <a:ea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sp>
          <p:nvSpPr>
            <p:cNvPr id="33" name="Text Box 33">
              <a:extLst>
                <a:ext uri="{FF2B5EF4-FFF2-40B4-BE49-F238E27FC236}">
                  <a16:creationId xmlns:a16="http://schemas.microsoft.com/office/drawing/2014/main" id="{0068E224-1B3A-4AB8-90A1-C5A7D1B7E1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8" y="847"/>
              <a:ext cx="151" cy="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S</a:t>
              </a:r>
              <a:r>
                <a:rPr kumimoji="0" lang="en-US" sz="2400" b="0" i="0" u="none" strike="noStrike" kern="0" cap="none" spc="0" normalizeH="0" baseline="-25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i</a:t>
              </a: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Segoe UI Black" panose="020B0A02040204020203" pitchFamily="34" charset="0"/>
                <a:ea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  <p:sp>
          <p:nvSpPr>
            <p:cNvPr id="34" name="Text Box 34">
              <a:extLst>
                <a:ext uri="{FF2B5EF4-FFF2-40B4-BE49-F238E27FC236}">
                  <a16:creationId xmlns:a16="http://schemas.microsoft.com/office/drawing/2014/main" id="{395A473F-6FC9-4CB1-A42D-704550DAA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" y="1374"/>
              <a:ext cx="1043" cy="21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Segoe UI Black" panose="020B0A02040204020203" pitchFamily="34" charset="0"/>
                </a:rPr>
                <a:t>符号表示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Segoe UI Black" panose="020B0A02040204020203" pitchFamily="34" charset="0"/>
              </a:endParaRPr>
            </a:p>
          </p:txBody>
        </p:sp>
        <p:sp>
          <p:nvSpPr>
            <p:cNvPr id="35" name="Text Box 35">
              <a:extLst>
                <a:ext uri="{FF2B5EF4-FFF2-40B4-BE49-F238E27FC236}">
                  <a16:creationId xmlns:a16="http://schemas.microsoft.com/office/drawing/2014/main" id="{E200F774-2430-4F1F-9BEA-F9734EBBEC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" y="358"/>
              <a:ext cx="455" cy="336"/>
            </a:xfrm>
            <a:prstGeom prst="rect">
              <a:avLst/>
            </a:prstGeom>
            <a:solidFill>
              <a:srgbClr val="00FF99"/>
            </a:solidFill>
            <a:ln w="19050" cmpd="sng">
              <a:solidFill>
                <a:srgbClr val="954F72"/>
              </a:solidFill>
              <a:miter lim="800000"/>
              <a:headEnd/>
              <a:tailEnd/>
            </a:ln>
          </p:spPr>
          <p:txBody>
            <a:bodyPr lIns="0" tIns="72000" rIns="0" bIns="0" anchor="ctr" anchorCtr="1"/>
            <a:lstStyle/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ts val="3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CAS</a:t>
              </a:r>
              <a:r>
                <a:rPr kumimoji="0" lang="en-US" sz="2400" b="0" i="0" u="none" strike="noStrike" kern="0" cap="none" spc="0" normalizeH="0" baseline="-25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 Black" panose="020B0A02040204020203" pitchFamily="34" charset="0"/>
                  <a:ea typeface="Segoe UI Black" panose="020B0A02040204020203" pitchFamily="34" charset="0"/>
                  <a:cs typeface="Segoe UI Black" panose="020B0A02040204020203" pitchFamily="34" charset="0"/>
                </a:rPr>
                <a:t>i</a:t>
              </a: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uLnTx/>
                <a:uFillTx/>
                <a:latin typeface="Segoe UI Black" panose="020B0A02040204020203" pitchFamily="34" charset="0"/>
                <a:ea typeface="Segoe UI Black" panose="020B0A02040204020203" pitchFamily="34" charset="0"/>
                <a:cs typeface="Segoe UI Black" panose="020B0A02040204020203" pitchFamily="34" charset="0"/>
              </a:endParaRPr>
            </a:p>
          </p:txBody>
        </p:sp>
      </p:grpSp>
      <p:sp>
        <p:nvSpPr>
          <p:cNvPr id="36" name="Rectangle 83">
            <a:extLst>
              <a:ext uri="{FF2B5EF4-FFF2-40B4-BE49-F238E27FC236}">
                <a16:creationId xmlns:a16="http://schemas.microsoft.com/office/drawing/2014/main" id="{8484F2DB-16EE-41EC-922F-A7181CE96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979" y="4289140"/>
            <a:ext cx="597676" cy="329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69900" indent="-4699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3000">
                <a:solidFill>
                  <a:schemeClr val="tx1"/>
                </a:solidFill>
                <a:latin typeface="Verdana" panose="020B0604030504040204" pitchFamily="34" charset="0"/>
                <a:ea typeface="华文新魏" panose="02010800040101010101" pitchFamily="2" charset="-122"/>
              </a:defRPr>
            </a:lvl1pPr>
            <a:lvl2pPr marL="742950" indent="-28575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600">
                <a:solidFill>
                  <a:schemeClr val="tx1"/>
                </a:solidFill>
                <a:latin typeface="Verdana" panose="020B0604030504040204" pitchFamily="34" charset="0"/>
                <a:ea typeface="华文新魏" panose="02010800040101010101" pitchFamily="2" charset="-122"/>
              </a:defRPr>
            </a:lvl2pPr>
            <a:lvl3pPr marL="11430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o"/>
              <a:defRPr sz="2300">
                <a:solidFill>
                  <a:schemeClr val="tx1"/>
                </a:solidFill>
                <a:latin typeface="Verdana" panose="020B0604030504040204" pitchFamily="34" charset="0"/>
                <a:ea typeface="华文新魏" panose="02010800040101010101" pitchFamily="2" charset="-122"/>
              </a:defRPr>
            </a:lvl3pPr>
            <a:lvl4pPr marL="1600200" indent="-228600">
              <a:lnSpc>
                <a:spcPct val="120000"/>
              </a:lnSpc>
              <a:spcBef>
                <a:spcPct val="20000"/>
              </a:spcBef>
              <a:buClr>
                <a:schemeClr val="accent2"/>
              </a:buClr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华文新魏" panose="02010800040101010101" pitchFamily="2" charset="-122"/>
              </a:defRPr>
            </a:lvl4pPr>
            <a:lvl5pPr marL="2057400" indent="-228600">
              <a:lnSpc>
                <a:spcPct val="120000"/>
              </a:lnSpc>
              <a:spcBef>
                <a:spcPct val="25000"/>
              </a:spcBef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lnSpc>
                <a:spcPct val="120000"/>
              </a:lnSpc>
              <a:spcBef>
                <a:spcPct val="25000"/>
              </a:spcBef>
              <a:spcAft>
                <a:spcPct val="0"/>
              </a:spcAft>
              <a:buClr>
                <a:schemeClr val="accent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Verdana" panose="020B0604030504040204" pitchFamily="34" charset="0"/>
                <a:ea typeface="华文新魏" panose="02010800040101010101" pitchFamily="2" charset="-122"/>
              </a:defRPr>
            </a:lvl9pPr>
          </a:lstStyle>
          <a:p>
            <a:pPr eaLnBrk="1" fontAlgn="auto" hangingPunct="1">
              <a:spcAft>
                <a:spcPts val="0"/>
              </a:spcAft>
              <a:buClr>
                <a:srgbClr val="ED7D31"/>
              </a:buClr>
              <a:buFont typeface="Wingdings" panose="05000000000000000000" pitchFamily="2" charset="2"/>
              <a:buNone/>
            </a:pPr>
            <a:r>
              <a:rPr lang="en-US" altLang="zh-CN" sz="1800">
                <a:solidFill>
                  <a:srgbClr val="7030A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9T</a:t>
            </a:r>
            <a:endParaRPr lang="en-US" altLang="zh-CN" sz="1800" baseline="-25000" dirty="0">
              <a:solidFill>
                <a:srgbClr val="7030A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227AE879-BEE8-42F8-A1CE-7B8E95CDD798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15549610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395FABF-92BB-4A5E-91F4-5AD935C486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solidFill>
                  <a:srgbClr val="FF0000"/>
                </a:solidFill>
              </a:rPr>
              <a:t>2.</a:t>
            </a:r>
            <a:r>
              <a:rPr lang="zh-CN" altLang="en-US" dirty="0">
                <a:solidFill>
                  <a:srgbClr val="FF0000"/>
                </a:solidFill>
              </a:rPr>
              <a:t>原码阵列除法器</a:t>
            </a:r>
          </a:p>
        </p:txBody>
      </p:sp>
      <p:grpSp>
        <p:nvGrpSpPr>
          <p:cNvPr id="4" name="Group 137">
            <a:extLst>
              <a:ext uri="{FF2B5EF4-FFF2-40B4-BE49-F238E27FC236}">
                <a16:creationId xmlns:a16="http://schemas.microsoft.com/office/drawing/2014/main" id="{BD012775-FA24-492C-99DA-ED4F21D761B9}"/>
              </a:ext>
            </a:extLst>
          </p:cNvPr>
          <p:cNvGrpSpPr>
            <a:grpSpLocks/>
          </p:cNvGrpSpPr>
          <p:nvPr/>
        </p:nvGrpSpPr>
        <p:grpSpPr bwMode="auto">
          <a:xfrm>
            <a:off x="4266249" y="1521398"/>
            <a:ext cx="4284663" cy="3814762"/>
            <a:chOff x="0" y="0"/>
            <a:chExt cx="2699" cy="2403"/>
          </a:xfrm>
        </p:grpSpPr>
        <p:sp>
          <p:nvSpPr>
            <p:cNvPr id="5" name="Text Box 138">
              <a:extLst>
                <a:ext uri="{FF2B5EF4-FFF2-40B4-BE49-F238E27FC236}">
                  <a16:creationId xmlns:a16="http://schemas.microsoft.com/office/drawing/2014/main" id="{072A96BE-6F5C-4A6B-B7A7-BDDE0960FC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178"/>
              <a:ext cx="276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6" name="Group 139">
              <a:extLst>
                <a:ext uri="{FF2B5EF4-FFF2-40B4-BE49-F238E27FC236}">
                  <a16:creationId xmlns:a16="http://schemas.microsoft.com/office/drawing/2014/main" id="{92C1AB4A-EDB7-4932-88B4-9041714FDA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0"/>
              <a:ext cx="2699" cy="2403"/>
              <a:chOff x="0" y="0"/>
              <a:chExt cx="2699" cy="2403"/>
            </a:xfrm>
          </p:grpSpPr>
          <p:sp>
            <p:nvSpPr>
              <p:cNvPr id="7" name="Line 147">
                <a:extLst>
                  <a:ext uri="{FF2B5EF4-FFF2-40B4-BE49-F238E27FC236}">
                    <a16:creationId xmlns:a16="http://schemas.microsoft.com/office/drawing/2014/main" id="{B437502B-E12B-49A8-A07B-5B120F74C9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0" y="2087"/>
                <a:ext cx="0" cy="207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 type="triangle" w="med" len="med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8" name="Group 140">
                <a:extLst>
                  <a:ext uri="{FF2B5EF4-FFF2-40B4-BE49-F238E27FC236}">
                    <a16:creationId xmlns:a16="http://schemas.microsoft.com/office/drawing/2014/main" id="{F38FC353-53A2-455C-BA54-D481D01E36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66" y="0"/>
                <a:ext cx="33" cy="2394"/>
                <a:chOff x="0" y="0"/>
                <a:chExt cx="33" cy="2394"/>
              </a:xfrm>
            </p:grpSpPr>
            <p:sp>
              <p:nvSpPr>
                <p:cNvPr id="13" name="AutoShape 141">
                  <a:extLst>
                    <a:ext uri="{FF2B5EF4-FFF2-40B4-BE49-F238E27FC236}">
                      <a16:creationId xmlns:a16="http://schemas.microsoft.com/office/drawing/2014/main" id="{F39BF7C7-FD09-4684-825D-5F3DCE8ADE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0" y="2267"/>
                  <a:ext cx="33" cy="127"/>
                </a:xfrm>
                <a:prstGeom prst="triangle">
                  <a:avLst>
                    <a:gd name="adj" fmla="val 50000"/>
                  </a:avLst>
                </a:prstGeom>
                <a:solidFill>
                  <a:sysClr val="windowText" lastClr="000000"/>
                </a:solidFill>
                <a:ln w="190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lnSpc>
                      <a:spcPct val="120000"/>
                    </a:lnSpc>
                    <a:spcBef>
                      <a:spcPct val="20000"/>
                    </a:spcBef>
                    <a:buClr>
                      <a:schemeClr val="accent2"/>
                    </a:buClr>
                    <a:buFont typeface="Wingdings" panose="05000000000000000000" pitchFamily="2" charset="2"/>
                    <a:buChar char="o"/>
                    <a:defRPr sz="3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lnSpc>
                      <a:spcPct val="120000"/>
                    </a:lnSpc>
                    <a:spcBef>
                      <a:spcPct val="20000"/>
                    </a:spcBef>
                    <a:buClr>
                      <a:schemeClr val="accent2"/>
                    </a:buClr>
                    <a:buFont typeface="Wingdings" panose="05000000000000000000" pitchFamily="2" charset="2"/>
                    <a:buChar char="n"/>
                    <a:defRPr sz="26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lnSpc>
                      <a:spcPct val="120000"/>
                    </a:lnSpc>
                    <a:spcBef>
                      <a:spcPct val="20000"/>
                    </a:spcBef>
                    <a:buClr>
                      <a:schemeClr val="accent2"/>
                    </a:buClr>
                    <a:buFont typeface="Wingdings" panose="05000000000000000000" pitchFamily="2" charset="2"/>
                    <a:buChar char="o"/>
                    <a:defRPr sz="23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lnSpc>
                      <a:spcPct val="120000"/>
                    </a:lnSpc>
                    <a:spcBef>
                      <a:spcPct val="20000"/>
                    </a:spcBef>
                    <a:buClr>
                      <a:schemeClr val="accent2"/>
                    </a:buClr>
                    <a:buFont typeface="Wingdings" panose="05000000000000000000" pitchFamily="2" charset="2"/>
                    <a:buChar char="n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lnSpc>
                      <a:spcPct val="120000"/>
                    </a:lnSpc>
                    <a:spcBef>
                      <a:spcPct val="25000"/>
                    </a:spcBef>
                    <a:buClr>
                      <a:schemeClr val="accent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lnSpc>
                      <a:spcPct val="120000"/>
                    </a:lnSpc>
                    <a:spcBef>
                      <a:spcPct val="25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lnSpc>
                      <a:spcPct val="120000"/>
                    </a:lnSpc>
                    <a:spcBef>
                      <a:spcPct val="25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lnSpc>
                      <a:spcPct val="120000"/>
                    </a:lnSpc>
                    <a:spcBef>
                      <a:spcPct val="25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lnSpc>
                      <a:spcPct val="120000"/>
                    </a:lnSpc>
                    <a:spcBef>
                      <a:spcPct val="25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Verdan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ctr" defTabSz="914400" eaLnBrk="1" fontAlgn="auto" latinLnBrk="0" hangingPunct="1">
                    <a:lnSpc>
                      <a:spcPct val="80000"/>
                    </a:lnSpc>
                    <a:spcBef>
                      <a:spcPct val="20000"/>
                    </a:spcBef>
                    <a:spcAft>
                      <a:spcPts val="0"/>
                    </a:spcAft>
                    <a:buClr>
                      <a:srgbClr val="0563C1"/>
                    </a:buClr>
                    <a:buSzPct val="65000"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zh-CN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" name="Line 142">
                  <a:extLst>
                    <a:ext uri="{FF2B5EF4-FFF2-40B4-BE49-F238E27FC236}">
                      <a16:creationId xmlns:a16="http://schemas.microsoft.com/office/drawing/2014/main" id="{02C55DBE-166E-4A02-ACF2-AFA4783098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" y="0"/>
                  <a:ext cx="0" cy="2294"/>
                </a:xfrm>
                <a:prstGeom prst="line">
                  <a:avLst/>
                </a:prstGeom>
                <a:noFill/>
                <a:ln w="19050">
                  <a:solidFill>
                    <a:sysClr val="windowText" lastClr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9" name="Line 143">
                <a:extLst>
                  <a:ext uri="{FF2B5EF4-FFF2-40B4-BE49-F238E27FC236}">
                    <a16:creationId xmlns:a16="http://schemas.microsoft.com/office/drawing/2014/main" id="{F95C352A-BE06-4F3A-A00E-5F98A593AA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6" y="2117"/>
                <a:ext cx="0" cy="286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" name="Line 144">
                <a:extLst>
                  <a:ext uri="{FF2B5EF4-FFF2-40B4-BE49-F238E27FC236}">
                    <a16:creationId xmlns:a16="http://schemas.microsoft.com/office/drawing/2014/main" id="{AD39326A-39DC-45C2-9DFC-808F186E29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79" y="2117"/>
                <a:ext cx="0" cy="286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" name="Line 145">
                <a:extLst>
                  <a:ext uri="{FF2B5EF4-FFF2-40B4-BE49-F238E27FC236}">
                    <a16:creationId xmlns:a16="http://schemas.microsoft.com/office/drawing/2014/main" id="{B031F0B8-D9C1-4EA7-BB62-24EF815B7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14" y="2117"/>
                <a:ext cx="0" cy="286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" name="Line 146">
                <a:extLst>
                  <a:ext uri="{FF2B5EF4-FFF2-40B4-BE49-F238E27FC236}">
                    <a16:creationId xmlns:a16="http://schemas.microsoft.com/office/drawing/2014/main" id="{805A2055-425E-4872-B686-62E645EC2E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48" y="2117"/>
                <a:ext cx="0" cy="286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15" name="Group 2">
            <a:extLst>
              <a:ext uri="{FF2B5EF4-FFF2-40B4-BE49-F238E27FC236}">
                <a16:creationId xmlns:a16="http://schemas.microsoft.com/office/drawing/2014/main" id="{9A8EE300-E9DB-4BBB-980F-44910148993F}"/>
              </a:ext>
            </a:extLst>
          </p:cNvPr>
          <p:cNvGrpSpPr>
            <a:grpSpLocks/>
          </p:cNvGrpSpPr>
          <p:nvPr/>
        </p:nvGrpSpPr>
        <p:grpSpPr bwMode="auto">
          <a:xfrm>
            <a:off x="667387" y="5474273"/>
            <a:ext cx="8351837" cy="296862"/>
            <a:chOff x="0" y="0"/>
            <a:chExt cx="5261" cy="187"/>
          </a:xfrm>
        </p:grpSpPr>
        <p:sp>
          <p:nvSpPr>
            <p:cNvPr id="16" name="Line 77">
              <a:extLst>
                <a:ext uri="{FF2B5EF4-FFF2-40B4-BE49-F238E27FC236}">
                  <a16:creationId xmlns:a16="http://schemas.microsoft.com/office/drawing/2014/main" id="{43F6DED6-1FEC-4B46-A464-21ADBAE8F3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" y="94"/>
              <a:ext cx="2395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" name="Text Box 78">
              <a:extLst>
                <a:ext uri="{FF2B5EF4-FFF2-40B4-BE49-F238E27FC236}">
                  <a16:creationId xmlns:a16="http://schemas.microsoft.com/office/drawing/2014/main" id="{A2BC3FFE-83B8-4E47-B98C-2CA7490EC4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0"/>
              <a:ext cx="227" cy="187"/>
            </a:xfrm>
            <a:prstGeom prst="rect">
              <a:avLst/>
            </a:prstGeom>
            <a:noFill/>
            <a:ln w="19050" cap="sq" cmpd="sng">
              <a:solidFill>
                <a:sysClr val="window" lastClr="FFFFFF"/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kumimoji="0" lang="en-US" sz="1800" b="0" i="0" u="none" strike="noStrike" kern="0" cap="none" spc="0" normalizeH="0" baseline="-2500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Line 79">
              <a:extLst>
                <a:ext uri="{FF2B5EF4-FFF2-40B4-BE49-F238E27FC236}">
                  <a16:creationId xmlns:a16="http://schemas.microsoft.com/office/drawing/2014/main" id="{8E2D96AA-0398-403B-B8AF-CDF7E30497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36" y="96"/>
              <a:ext cx="272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Line 80">
              <a:extLst>
                <a:ext uri="{FF2B5EF4-FFF2-40B4-BE49-F238E27FC236}">
                  <a16:creationId xmlns:a16="http://schemas.microsoft.com/office/drawing/2014/main" id="{E7F91A99-9C60-4F78-AD11-5412B76ED2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91" y="96"/>
              <a:ext cx="272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Line 81">
              <a:extLst>
                <a:ext uri="{FF2B5EF4-FFF2-40B4-BE49-F238E27FC236}">
                  <a16:creationId xmlns:a16="http://schemas.microsoft.com/office/drawing/2014/main" id="{36394A6D-07BD-4633-980C-7944A5E36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92" y="96"/>
              <a:ext cx="272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Line 82">
              <a:extLst>
                <a:ext uri="{FF2B5EF4-FFF2-40B4-BE49-F238E27FC236}">
                  <a16:creationId xmlns:a16="http://schemas.microsoft.com/office/drawing/2014/main" id="{BE096D10-5D8B-432B-8E5B-AB59B13E8A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8" y="96"/>
              <a:ext cx="272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Line 83">
              <a:extLst>
                <a:ext uri="{FF2B5EF4-FFF2-40B4-BE49-F238E27FC236}">
                  <a16:creationId xmlns:a16="http://schemas.microsoft.com/office/drawing/2014/main" id="{C89789AB-3A36-40BB-8B25-D37131B869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80" y="96"/>
              <a:ext cx="181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3" name="Group 10">
            <a:extLst>
              <a:ext uri="{FF2B5EF4-FFF2-40B4-BE49-F238E27FC236}">
                <a16:creationId xmlns:a16="http://schemas.microsoft.com/office/drawing/2014/main" id="{F1C942FA-2B4A-4B54-A685-22DC85A43029}"/>
              </a:ext>
            </a:extLst>
          </p:cNvPr>
          <p:cNvGrpSpPr>
            <a:grpSpLocks/>
          </p:cNvGrpSpPr>
          <p:nvPr/>
        </p:nvGrpSpPr>
        <p:grpSpPr bwMode="auto">
          <a:xfrm>
            <a:off x="1116649" y="2224661"/>
            <a:ext cx="4518025" cy="17463"/>
            <a:chOff x="0" y="0"/>
            <a:chExt cx="2846" cy="11"/>
          </a:xfrm>
        </p:grpSpPr>
        <p:sp>
          <p:nvSpPr>
            <p:cNvPr id="24" name="Line 125">
              <a:extLst>
                <a:ext uri="{FF2B5EF4-FFF2-40B4-BE49-F238E27FC236}">
                  <a16:creationId xmlns:a16="http://schemas.microsoft.com/office/drawing/2014/main" id="{E3D5F44D-0760-4132-895F-CC0527FDA5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0" y="0"/>
              <a:ext cx="264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5" name="Line 126">
              <a:extLst>
                <a:ext uri="{FF2B5EF4-FFF2-40B4-BE49-F238E27FC236}">
                  <a16:creationId xmlns:a16="http://schemas.microsoft.com/office/drawing/2014/main" id="{55AD457D-8554-4C30-BF29-C50D295A0C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21" y="11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6" name="Line 127">
              <a:extLst>
                <a:ext uri="{FF2B5EF4-FFF2-40B4-BE49-F238E27FC236}">
                  <a16:creationId xmlns:a16="http://schemas.microsoft.com/office/drawing/2014/main" id="{8B7520D0-43AA-46FC-B747-62354EB5AF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22" y="11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7" name="Line 128">
              <a:extLst>
                <a:ext uri="{FF2B5EF4-FFF2-40B4-BE49-F238E27FC236}">
                  <a16:creationId xmlns:a16="http://schemas.microsoft.com/office/drawing/2014/main" id="{67BEC151-282B-43F2-AB56-823B2B5630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7" y="11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" name="Line 129">
              <a:extLst>
                <a:ext uri="{FF2B5EF4-FFF2-40B4-BE49-F238E27FC236}">
                  <a16:creationId xmlns:a16="http://schemas.microsoft.com/office/drawing/2014/main" id="{6C558DF4-1A91-4A17-8D4C-3A8F9B9A93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3" y="11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" name="Line 130">
              <a:extLst>
                <a:ext uri="{FF2B5EF4-FFF2-40B4-BE49-F238E27FC236}">
                  <a16:creationId xmlns:a16="http://schemas.microsoft.com/office/drawing/2014/main" id="{30E923F2-BEA3-44D9-B477-EEB545630F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65" y="11"/>
              <a:ext cx="181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0" name="Group 17">
            <a:extLst>
              <a:ext uri="{FF2B5EF4-FFF2-40B4-BE49-F238E27FC236}">
                <a16:creationId xmlns:a16="http://schemas.microsoft.com/office/drawing/2014/main" id="{776C3935-1D16-432E-BAAA-EF5B504A1384}"/>
              </a:ext>
            </a:extLst>
          </p:cNvPr>
          <p:cNvGrpSpPr>
            <a:grpSpLocks/>
          </p:cNvGrpSpPr>
          <p:nvPr/>
        </p:nvGrpSpPr>
        <p:grpSpPr bwMode="auto">
          <a:xfrm>
            <a:off x="667387" y="4626549"/>
            <a:ext cx="7508874" cy="352425"/>
            <a:chOff x="0" y="0"/>
            <a:chExt cx="4730" cy="222"/>
          </a:xfrm>
        </p:grpSpPr>
        <p:sp>
          <p:nvSpPr>
            <p:cNvPr id="31" name="Line 117">
              <a:extLst>
                <a:ext uri="{FF2B5EF4-FFF2-40B4-BE49-F238E27FC236}">
                  <a16:creationId xmlns:a16="http://schemas.microsoft.com/office/drawing/2014/main" id="{9B8BE663-82F8-42EF-A4E5-7716763A06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" y="93"/>
              <a:ext cx="1864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" name="Text Box 118">
              <a:extLst>
                <a:ext uri="{FF2B5EF4-FFF2-40B4-BE49-F238E27FC236}">
                  <a16:creationId xmlns:a16="http://schemas.microsoft.com/office/drawing/2014/main" id="{DF8236D7-6D6D-49EA-BB3A-2DE3270114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0"/>
              <a:ext cx="227" cy="2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lang="en-US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en-US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" name="Line 119">
              <a:extLst>
                <a:ext uri="{FF2B5EF4-FFF2-40B4-BE49-F238E27FC236}">
                  <a16:creationId xmlns:a16="http://schemas.microsoft.com/office/drawing/2014/main" id="{BA5F9A93-C500-4F14-90FF-6C6C23ED59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91" y="98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" name="Line 120">
              <a:extLst>
                <a:ext uri="{FF2B5EF4-FFF2-40B4-BE49-F238E27FC236}">
                  <a16:creationId xmlns:a16="http://schemas.microsoft.com/office/drawing/2014/main" id="{7BE1837C-31D1-45A1-A203-DAB39881E7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47" y="98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" name="Line 121">
              <a:extLst>
                <a:ext uri="{FF2B5EF4-FFF2-40B4-BE49-F238E27FC236}">
                  <a16:creationId xmlns:a16="http://schemas.microsoft.com/office/drawing/2014/main" id="{FFA9A31D-B364-466B-884B-92242DA308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" y="98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" name="Line 122">
              <a:extLst>
                <a:ext uri="{FF2B5EF4-FFF2-40B4-BE49-F238E27FC236}">
                  <a16:creationId xmlns:a16="http://schemas.microsoft.com/office/drawing/2014/main" id="{FB7A8E7D-88F4-46BE-A85F-2AFDBE37A6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03" y="98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" name="Line 123">
              <a:extLst>
                <a:ext uri="{FF2B5EF4-FFF2-40B4-BE49-F238E27FC236}">
                  <a16:creationId xmlns:a16="http://schemas.microsoft.com/office/drawing/2014/main" id="{EF6FD16B-FFAD-40FA-A55D-BE843BED83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36" y="98"/>
              <a:ext cx="194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8" name="Group 25">
            <a:extLst>
              <a:ext uri="{FF2B5EF4-FFF2-40B4-BE49-F238E27FC236}">
                <a16:creationId xmlns:a16="http://schemas.microsoft.com/office/drawing/2014/main" id="{A2558D69-5451-42C6-AE0C-E4A8EBD30D5F}"/>
              </a:ext>
            </a:extLst>
          </p:cNvPr>
          <p:cNvGrpSpPr>
            <a:grpSpLocks/>
          </p:cNvGrpSpPr>
          <p:nvPr/>
        </p:nvGrpSpPr>
        <p:grpSpPr bwMode="auto">
          <a:xfrm>
            <a:off x="1115061" y="3105723"/>
            <a:ext cx="5384800" cy="0"/>
            <a:chOff x="0" y="0"/>
            <a:chExt cx="3392" cy="0"/>
          </a:xfrm>
        </p:grpSpPr>
        <p:sp>
          <p:nvSpPr>
            <p:cNvPr id="39" name="Line 91">
              <a:extLst>
                <a:ext uri="{FF2B5EF4-FFF2-40B4-BE49-F238E27FC236}">
                  <a16:creationId xmlns:a16="http://schemas.microsoft.com/office/drawing/2014/main" id="{07A4C811-10AD-49DC-86B2-59C569B52A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0" y="0"/>
              <a:ext cx="799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" name="Line 92">
              <a:extLst>
                <a:ext uri="{FF2B5EF4-FFF2-40B4-BE49-F238E27FC236}">
                  <a16:creationId xmlns:a16="http://schemas.microsoft.com/office/drawing/2014/main" id="{071D06EA-521A-4A47-B305-42319DCC26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66" y="0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Line 93">
              <a:extLst>
                <a:ext uri="{FF2B5EF4-FFF2-40B4-BE49-F238E27FC236}">
                  <a16:creationId xmlns:a16="http://schemas.microsoft.com/office/drawing/2014/main" id="{6F0DD3D8-91F9-4182-9FA2-1D5AADC7BA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22" y="0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" name="Line 94">
              <a:extLst>
                <a:ext uri="{FF2B5EF4-FFF2-40B4-BE49-F238E27FC236}">
                  <a16:creationId xmlns:a16="http://schemas.microsoft.com/office/drawing/2014/main" id="{D0C1406A-CDAA-4861-8304-B7C5EE5E2F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22" y="0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" name="Line 95">
              <a:extLst>
                <a:ext uri="{FF2B5EF4-FFF2-40B4-BE49-F238E27FC236}">
                  <a16:creationId xmlns:a16="http://schemas.microsoft.com/office/drawing/2014/main" id="{37C1B805-406C-4E24-92A8-240C7C7C8C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8" y="0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" name="Line 96">
              <a:extLst>
                <a:ext uri="{FF2B5EF4-FFF2-40B4-BE49-F238E27FC236}">
                  <a16:creationId xmlns:a16="http://schemas.microsoft.com/office/drawing/2014/main" id="{030A5A6F-1641-456E-87BE-B616BB97F9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1" y="0"/>
              <a:ext cx="181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5" name="Group 32">
            <a:extLst>
              <a:ext uri="{FF2B5EF4-FFF2-40B4-BE49-F238E27FC236}">
                <a16:creationId xmlns:a16="http://schemas.microsoft.com/office/drawing/2014/main" id="{C844DF43-D9CA-4523-9263-2F653432DCFC}"/>
              </a:ext>
            </a:extLst>
          </p:cNvPr>
          <p:cNvGrpSpPr>
            <a:grpSpLocks/>
          </p:cNvGrpSpPr>
          <p:nvPr/>
        </p:nvGrpSpPr>
        <p:grpSpPr bwMode="auto">
          <a:xfrm>
            <a:off x="1108711" y="3918524"/>
            <a:ext cx="6219825" cy="1587"/>
            <a:chOff x="0" y="0"/>
            <a:chExt cx="3918" cy="1"/>
          </a:xfrm>
        </p:grpSpPr>
        <p:sp>
          <p:nvSpPr>
            <p:cNvPr id="46" name="Line 104">
              <a:extLst>
                <a:ext uri="{FF2B5EF4-FFF2-40B4-BE49-F238E27FC236}">
                  <a16:creationId xmlns:a16="http://schemas.microsoft.com/office/drawing/2014/main" id="{7BF47885-DB08-4E16-A057-10A28BC331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0" y="1"/>
              <a:ext cx="1334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Line 105">
              <a:extLst>
                <a:ext uri="{FF2B5EF4-FFF2-40B4-BE49-F238E27FC236}">
                  <a16:creationId xmlns:a16="http://schemas.microsoft.com/office/drawing/2014/main" id="{A165F29F-1534-450E-BEF9-C1F7CA19CA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78" y="0"/>
              <a:ext cx="272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Line 106">
              <a:extLst>
                <a:ext uri="{FF2B5EF4-FFF2-40B4-BE49-F238E27FC236}">
                  <a16:creationId xmlns:a16="http://schemas.microsoft.com/office/drawing/2014/main" id="{11B35596-2321-48C9-9536-9274DF7B7E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34" y="0"/>
              <a:ext cx="272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Line 107">
              <a:extLst>
                <a:ext uri="{FF2B5EF4-FFF2-40B4-BE49-F238E27FC236}">
                  <a16:creationId xmlns:a16="http://schemas.microsoft.com/office/drawing/2014/main" id="{D881682B-C0DD-4745-95DD-B0DD5B7DB1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34" y="0"/>
              <a:ext cx="272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Line 108">
              <a:extLst>
                <a:ext uri="{FF2B5EF4-FFF2-40B4-BE49-F238E27FC236}">
                  <a16:creationId xmlns:a16="http://schemas.microsoft.com/office/drawing/2014/main" id="{89DE0523-34AB-439D-B41E-7D5BA42A35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90" y="0"/>
              <a:ext cx="272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" name="Line 109">
              <a:extLst>
                <a:ext uri="{FF2B5EF4-FFF2-40B4-BE49-F238E27FC236}">
                  <a16:creationId xmlns:a16="http://schemas.microsoft.com/office/drawing/2014/main" id="{4308BB36-49D9-4D4D-9FBD-C931F5E20F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23" y="0"/>
              <a:ext cx="195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2" name="Group 39">
            <a:extLst>
              <a:ext uri="{FF2B5EF4-FFF2-40B4-BE49-F238E27FC236}">
                <a16:creationId xmlns:a16="http://schemas.microsoft.com/office/drawing/2014/main" id="{28BEA871-9408-4529-8177-54C14B72FDEC}"/>
              </a:ext>
            </a:extLst>
          </p:cNvPr>
          <p:cNvGrpSpPr>
            <a:grpSpLocks/>
          </p:cNvGrpSpPr>
          <p:nvPr/>
        </p:nvGrpSpPr>
        <p:grpSpPr bwMode="auto">
          <a:xfrm>
            <a:off x="5961698" y="1521399"/>
            <a:ext cx="52388" cy="1260475"/>
            <a:chOff x="0" y="0"/>
            <a:chExt cx="33" cy="794"/>
          </a:xfrm>
        </p:grpSpPr>
        <p:sp>
          <p:nvSpPr>
            <p:cNvPr id="53" name="AutoShape 3">
              <a:extLst>
                <a:ext uri="{FF2B5EF4-FFF2-40B4-BE49-F238E27FC236}">
                  <a16:creationId xmlns:a16="http://schemas.microsoft.com/office/drawing/2014/main" id="{542FF9A5-5AF7-49B6-96C5-B23238D1D8A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0" y="665"/>
              <a:ext cx="33" cy="129"/>
            </a:xfrm>
            <a:prstGeom prst="triangle">
              <a:avLst>
                <a:gd name="adj" fmla="val 50000"/>
              </a:avLst>
            </a:prstGeom>
            <a:solidFill>
              <a:sysClr val="windowText" lastClr="000000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 typeface="Wingdings" panose="05000000000000000000" pitchFamily="2" charset="2"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54" name="Line 4">
              <a:extLst>
                <a:ext uri="{FF2B5EF4-FFF2-40B4-BE49-F238E27FC236}">
                  <a16:creationId xmlns:a16="http://schemas.microsoft.com/office/drawing/2014/main" id="{02ABEDE1-A828-4EDE-A04C-28515B8246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" y="0"/>
              <a:ext cx="0" cy="68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5" name="Group 42">
            <a:extLst>
              <a:ext uri="{FF2B5EF4-FFF2-40B4-BE49-F238E27FC236}">
                <a16:creationId xmlns:a16="http://schemas.microsoft.com/office/drawing/2014/main" id="{D28F1338-ABD8-4153-B5DE-5AEBCDEB92F9}"/>
              </a:ext>
            </a:extLst>
          </p:cNvPr>
          <p:cNvGrpSpPr>
            <a:grpSpLocks/>
          </p:cNvGrpSpPr>
          <p:nvPr/>
        </p:nvGrpSpPr>
        <p:grpSpPr bwMode="auto">
          <a:xfrm>
            <a:off x="6803073" y="1521398"/>
            <a:ext cx="52388" cy="2108200"/>
            <a:chOff x="0" y="0"/>
            <a:chExt cx="33" cy="1328"/>
          </a:xfrm>
        </p:grpSpPr>
        <p:sp>
          <p:nvSpPr>
            <p:cNvPr id="56" name="Line 7">
              <a:extLst>
                <a:ext uri="{FF2B5EF4-FFF2-40B4-BE49-F238E27FC236}">
                  <a16:creationId xmlns:a16="http://schemas.microsoft.com/office/drawing/2014/main" id="{78C9CBE7-3E75-46BF-8A12-3D8DB8FBE3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" y="0"/>
              <a:ext cx="0" cy="123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" name="AutoShape 6">
              <a:extLst>
                <a:ext uri="{FF2B5EF4-FFF2-40B4-BE49-F238E27FC236}">
                  <a16:creationId xmlns:a16="http://schemas.microsoft.com/office/drawing/2014/main" id="{AE46A45B-5740-42AC-88C8-2C9D9B43F34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0" y="1199"/>
              <a:ext cx="33" cy="129"/>
            </a:xfrm>
            <a:prstGeom prst="triangle">
              <a:avLst>
                <a:gd name="adj" fmla="val 50000"/>
              </a:avLst>
            </a:prstGeom>
            <a:solidFill>
              <a:sysClr val="windowText" lastClr="000000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 typeface="Wingdings" panose="05000000000000000000" pitchFamily="2" charset="2"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8" name="Group 45">
            <a:extLst>
              <a:ext uri="{FF2B5EF4-FFF2-40B4-BE49-F238E27FC236}">
                <a16:creationId xmlns:a16="http://schemas.microsoft.com/office/drawing/2014/main" id="{0E988E77-E5DD-4B4F-86CE-03DCE03E79C1}"/>
              </a:ext>
            </a:extLst>
          </p:cNvPr>
          <p:cNvGrpSpPr>
            <a:grpSpLocks/>
          </p:cNvGrpSpPr>
          <p:nvPr/>
        </p:nvGrpSpPr>
        <p:grpSpPr bwMode="auto">
          <a:xfrm>
            <a:off x="7649212" y="1521399"/>
            <a:ext cx="52387" cy="2955925"/>
            <a:chOff x="0" y="0"/>
            <a:chExt cx="33" cy="1862"/>
          </a:xfrm>
        </p:grpSpPr>
        <p:sp>
          <p:nvSpPr>
            <p:cNvPr id="59" name="AutoShape 9">
              <a:extLst>
                <a:ext uri="{FF2B5EF4-FFF2-40B4-BE49-F238E27FC236}">
                  <a16:creationId xmlns:a16="http://schemas.microsoft.com/office/drawing/2014/main" id="{95694490-B2A1-4060-912D-952B35FE766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0" y="1733"/>
              <a:ext cx="33" cy="129"/>
            </a:xfrm>
            <a:prstGeom prst="triangle">
              <a:avLst>
                <a:gd name="adj" fmla="val 50000"/>
              </a:avLst>
            </a:prstGeom>
            <a:solidFill>
              <a:sysClr val="windowText" lastClr="000000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 typeface="Wingdings" panose="05000000000000000000" pitchFamily="2" charset="2"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60" name="Line 10">
              <a:extLst>
                <a:ext uri="{FF2B5EF4-FFF2-40B4-BE49-F238E27FC236}">
                  <a16:creationId xmlns:a16="http://schemas.microsoft.com/office/drawing/2014/main" id="{9AA687F6-B0A5-46B3-905F-75CE8703F1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" y="0"/>
              <a:ext cx="0" cy="1753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61" name="Group 48">
            <a:extLst>
              <a:ext uri="{FF2B5EF4-FFF2-40B4-BE49-F238E27FC236}">
                <a16:creationId xmlns:a16="http://schemas.microsoft.com/office/drawing/2014/main" id="{BDA8BBB9-EC15-48CE-A328-DCE6E1D215E9}"/>
              </a:ext>
            </a:extLst>
          </p:cNvPr>
          <p:cNvGrpSpPr>
            <a:grpSpLocks/>
          </p:cNvGrpSpPr>
          <p:nvPr/>
        </p:nvGrpSpPr>
        <p:grpSpPr bwMode="auto">
          <a:xfrm>
            <a:off x="1400811" y="1784924"/>
            <a:ext cx="6913562" cy="3551237"/>
            <a:chOff x="0" y="0"/>
            <a:chExt cx="4355" cy="2237"/>
          </a:xfrm>
        </p:grpSpPr>
        <p:sp>
          <p:nvSpPr>
            <p:cNvPr id="62" name="Line 12">
              <a:extLst>
                <a:ext uri="{FF2B5EF4-FFF2-40B4-BE49-F238E27FC236}">
                  <a16:creationId xmlns:a16="http://schemas.microsoft.com/office/drawing/2014/main" id="{D8E18E52-3E1A-4089-AD69-ED47CD5DE7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0" y="0"/>
              <a:ext cx="2216" cy="2237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Line 13">
              <a:extLst>
                <a:ext uri="{FF2B5EF4-FFF2-40B4-BE49-F238E27FC236}">
                  <a16:creationId xmlns:a16="http://schemas.microsoft.com/office/drawing/2014/main" id="{30808167-96DA-4493-AE58-5181F99CF7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" y="0"/>
              <a:ext cx="2217" cy="2237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4" name="Line 14">
              <a:extLst>
                <a:ext uri="{FF2B5EF4-FFF2-40B4-BE49-F238E27FC236}">
                  <a16:creationId xmlns:a16="http://schemas.microsoft.com/office/drawing/2014/main" id="{2BBF3C30-72DB-489C-9BFF-38D2B395A6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5" y="0"/>
              <a:ext cx="2217" cy="2237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5" name="Line 15">
              <a:extLst>
                <a:ext uri="{FF2B5EF4-FFF2-40B4-BE49-F238E27FC236}">
                  <a16:creationId xmlns:a16="http://schemas.microsoft.com/office/drawing/2014/main" id="{E0BBE39F-9A1C-4151-99A3-0CB50D1967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0" y="0"/>
              <a:ext cx="2214" cy="2237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6" name="Line 16">
              <a:extLst>
                <a:ext uri="{FF2B5EF4-FFF2-40B4-BE49-F238E27FC236}">
                  <a16:creationId xmlns:a16="http://schemas.microsoft.com/office/drawing/2014/main" id="{40172325-B634-4FDA-8F22-F73696A534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8" y="0"/>
              <a:ext cx="2217" cy="2237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67" name="Line 17">
            <a:extLst>
              <a:ext uri="{FF2B5EF4-FFF2-40B4-BE49-F238E27FC236}">
                <a16:creationId xmlns:a16="http://schemas.microsoft.com/office/drawing/2014/main" id="{8C63D0F4-0AAE-46BC-AE9C-3DAEAF9B52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3236" y="1521398"/>
            <a:ext cx="0" cy="2349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8" name="Line 18">
            <a:extLst>
              <a:ext uri="{FF2B5EF4-FFF2-40B4-BE49-F238E27FC236}">
                <a16:creationId xmlns:a16="http://schemas.microsoft.com/office/drawing/2014/main" id="{E72FD2FE-99E4-45D3-A6E5-2C1B34966BF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99373" y="1521398"/>
            <a:ext cx="0" cy="2349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9" name="Line 19">
            <a:extLst>
              <a:ext uri="{FF2B5EF4-FFF2-40B4-BE49-F238E27FC236}">
                <a16:creationId xmlns:a16="http://schemas.microsoft.com/office/drawing/2014/main" id="{0C034C24-BD0C-4135-97D6-F6CC9CBA82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93236" y="1521398"/>
            <a:ext cx="0" cy="2349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0" name="Line 20">
            <a:extLst>
              <a:ext uri="{FF2B5EF4-FFF2-40B4-BE49-F238E27FC236}">
                <a16:creationId xmlns:a16="http://schemas.microsoft.com/office/drawing/2014/main" id="{D16E337D-7A9D-4ED8-B4A3-2184548DAE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42548" y="1521398"/>
            <a:ext cx="0" cy="2349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1" name="Freeform 21">
            <a:extLst>
              <a:ext uri="{FF2B5EF4-FFF2-40B4-BE49-F238E27FC236}">
                <a16:creationId xmlns:a16="http://schemas.microsoft.com/office/drawing/2014/main" id="{E4288572-5AC4-4213-9A73-7963E0C6EA46}"/>
              </a:ext>
            </a:extLst>
          </p:cNvPr>
          <p:cNvSpPr>
            <a:spLocks/>
          </p:cNvSpPr>
          <p:nvPr/>
        </p:nvSpPr>
        <p:spPr bwMode="auto">
          <a:xfrm>
            <a:off x="1267461" y="2051624"/>
            <a:ext cx="4367212" cy="173037"/>
          </a:xfrm>
          <a:custGeom>
            <a:avLst/>
            <a:gdLst>
              <a:gd name="T0" fmla="*/ 0 w 3773"/>
              <a:gd name="T1" fmla="*/ 0 h 128"/>
              <a:gd name="T2" fmla="*/ 2147483646 w 3773"/>
              <a:gd name="T3" fmla="*/ 0 h 128"/>
              <a:gd name="T4" fmla="*/ 2147483646 w 3773"/>
              <a:gd name="T5" fmla="*/ 2147483646 h 128"/>
              <a:gd name="T6" fmla="*/ 0 60000 65536"/>
              <a:gd name="T7" fmla="*/ 0 60000 65536"/>
              <a:gd name="T8" fmla="*/ 0 60000 65536"/>
              <a:gd name="T9" fmla="*/ 0 w 3773"/>
              <a:gd name="T10" fmla="*/ 0 h 128"/>
              <a:gd name="T11" fmla="*/ 3773 w 3773"/>
              <a:gd name="T12" fmla="*/ 128 h 1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73" h="128">
                <a:moveTo>
                  <a:pt x="0" y="0"/>
                </a:moveTo>
                <a:lnTo>
                  <a:pt x="3773" y="0"/>
                </a:lnTo>
                <a:lnTo>
                  <a:pt x="3773" y="128"/>
                </a:lnTo>
              </a:path>
            </a:pathLst>
          </a:custGeom>
          <a:noFill/>
          <a:ln w="19050" cmpd="sng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" name="Freeform 22">
            <a:extLst>
              <a:ext uri="{FF2B5EF4-FFF2-40B4-BE49-F238E27FC236}">
                <a16:creationId xmlns:a16="http://schemas.microsoft.com/office/drawing/2014/main" id="{D433DC15-6B0E-444A-9045-1D83351A4116}"/>
              </a:ext>
            </a:extLst>
          </p:cNvPr>
          <p:cNvSpPr>
            <a:spLocks/>
          </p:cNvSpPr>
          <p:nvPr/>
        </p:nvSpPr>
        <p:spPr bwMode="auto">
          <a:xfrm>
            <a:off x="1362711" y="2899349"/>
            <a:ext cx="5137150" cy="206375"/>
          </a:xfrm>
          <a:custGeom>
            <a:avLst/>
            <a:gdLst>
              <a:gd name="T0" fmla="*/ 0 w 3773"/>
              <a:gd name="T1" fmla="*/ 0 h 128"/>
              <a:gd name="T2" fmla="*/ 2147483646 w 3773"/>
              <a:gd name="T3" fmla="*/ 0 h 128"/>
              <a:gd name="T4" fmla="*/ 2147483646 w 3773"/>
              <a:gd name="T5" fmla="*/ 2147483646 h 128"/>
              <a:gd name="T6" fmla="*/ 0 60000 65536"/>
              <a:gd name="T7" fmla="*/ 0 60000 65536"/>
              <a:gd name="T8" fmla="*/ 0 60000 65536"/>
              <a:gd name="T9" fmla="*/ 0 w 3773"/>
              <a:gd name="T10" fmla="*/ 0 h 128"/>
              <a:gd name="T11" fmla="*/ 3773 w 3773"/>
              <a:gd name="T12" fmla="*/ 128 h 1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73" h="128">
                <a:moveTo>
                  <a:pt x="0" y="0"/>
                </a:moveTo>
                <a:lnTo>
                  <a:pt x="3773" y="0"/>
                </a:lnTo>
                <a:lnTo>
                  <a:pt x="3773" y="128"/>
                </a:lnTo>
              </a:path>
            </a:pathLst>
          </a:custGeom>
          <a:noFill/>
          <a:ln w="19050" cmpd="sng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3" name="Line 23">
            <a:extLst>
              <a:ext uri="{FF2B5EF4-FFF2-40B4-BE49-F238E27FC236}">
                <a16:creationId xmlns:a16="http://schemas.microsoft.com/office/drawing/2014/main" id="{C3010F4F-2F8D-4313-902A-44B412E89F1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86523" y="2227836"/>
            <a:ext cx="0" cy="671513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4" name="Freeform 24">
            <a:extLst>
              <a:ext uri="{FF2B5EF4-FFF2-40B4-BE49-F238E27FC236}">
                <a16:creationId xmlns:a16="http://schemas.microsoft.com/office/drawing/2014/main" id="{3CE8CD3D-0FF1-4A5F-A58F-CBCC24FC93F2}"/>
              </a:ext>
            </a:extLst>
          </p:cNvPr>
          <p:cNvSpPr>
            <a:spLocks/>
          </p:cNvSpPr>
          <p:nvPr/>
        </p:nvSpPr>
        <p:spPr bwMode="auto">
          <a:xfrm>
            <a:off x="2207262" y="3743899"/>
            <a:ext cx="5121275" cy="173037"/>
          </a:xfrm>
          <a:custGeom>
            <a:avLst/>
            <a:gdLst>
              <a:gd name="T0" fmla="*/ 0 w 3773"/>
              <a:gd name="T1" fmla="*/ 0 h 128"/>
              <a:gd name="T2" fmla="*/ 2147483646 w 3773"/>
              <a:gd name="T3" fmla="*/ 0 h 128"/>
              <a:gd name="T4" fmla="*/ 2147483646 w 3773"/>
              <a:gd name="T5" fmla="*/ 2147483646 h 128"/>
              <a:gd name="T6" fmla="*/ 0 60000 65536"/>
              <a:gd name="T7" fmla="*/ 0 60000 65536"/>
              <a:gd name="T8" fmla="*/ 0 60000 65536"/>
              <a:gd name="T9" fmla="*/ 0 w 3773"/>
              <a:gd name="T10" fmla="*/ 0 h 128"/>
              <a:gd name="T11" fmla="*/ 3773 w 3773"/>
              <a:gd name="T12" fmla="*/ 128 h 1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73" h="128">
                <a:moveTo>
                  <a:pt x="0" y="0"/>
                </a:moveTo>
                <a:lnTo>
                  <a:pt x="3773" y="0"/>
                </a:lnTo>
                <a:lnTo>
                  <a:pt x="3773" y="128"/>
                </a:lnTo>
              </a:path>
            </a:pathLst>
          </a:custGeom>
          <a:noFill/>
          <a:ln w="19050" cap="sq" cmpd="sng">
            <a:solidFill>
              <a:sysClr val="windowText" lastClr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5" name="Freeform 25">
            <a:extLst>
              <a:ext uri="{FF2B5EF4-FFF2-40B4-BE49-F238E27FC236}">
                <a16:creationId xmlns:a16="http://schemas.microsoft.com/office/drawing/2014/main" id="{3143DB54-204F-427F-B258-EC1D40BE47AF}"/>
              </a:ext>
            </a:extLst>
          </p:cNvPr>
          <p:cNvSpPr>
            <a:spLocks/>
          </p:cNvSpPr>
          <p:nvPr/>
        </p:nvSpPr>
        <p:spPr bwMode="auto">
          <a:xfrm>
            <a:off x="3053399" y="4594799"/>
            <a:ext cx="5122863" cy="173037"/>
          </a:xfrm>
          <a:custGeom>
            <a:avLst/>
            <a:gdLst>
              <a:gd name="T0" fmla="*/ 0 w 3773"/>
              <a:gd name="T1" fmla="*/ 0 h 128"/>
              <a:gd name="T2" fmla="*/ 2147483646 w 3773"/>
              <a:gd name="T3" fmla="*/ 0 h 128"/>
              <a:gd name="T4" fmla="*/ 2147483646 w 3773"/>
              <a:gd name="T5" fmla="*/ 2147483646 h 128"/>
              <a:gd name="T6" fmla="*/ 0 60000 65536"/>
              <a:gd name="T7" fmla="*/ 0 60000 65536"/>
              <a:gd name="T8" fmla="*/ 0 60000 65536"/>
              <a:gd name="T9" fmla="*/ 0 w 3773"/>
              <a:gd name="T10" fmla="*/ 0 h 128"/>
              <a:gd name="T11" fmla="*/ 3773 w 3773"/>
              <a:gd name="T12" fmla="*/ 128 h 1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73" h="128">
                <a:moveTo>
                  <a:pt x="0" y="0"/>
                </a:moveTo>
                <a:lnTo>
                  <a:pt x="3773" y="0"/>
                </a:lnTo>
                <a:lnTo>
                  <a:pt x="3773" y="128"/>
                </a:lnTo>
              </a:path>
            </a:pathLst>
          </a:custGeom>
          <a:noFill/>
          <a:ln w="19050" cap="sq" cmpd="sng">
            <a:solidFill>
              <a:sysClr val="windowText" lastClr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6" name="Freeform 26">
            <a:extLst>
              <a:ext uri="{FF2B5EF4-FFF2-40B4-BE49-F238E27FC236}">
                <a16:creationId xmlns:a16="http://schemas.microsoft.com/office/drawing/2014/main" id="{229062EA-9DCB-4E87-81E5-AF770BFAEF31}"/>
              </a:ext>
            </a:extLst>
          </p:cNvPr>
          <p:cNvSpPr>
            <a:spLocks/>
          </p:cNvSpPr>
          <p:nvPr/>
        </p:nvSpPr>
        <p:spPr bwMode="auto">
          <a:xfrm>
            <a:off x="3893187" y="5442524"/>
            <a:ext cx="5126037" cy="173037"/>
          </a:xfrm>
          <a:custGeom>
            <a:avLst/>
            <a:gdLst>
              <a:gd name="T0" fmla="*/ 0 w 3773"/>
              <a:gd name="T1" fmla="*/ 0 h 128"/>
              <a:gd name="T2" fmla="*/ 2147483646 w 3773"/>
              <a:gd name="T3" fmla="*/ 0 h 128"/>
              <a:gd name="T4" fmla="*/ 2147483646 w 3773"/>
              <a:gd name="T5" fmla="*/ 2147483646 h 128"/>
              <a:gd name="T6" fmla="*/ 0 60000 65536"/>
              <a:gd name="T7" fmla="*/ 0 60000 65536"/>
              <a:gd name="T8" fmla="*/ 0 60000 65536"/>
              <a:gd name="T9" fmla="*/ 0 w 3773"/>
              <a:gd name="T10" fmla="*/ 0 h 128"/>
              <a:gd name="T11" fmla="*/ 3773 w 3773"/>
              <a:gd name="T12" fmla="*/ 128 h 1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73" h="128">
                <a:moveTo>
                  <a:pt x="0" y="0"/>
                </a:moveTo>
                <a:lnTo>
                  <a:pt x="3773" y="0"/>
                </a:lnTo>
                <a:lnTo>
                  <a:pt x="3773" y="128"/>
                </a:lnTo>
              </a:path>
            </a:pathLst>
          </a:custGeom>
          <a:noFill/>
          <a:ln w="19050" cap="sq" cmpd="sng">
            <a:solidFill>
              <a:sysClr val="windowText" lastClr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77" name="Group 64">
            <a:extLst>
              <a:ext uri="{FF2B5EF4-FFF2-40B4-BE49-F238E27FC236}">
                <a16:creationId xmlns:a16="http://schemas.microsoft.com/office/drawing/2014/main" id="{9AEF5609-00BF-4D68-8380-5EE1672DAACB}"/>
              </a:ext>
            </a:extLst>
          </p:cNvPr>
          <p:cNvGrpSpPr>
            <a:grpSpLocks/>
          </p:cNvGrpSpPr>
          <p:nvPr/>
        </p:nvGrpSpPr>
        <p:grpSpPr bwMode="auto">
          <a:xfrm>
            <a:off x="4910774" y="5339336"/>
            <a:ext cx="3827463" cy="390525"/>
            <a:chOff x="0" y="0"/>
            <a:chExt cx="2411" cy="246"/>
          </a:xfrm>
        </p:grpSpPr>
        <p:sp>
          <p:nvSpPr>
            <p:cNvPr id="78" name="Text Box 28">
              <a:extLst>
                <a:ext uri="{FF2B5EF4-FFF2-40B4-BE49-F238E27FC236}">
                  <a16:creationId xmlns:a16="http://schemas.microsoft.com/office/drawing/2014/main" id="{678EF677-BB33-498A-9E69-010DBDA437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"/>
              <a:ext cx="277" cy="244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9" name="Text Box 29">
              <a:extLst>
                <a:ext uri="{FF2B5EF4-FFF2-40B4-BE49-F238E27FC236}">
                  <a16:creationId xmlns:a16="http://schemas.microsoft.com/office/drawing/2014/main" id="{90063679-1368-4E88-9AFA-AFF61FFFAE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" y="2"/>
              <a:ext cx="277" cy="244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0" name="Text Box 30">
              <a:extLst>
                <a:ext uri="{FF2B5EF4-FFF2-40B4-BE49-F238E27FC236}">
                  <a16:creationId xmlns:a16="http://schemas.microsoft.com/office/drawing/2014/main" id="{A0DC2C62-F41E-401F-8ADA-861C0B372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7" y="2"/>
              <a:ext cx="276" cy="244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1" name="Text Box 31">
              <a:extLst>
                <a:ext uri="{FF2B5EF4-FFF2-40B4-BE49-F238E27FC236}">
                  <a16:creationId xmlns:a16="http://schemas.microsoft.com/office/drawing/2014/main" id="{3B728665-9C22-4BC7-94D4-6EB62834F6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0" y="0"/>
              <a:ext cx="278" cy="244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Text Box 32">
              <a:extLst>
                <a:ext uri="{FF2B5EF4-FFF2-40B4-BE49-F238E27FC236}">
                  <a16:creationId xmlns:a16="http://schemas.microsoft.com/office/drawing/2014/main" id="{382BB3CF-BF18-4C72-9469-C0AA79BB58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3" y="2"/>
              <a:ext cx="278" cy="244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83" name="Text Box 33">
            <a:extLst>
              <a:ext uri="{FF2B5EF4-FFF2-40B4-BE49-F238E27FC236}">
                <a16:creationId xmlns:a16="http://schemas.microsoft.com/office/drawing/2014/main" id="{312EF209-D899-4C5E-900A-85E9283C40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1" y="2216724"/>
            <a:ext cx="431800" cy="314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0563C1"/>
              </a:buClr>
              <a:buSzPct val="65000"/>
              <a:defRPr/>
            </a:pPr>
            <a:r>
              <a:rPr lang="en-US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0.</a:t>
            </a:r>
            <a:endParaRPr lang="en-US">
              <a:solidFill>
                <a:srgbClr val="0000CC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4" name="Text Box 34">
            <a:extLst>
              <a:ext uri="{FF2B5EF4-FFF2-40B4-BE49-F238E27FC236}">
                <a16:creationId xmlns:a16="http://schemas.microsoft.com/office/drawing/2014/main" id="{876E843E-89A5-4BF0-B9A6-6D5B482937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7386" y="2919985"/>
            <a:ext cx="360362" cy="330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0563C1"/>
              </a:buClr>
              <a:buSzPct val="65000"/>
              <a:defRPr/>
            </a:pPr>
            <a:r>
              <a:rPr lang="en-US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</a:t>
            </a:r>
            <a:r>
              <a:rPr lang="en-US" baseline="-250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>
              <a:solidFill>
                <a:srgbClr val="0000CC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5" name="Text Box 35">
            <a:extLst>
              <a:ext uri="{FF2B5EF4-FFF2-40B4-BE49-F238E27FC236}">
                <a16:creationId xmlns:a16="http://schemas.microsoft.com/office/drawing/2014/main" id="{F13812EB-A454-4FEB-8D58-46C834FD29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7386" y="3770886"/>
            <a:ext cx="360362" cy="271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0563C1"/>
              </a:buClr>
              <a:buSzPct val="65000"/>
              <a:defRPr/>
            </a:pPr>
            <a:r>
              <a:rPr lang="en-US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</a:t>
            </a:r>
            <a:r>
              <a:rPr lang="en-US" baseline="-250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endParaRPr lang="en-US">
              <a:solidFill>
                <a:srgbClr val="0000CC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6" name="Text Box 36">
            <a:extLst>
              <a:ext uri="{FF2B5EF4-FFF2-40B4-BE49-F238E27FC236}">
                <a16:creationId xmlns:a16="http://schemas.microsoft.com/office/drawing/2014/main" id="{6C8D8BC2-D87E-4F98-8748-DE3E44487D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898" y="1848423"/>
            <a:ext cx="508000" cy="3222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0563C1"/>
              </a:buClr>
              <a:buSzPct val="65000"/>
              <a:defRPr/>
            </a:pPr>
            <a:r>
              <a:rPr lang="en-US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P=1</a:t>
            </a:r>
            <a:endParaRPr lang="en-US">
              <a:solidFill>
                <a:srgbClr val="0000CC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87" name="Group 74">
            <a:extLst>
              <a:ext uri="{FF2B5EF4-FFF2-40B4-BE49-F238E27FC236}">
                <a16:creationId xmlns:a16="http://schemas.microsoft.com/office/drawing/2014/main" id="{D923DDFA-0D6A-4835-B1B0-2432D4D4033E}"/>
              </a:ext>
            </a:extLst>
          </p:cNvPr>
          <p:cNvGrpSpPr>
            <a:grpSpLocks/>
          </p:cNvGrpSpPr>
          <p:nvPr/>
        </p:nvGrpSpPr>
        <p:grpSpPr bwMode="auto">
          <a:xfrm>
            <a:off x="1632586" y="1594423"/>
            <a:ext cx="3714750" cy="347662"/>
            <a:chOff x="0" y="0"/>
            <a:chExt cx="2340" cy="219"/>
          </a:xfrm>
        </p:grpSpPr>
        <p:sp>
          <p:nvSpPr>
            <p:cNvPr id="88" name="Text Box 38">
              <a:extLst>
                <a:ext uri="{FF2B5EF4-FFF2-40B4-BE49-F238E27FC236}">
                  <a16:creationId xmlns:a16="http://schemas.microsoft.com/office/drawing/2014/main" id="{C2A75E8C-AD79-4972-9B6B-DFB869EA81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0"/>
              <a:ext cx="142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0.</a:t>
              </a:r>
              <a:endParaRPr lang="en-US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Text Box 39">
              <a:extLst>
                <a:ext uri="{FF2B5EF4-FFF2-40B4-BE49-F238E27FC236}">
                  <a16:creationId xmlns:a16="http://schemas.microsoft.com/office/drawing/2014/main" id="{B6E9E975-5EFE-404F-B6FA-0DC08A507C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3" y="18"/>
              <a:ext cx="275" cy="20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lang="en-US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0" name="Text Box 40">
              <a:extLst>
                <a:ext uri="{FF2B5EF4-FFF2-40B4-BE49-F238E27FC236}">
                  <a16:creationId xmlns:a16="http://schemas.microsoft.com/office/drawing/2014/main" id="{9CB219D9-6E39-4928-A245-07825C748A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8" y="18"/>
              <a:ext cx="238" cy="15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lang="en-US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en-US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" name="Text Box 41">
              <a:extLst>
                <a:ext uri="{FF2B5EF4-FFF2-40B4-BE49-F238E27FC236}">
                  <a16:creationId xmlns:a16="http://schemas.microsoft.com/office/drawing/2014/main" id="{21A7F97C-0C60-4B0F-A9F9-B2E9D9EC42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6" y="18"/>
              <a:ext cx="265" cy="20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lang="en-US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en-US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2" name="Text Box 42">
              <a:extLst>
                <a:ext uri="{FF2B5EF4-FFF2-40B4-BE49-F238E27FC236}">
                  <a16:creationId xmlns:a16="http://schemas.microsoft.com/office/drawing/2014/main" id="{B652772D-1212-4F50-83DA-34459AA72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10" y="18"/>
              <a:ext cx="230" cy="20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lang="en-US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endParaRPr lang="en-US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3" name="Group 80">
            <a:extLst>
              <a:ext uri="{FF2B5EF4-FFF2-40B4-BE49-F238E27FC236}">
                <a16:creationId xmlns:a16="http://schemas.microsoft.com/office/drawing/2014/main" id="{72A0DA4D-22A4-4415-A194-33F7A55641CC}"/>
              </a:ext>
            </a:extLst>
          </p:cNvPr>
          <p:cNvGrpSpPr>
            <a:grpSpLocks/>
          </p:cNvGrpSpPr>
          <p:nvPr/>
        </p:nvGrpSpPr>
        <p:grpSpPr bwMode="auto">
          <a:xfrm>
            <a:off x="1602423" y="1162624"/>
            <a:ext cx="7208838" cy="301625"/>
            <a:chOff x="0" y="0"/>
            <a:chExt cx="4541" cy="190"/>
          </a:xfrm>
        </p:grpSpPr>
        <p:sp>
          <p:nvSpPr>
            <p:cNvPr id="94" name="Text Box 44">
              <a:extLst>
                <a:ext uri="{FF2B5EF4-FFF2-40B4-BE49-F238E27FC236}">
                  <a16:creationId xmlns:a16="http://schemas.microsoft.com/office/drawing/2014/main" id="{273F65AB-FBD1-48F9-868A-7A08871F86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0"/>
              <a:ext cx="142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0.</a:t>
              </a:r>
              <a:endParaRPr lang="en-US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Text Box 45">
              <a:extLst>
                <a:ext uri="{FF2B5EF4-FFF2-40B4-BE49-F238E27FC236}">
                  <a16:creationId xmlns:a16="http://schemas.microsoft.com/office/drawing/2014/main" id="{5F6887C3-E73B-4700-966E-ADB0F6D06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" y="0"/>
              <a:ext cx="262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lang="en-US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" name="Text Box 46">
              <a:extLst>
                <a:ext uri="{FF2B5EF4-FFF2-40B4-BE49-F238E27FC236}">
                  <a16:creationId xmlns:a16="http://schemas.microsoft.com/office/drawing/2014/main" id="{DD60BCB3-555D-4DA8-AF28-47C510E1EE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0" y="0"/>
              <a:ext cx="271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lang="en-US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en-US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Text Box 47">
              <a:extLst>
                <a:ext uri="{FF2B5EF4-FFF2-40B4-BE49-F238E27FC236}">
                  <a16:creationId xmlns:a16="http://schemas.microsoft.com/office/drawing/2014/main" id="{343BAF71-69DF-42B4-BAE7-2E5B4E05F6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4" y="0"/>
              <a:ext cx="236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lang="en-US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en-US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Text Box 48">
              <a:extLst>
                <a:ext uri="{FF2B5EF4-FFF2-40B4-BE49-F238E27FC236}">
                  <a16:creationId xmlns:a16="http://schemas.microsoft.com/office/drawing/2014/main" id="{4F26F3DC-2058-4AFD-9376-D8EFE53AD9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17" y="0"/>
              <a:ext cx="247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lang="en-US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endParaRPr lang="en-US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" name="Text Box 49">
              <a:extLst>
                <a:ext uri="{FF2B5EF4-FFF2-40B4-BE49-F238E27FC236}">
                  <a16:creationId xmlns:a16="http://schemas.microsoft.com/office/drawing/2014/main" id="{920A38CB-6994-4CD3-94ED-2688CB52BA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" y="0"/>
              <a:ext cx="257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lang="en-US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</a:t>
              </a:r>
              <a:endParaRPr lang="en-US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" name="Text Box 50">
              <a:extLst>
                <a:ext uri="{FF2B5EF4-FFF2-40B4-BE49-F238E27FC236}">
                  <a16:creationId xmlns:a16="http://schemas.microsoft.com/office/drawing/2014/main" id="{28EE340D-F13A-42E9-A430-D544D34A46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0"/>
              <a:ext cx="317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lang="en-US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  <a:endParaRPr lang="en-US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" name="Text Box 51">
              <a:extLst>
                <a:ext uri="{FF2B5EF4-FFF2-40B4-BE49-F238E27FC236}">
                  <a16:creationId xmlns:a16="http://schemas.microsoft.com/office/drawing/2014/main" id="{42C70D4B-83AA-4B59-AFFE-3B2EC6C967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5" y="0"/>
              <a:ext cx="237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lang="en-US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endParaRPr lang="en-US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" name="Text Box 52">
              <a:extLst>
                <a:ext uri="{FF2B5EF4-FFF2-40B4-BE49-F238E27FC236}">
                  <a16:creationId xmlns:a16="http://schemas.microsoft.com/office/drawing/2014/main" id="{FDC08F27-33B8-49BE-9563-29A88F50A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6" y="0"/>
              <a:ext cx="295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lang="en-US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endParaRPr lang="en-US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03" name="Group 90">
            <a:extLst>
              <a:ext uri="{FF2B5EF4-FFF2-40B4-BE49-F238E27FC236}">
                <a16:creationId xmlns:a16="http://schemas.microsoft.com/office/drawing/2014/main" id="{0326ABA3-5494-4C31-8A2A-EC7FED37344C}"/>
              </a:ext>
            </a:extLst>
          </p:cNvPr>
          <p:cNvGrpSpPr>
            <a:grpSpLocks/>
          </p:cNvGrpSpPr>
          <p:nvPr/>
        </p:nvGrpSpPr>
        <p:grpSpPr bwMode="auto">
          <a:xfrm>
            <a:off x="1415098" y="1850011"/>
            <a:ext cx="3562350" cy="61913"/>
            <a:chOff x="0" y="0"/>
            <a:chExt cx="2244" cy="39"/>
          </a:xfrm>
        </p:grpSpPr>
        <p:sp>
          <p:nvSpPr>
            <p:cNvPr id="104" name="AutoShape 54">
              <a:extLst>
                <a:ext uri="{FF2B5EF4-FFF2-40B4-BE49-F238E27FC236}">
                  <a16:creationId xmlns:a16="http://schemas.microsoft.com/office/drawing/2014/main" id="{35620784-223A-419E-8564-A6371D2C48C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593140" flipV="1">
              <a:off x="34" y="-34"/>
              <a:ext cx="39" cy="107"/>
            </a:xfrm>
            <a:prstGeom prst="triangle">
              <a:avLst>
                <a:gd name="adj" fmla="val 50000"/>
              </a:avLst>
            </a:prstGeom>
            <a:solidFill>
              <a:srgbClr val="FF6600"/>
            </a:solidFill>
            <a:ln w="19050">
              <a:solidFill>
                <a:srgbClr val="FF66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80000"/>
                </a:lnSpc>
                <a:spcAft>
                  <a:spcPts val="0"/>
                </a:spcAft>
                <a:buClr>
                  <a:srgbClr val="0563C1"/>
                </a:buClr>
                <a:buSzPct val="65000"/>
                <a:buFont typeface="Wingdings" panose="05000000000000000000" pitchFamily="2" charset="2"/>
                <a:buNone/>
              </a:pPr>
              <a:endParaRPr lang="zh-CN" altLang="en-US" sz="240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" name="AutoShape 55">
              <a:extLst>
                <a:ext uri="{FF2B5EF4-FFF2-40B4-BE49-F238E27FC236}">
                  <a16:creationId xmlns:a16="http://schemas.microsoft.com/office/drawing/2014/main" id="{3A194033-0A1F-45B7-B07C-9CEF6415825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593140" flipV="1">
              <a:off x="573" y="-34"/>
              <a:ext cx="39" cy="108"/>
            </a:xfrm>
            <a:prstGeom prst="triangle">
              <a:avLst>
                <a:gd name="adj" fmla="val 50000"/>
              </a:avLst>
            </a:prstGeom>
            <a:solidFill>
              <a:srgbClr val="FF6600"/>
            </a:solidFill>
            <a:ln w="19050">
              <a:solidFill>
                <a:srgbClr val="FF66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80000"/>
                </a:lnSpc>
                <a:spcAft>
                  <a:spcPts val="0"/>
                </a:spcAft>
                <a:buClr>
                  <a:srgbClr val="0563C1"/>
                </a:buClr>
                <a:buSzPct val="65000"/>
                <a:buFont typeface="Wingdings" panose="05000000000000000000" pitchFamily="2" charset="2"/>
                <a:buNone/>
              </a:pPr>
              <a:endParaRPr lang="zh-CN" altLang="en-US" sz="240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" name="AutoShape 56">
              <a:extLst>
                <a:ext uri="{FF2B5EF4-FFF2-40B4-BE49-F238E27FC236}">
                  <a16:creationId xmlns:a16="http://schemas.microsoft.com/office/drawing/2014/main" id="{4C90BFD0-C35C-4554-BA02-6B133377873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593140" flipV="1">
              <a:off x="1108" y="-34"/>
              <a:ext cx="39" cy="108"/>
            </a:xfrm>
            <a:prstGeom prst="triangle">
              <a:avLst>
                <a:gd name="adj" fmla="val 50000"/>
              </a:avLst>
            </a:prstGeom>
            <a:solidFill>
              <a:srgbClr val="FF6600"/>
            </a:solidFill>
            <a:ln w="19050">
              <a:solidFill>
                <a:srgbClr val="FF66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80000"/>
                </a:lnSpc>
                <a:spcAft>
                  <a:spcPts val="0"/>
                </a:spcAft>
                <a:buClr>
                  <a:srgbClr val="0563C1"/>
                </a:buClr>
                <a:buSzPct val="65000"/>
                <a:buFont typeface="Wingdings" panose="05000000000000000000" pitchFamily="2" charset="2"/>
                <a:buNone/>
              </a:pPr>
              <a:endParaRPr lang="zh-CN" altLang="en-US" sz="240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" name="AutoShape 57">
              <a:extLst>
                <a:ext uri="{FF2B5EF4-FFF2-40B4-BE49-F238E27FC236}">
                  <a16:creationId xmlns:a16="http://schemas.microsoft.com/office/drawing/2014/main" id="{7BE04EB5-B7C8-4721-AC63-116BFA866DD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593140" flipV="1">
              <a:off x="1633" y="-34"/>
              <a:ext cx="39" cy="107"/>
            </a:xfrm>
            <a:prstGeom prst="triangle">
              <a:avLst>
                <a:gd name="adj" fmla="val 50000"/>
              </a:avLst>
            </a:prstGeom>
            <a:solidFill>
              <a:srgbClr val="FF6600"/>
            </a:solidFill>
            <a:ln w="19050">
              <a:solidFill>
                <a:srgbClr val="FF66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80000"/>
                </a:lnSpc>
                <a:spcAft>
                  <a:spcPts val="0"/>
                </a:spcAft>
                <a:buClr>
                  <a:srgbClr val="0563C1"/>
                </a:buClr>
                <a:buSzPct val="65000"/>
                <a:buFont typeface="Wingdings" panose="05000000000000000000" pitchFamily="2" charset="2"/>
                <a:buNone/>
              </a:pPr>
              <a:endParaRPr lang="zh-CN" altLang="en-US" sz="240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" name="AutoShape 58">
              <a:extLst>
                <a:ext uri="{FF2B5EF4-FFF2-40B4-BE49-F238E27FC236}">
                  <a16:creationId xmlns:a16="http://schemas.microsoft.com/office/drawing/2014/main" id="{9D30568B-AC23-4728-91ED-F48A38C7FC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593140" flipV="1">
              <a:off x="2170" y="-34"/>
              <a:ext cx="39" cy="107"/>
            </a:xfrm>
            <a:prstGeom prst="triangle">
              <a:avLst>
                <a:gd name="adj" fmla="val 50000"/>
              </a:avLst>
            </a:prstGeom>
            <a:solidFill>
              <a:srgbClr val="FF6600"/>
            </a:solidFill>
            <a:ln w="19050">
              <a:solidFill>
                <a:srgbClr val="FF66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3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6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o"/>
                <a:defRPr sz="23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120000"/>
                </a:lnSpc>
                <a:spcBef>
                  <a:spcPct val="20000"/>
                </a:spcBef>
                <a:buClr>
                  <a:schemeClr val="accent2"/>
                </a:buClr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120000"/>
                </a:lnSpc>
                <a:spcBef>
                  <a:spcPct val="25000"/>
                </a:spcBef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120000"/>
                </a:lnSpc>
                <a:spcBef>
                  <a:spcPct val="25000"/>
                </a:spcBef>
                <a:spcAft>
                  <a:spcPct val="0"/>
                </a:spcAft>
                <a:buClr>
                  <a:schemeClr val="accent2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80000"/>
                </a:lnSpc>
                <a:spcAft>
                  <a:spcPts val="0"/>
                </a:spcAft>
                <a:buClr>
                  <a:srgbClr val="0563C1"/>
                </a:buClr>
                <a:buSzPct val="65000"/>
                <a:buFont typeface="Wingdings" panose="05000000000000000000" pitchFamily="2" charset="2"/>
                <a:buNone/>
              </a:pPr>
              <a:endParaRPr lang="zh-CN" altLang="en-US" sz="240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09" name="Group 96">
            <a:extLst>
              <a:ext uri="{FF2B5EF4-FFF2-40B4-BE49-F238E27FC236}">
                <a16:creationId xmlns:a16="http://schemas.microsoft.com/office/drawing/2014/main" id="{A3B63DE3-A400-4DEE-BD70-CEF76EA7FBA5}"/>
              </a:ext>
            </a:extLst>
          </p:cNvPr>
          <p:cNvGrpSpPr>
            <a:grpSpLocks/>
          </p:cNvGrpSpPr>
          <p:nvPr/>
        </p:nvGrpSpPr>
        <p:grpSpPr bwMode="auto">
          <a:xfrm>
            <a:off x="5039362" y="5729860"/>
            <a:ext cx="3908425" cy="414338"/>
            <a:chOff x="0" y="0"/>
            <a:chExt cx="2462" cy="261"/>
          </a:xfrm>
        </p:grpSpPr>
        <p:sp>
          <p:nvSpPr>
            <p:cNvPr id="110" name="Line 60">
              <a:extLst>
                <a:ext uri="{FF2B5EF4-FFF2-40B4-BE49-F238E27FC236}">
                  <a16:creationId xmlns:a16="http://schemas.microsoft.com/office/drawing/2014/main" id="{F2532D66-C331-48F3-97A0-5BF3FB301A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" y="0"/>
              <a:ext cx="0" cy="20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" name="Line 61">
              <a:extLst>
                <a:ext uri="{FF2B5EF4-FFF2-40B4-BE49-F238E27FC236}">
                  <a16:creationId xmlns:a16="http://schemas.microsoft.com/office/drawing/2014/main" id="{289A417F-AA4D-4BFE-88E4-D8996E6009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" y="0"/>
              <a:ext cx="0" cy="20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" name="Line 62">
              <a:extLst>
                <a:ext uri="{FF2B5EF4-FFF2-40B4-BE49-F238E27FC236}">
                  <a16:creationId xmlns:a16="http://schemas.microsoft.com/office/drawing/2014/main" id="{C2374250-766E-4D0B-92A7-E0DCACAA92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7" y="0"/>
              <a:ext cx="0" cy="20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" name="Line 63">
              <a:extLst>
                <a:ext uri="{FF2B5EF4-FFF2-40B4-BE49-F238E27FC236}">
                  <a16:creationId xmlns:a16="http://schemas.microsoft.com/office/drawing/2014/main" id="{44D5E1E9-DB6D-462B-89B2-FC72B918CB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1" y="0"/>
              <a:ext cx="0" cy="20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" name="Line 64">
              <a:extLst>
                <a:ext uri="{FF2B5EF4-FFF2-40B4-BE49-F238E27FC236}">
                  <a16:creationId xmlns:a16="http://schemas.microsoft.com/office/drawing/2014/main" id="{1D595C3A-B253-4CD3-B785-AD21B1D781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6" y="0"/>
              <a:ext cx="0" cy="20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" name="Text Box 65">
              <a:extLst>
                <a:ext uri="{FF2B5EF4-FFF2-40B4-BE49-F238E27FC236}">
                  <a16:creationId xmlns:a16="http://schemas.microsoft.com/office/drawing/2014/main" id="{88368FC8-B478-45F1-ADB1-C0D7214C62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71"/>
              <a:ext cx="421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kumimoji="0" lang="en-US" sz="1800" b="0" i="0" u="none" strike="noStrike" kern="0" cap="none" spc="0" normalizeH="0" baseline="-2500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" name="Text Box 66">
              <a:extLst>
                <a:ext uri="{FF2B5EF4-FFF2-40B4-BE49-F238E27FC236}">
                  <a16:creationId xmlns:a16="http://schemas.microsoft.com/office/drawing/2014/main" id="{68A4F668-D1FC-4C13-AEED-A0D0EA7904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" y="71"/>
              <a:ext cx="218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kumimoji="0" lang="en-US" sz="1800" b="0" i="0" u="none" strike="noStrike" kern="0" cap="none" spc="0" normalizeH="0" baseline="-2500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5</a:t>
              </a: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" name="Text Box 67">
              <a:extLst>
                <a:ext uri="{FF2B5EF4-FFF2-40B4-BE49-F238E27FC236}">
                  <a16:creationId xmlns:a16="http://schemas.microsoft.com/office/drawing/2014/main" id="{0442D972-1D1C-41CF-A5B5-FD7912AC52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2" y="71"/>
              <a:ext cx="218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kumimoji="0" lang="en-US" sz="1800" b="0" i="0" u="none" strike="noStrike" kern="0" cap="none" spc="0" normalizeH="0" baseline="-2500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" name="Text Box 68">
              <a:extLst>
                <a:ext uri="{FF2B5EF4-FFF2-40B4-BE49-F238E27FC236}">
                  <a16:creationId xmlns:a16="http://schemas.microsoft.com/office/drawing/2014/main" id="{EF77C434-AFC7-4729-8BB1-FEF94375E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1" y="71"/>
              <a:ext cx="221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kumimoji="0" lang="en-US" sz="1800" b="0" i="0" u="none" strike="noStrike" kern="0" cap="none" spc="0" normalizeH="0" baseline="-2500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" name="Text Box 69">
              <a:extLst>
                <a:ext uri="{FF2B5EF4-FFF2-40B4-BE49-F238E27FC236}">
                  <a16:creationId xmlns:a16="http://schemas.microsoft.com/office/drawing/2014/main" id="{5D184617-9B87-47FC-B8C9-5A7FB380E2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" y="71"/>
              <a:ext cx="221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kumimoji="0" lang="en-US" sz="1800" b="0" i="0" u="none" strike="noStrike" kern="0" cap="none" spc="0" normalizeH="0" baseline="-2500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20" name="Group 107">
            <a:extLst>
              <a:ext uri="{FF2B5EF4-FFF2-40B4-BE49-F238E27FC236}">
                <a16:creationId xmlns:a16="http://schemas.microsoft.com/office/drawing/2014/main" id="{B105E81F-25F2-443F-AF27-2A0219787399}"/>
              </a:ext>
            </a:extLst>
          </p:cNvPr>
          <p:cNvGrpSpPr>
            <a:grpSpLocks/>
          </p:cNvGrpSpPr>
          <p:nvPr/>
        </p:nvGrpSpPr>
        <p:grpSpPr bwMode="auto">
          <a:xfrm>
            <a:off x="1532573" y="1927799"/>
            <a:ext cx="3829050" cy="409575"/>
            <a:chOff x="0" y="0"/>
            <a:chExt cx="2412" cy="258"/>
          </a:xfrm>
        </p:grpSpPr>
        <p:sp>
          <p:nvSpPr>
            <p:cNvPr id="121" name="Text Box 71">
              <a:extLst>
                <a:ext uri="{FF2B5EF4-FFF2-40B4-BE49-F238E27FC236}">
                  <a16:creationId xmlns:a16="http://schemas.microsoft.com/office/drawing/2014/main" id="{67D5BD34-717B-4D1A-AC6F-9B2F624BC2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14"/>
              <a:ext cx="279" cy="244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" name="Text Box 72">
              <a:extLst>
                <a:ext uri="{FF2B5EF4-FFF2-40B4-BE49-F238E27FC236}">
                  <a16:creationId xmlns:a16="http://schemas.microsoft.com/office/drawing/2014/main" id="{06DD132A-2A47-4B96-BBDC-8779F95D0F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" y="14"/>
              <a:ext cx="276" cy="244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" name="Text Box 73">
              <a:extLst>
                <a:ext uri="{FF2B5EF4-FFF2-40B4-BE49-F238E27FC236}">
                  <a16:creationId xmlns:a16="http://schemas.microsoft.com/office/drawing/2014/main" id="{BA1D8161-8AFE-4FA4-8426-18030E56D3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6" y="14"/>
              <a:ext cx="279" cy="244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" name="Text Box 74">
              <a:extLst>
                <a:ext uri="{FF2B5EF4-FFF2-40B4-BE49-F238E27FC236}">
                  <a16:creationId xmlns:a16="http://schemas.microsoft.com/office/drawing/2014/main" id="{F8D372A7-0174-492B-AF09-B305A0B1FB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14"/>
              <a:ext cx="277" cy="244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" name="Text Box 75">
              <a:extLst>
                <a:ext uri="{FF2B5EF4-FFF2-40B4-BE49-F238E27FC236}">
                  <a16:creationId xmlns:a16="http://schemas.microsoft.com/office/drawing/2014/main" id="{E002CD22-C538-4CB0-8545-533E04318B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1" y="0"/>
              <a:ext cx="279" cy="244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26" name="Group 113">
            <a:extLst>
              <a:ext uri="{FF2B5EF4-FFF2-40B4-BE49-F238E27FC236}">
                <a16:creationId xmlns:a16="http://schemas.microsoft.com/office/drawing/2014/main" id="{925AAE17-A0AC-4C9E-B255-385FBF0C9F57}"/>
              </a:ext>
            </a:extLst>
          </p:cNvPr>
          <p:cNvGrpSpPr>
            <a:grpSpLocks/>
          </p:cNvGrpSpPr>
          <p:nvPr/>
        </p:nvGrpSpPr>
        <p:grpSpPr bwMode="auto">
          <a:xfrm>
            <a:off x="2380299" y="2797749"/>
            <a:ext cx="3827463" cy="384175"/>
            <a:chOff x="0" y="0"/>
            <a:chExt cx="2411" cy="242"/>
          </a:xfrm>
        </p:grpSpPr>
        <p:sp>
          <p:nvSpPr>
            <p:cNvPr id="127" name="Text Box 85">
              <a:extLst>
                <a:ext uri="{FF2B5EF4-FFF2-40B4-BE49-F238E27FC236}">
                  <a16:creationId xmlns:a16="http://schemas.microsoft.com/office/drawing/2014/main" id="{F1304EFA-7F73-4DC7-B092-AFB56CE043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6" y="0"/>
              <a:ext cx="277" cy="242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" name="Text Box 86">
              <a:extLst>
                <a:ext uri="{FF2B5EF4-FFF2-40B4-BE49-F238E27FC236}">
                  <a16:creationId xmlns:a16="http://schemas.microsoft.com/office/drawing/2014/main" id="{36372ADD-5D99-4560-A616-D1ABF567ED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0"/>
              <a:ext cx="276" cy="242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" name="Text Box 87">
              <a:extLst>
                <a:ext uri="{FF2B5EF4-FFF2-40B4-BE49-F238E27FC236}">
                  <a16:creationId xmlns:a16="http://schemas.microsoft.com/office/drawing/2014/main" id="{9CCAC06A-CDD6-4910-9547-63090EACC7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" y="0"/>
              <a:ext cx="277" cy="242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" name="Text Box 88">
              <a:extLst>
                <a:ext uri="{FF2B5EF4-FFF2-40B4-BE49-F238E27FC236}">
                  <a16:creationId xmlns:a16="http://schemas.microsoft.com/office/drawing/2014/main" id="{3236666D-E860-4F56-81DB-14A507B7DC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9" y="0"/>
              <a:ext cx="279" cy="242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" name="Text Box 89">
              <a:extLst>
                <a:ext uri="{FF2B5EF4-FFF2-40B4-BE49-F238E27FC236}">
                  <a16:creationId xmlns:a16="http://schemas.microsoft.com/office/drawing/2014/main" id="{A0560BC1-E586-4F5F-AB36-4799130846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3" y="0"/>
              <a:ext cx="278" cy="242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32" name="Group 119">
            <a:extLst>
              <a:ext uri="{FF2B5EF4-FFF2-40B4-BE49-F238E27FC236}">
                <a16:creationId xmlns:a16="http://schemas.microsoft.com/office/drawing/2014/main" id="{F3F8769B-7FA4-4DA7-84FB-6474DA156478}"/>
              </a:ext>
            </a:extLst>
          </p:cNvPr>
          <p:cNvGrpSpPr>
            <a:grpSpLocks/>
          </p:cNvGrpSpPr>
          <p:nvPr/>
        </p:nvGrpSpPr>
        <p:grpSpPr bwMode="auto">
          <a:xfrm>
            <a:off x="3186749" y="3610549"/>
            <a:ext cx="3827463" cy="384175"/>
            <a:chOff x="0" y="0"/>
            <a:chExt cx="2411" cy="242"/>
          </a:xfrm>
        </p:grpSpPr>
        <p:sp>
          <p:nvSpPr>
            <p:cNvPr id="133" name="Text Box 98">
              <a:extLst>
                <a:ext uri="{FF2B5EF4-FFF2-40B4-BE49-F238E27FC236}">
                  <a16:creationId xmlns:a16="http://schemas.microsoft.com/office/drawing/2014/main" id="{7755D5B8-03D1-48DD-853E-52CFEEAD4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0"/>
              <a:ext cx="276" cy="242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4" name="Text Box 99">
              <a:extLst>
                <a:ext uri="{FF2B5EF4-FFF2-40B4-BE49-F238E27FC236}">
                  <a16:creationId xmlns:a16="http://schemas.microsoft.com/office/drawing/2014/main" id="{CFA1AF18-4D69-4EFC-8A2D-00DD838F7A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" y="0"/>
              <a:ext cx="277" cy="242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5" name="Text Box 100">
              <a:extLst>
                <a:ext uri="{FF2B5EF4-FFF2-40B4-BE49-F238E27FC236}">
                  <a16:creationId xmlns:a16="http://schemas.microsoft.com/office/drawing/2014/main" id="{760EEEA8-97A8-42A0-B0D0-26070802DD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6" y="0"/>
              <a:ext cx="277" cy="242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6" name="Text Box 101">
              <a:extLst>
                <a:ext uri="{FF2B5EF4-FFF2-40B4-BE49-F238E27FC236}">
                  <a16:creationId xmlns:a16="http://schemas.microsoft.com/office/drawing/2014/main" id="{4AC74218-DFD3-4D19-B345-85D1A0E6FA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9" y="0"/>
              <a:ext cx="279" cy="242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7" name="Text Box 102">
              <a:extLst>
                <a:ext uri="{FF2B5EF4-FFF2-40B4-BE49-F238E27FC236}">
                  <a16:creationId xmlns:a16="http://schemas.microsoft.com/office/drawing/2014/main" id="{88E7DFC3-D670-4808-BC18-C0986D9342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3" y="0"/>
              <a:ext cx="278" cy="242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38" name="Group 131">
            <a:extLst>
              <a:ext uri="{FF2B5EF4-FFF2-40B4-BE49-F238E27FC236}">
                <a16:creationId xmlns:a16="http://schemas.microsoft.com/office/drawing/2014/main" id="{58F4BD8A-C16A-4FA9-A981-9588B939E6F0}"/>
              </a:ext>
            </a:extLst>
          </p:cNvPr>
          <p:cNvGrpSpPr>
            <a:grpSpLocks/>
          </p:cNvGrpSpPr>
          <p:nvPr/>
        </p:nvGrpSpPr>
        <p:grpSpPr bwMode="auto">
          <a:xfrm>
            <a:off x="1746886" y="1522985"/>
            <a:ext cx="3384550" cy="431800"/>
            <a:chOff x="0" y="0"/>
            <a:chExt cx="2132" cy="272"/>
          </a:xfrm>
        </p:grpSpPr>
        <p:sp>
          <p:nvSpPr>
            <p:cNvPr id="139" name="Line 132">
              <a:extLst>
                <a:ext uri="{FF2B5EF4-FFF2-40B4-BE49-F238E27FC236}">
                  <a16:creationId xmlns:a16="http://schemas.microsoft.com/office/drawing/2014/main" id="{8D16E550-813F-40EC-9B94-A294930D84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0" y="0"/>
              <a:ext cx="0" cy="27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0" name="Line 133">
              <a:extLst>
                <a:ext uri="{FF2B5EF4-FFF2-40B4-BE49-F238E27FC236}">
                  <a16:creationId xmlns:a16="http://schemas.microsoft.com/office/drawing/2014/main" id="{73D503C4-352D-4508-AC57-F93BDD312D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4" y="0"/>
              <a:ext cx="0" cy="27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1" name="Line 134">
              <a:extLst>
                <a:ext uri="{FF2B5EF4-FFF2-40B4-BE49-F238E27FC236}">
                  <a16:creationId xmlns:a16="http://schemas.microsoft.com/office/drawing/2014/main" id="{AB0E3ED3-2397-41B2-A279-1CE55E0E95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89" y="0"/>
              <a:ext cx="0" cy="27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2" name="Line 135">
              <a:extLst>
                <a:ext uri="{FF2B5EF4-FFF2-40B4-BE49-F238E27FC236}">
                  <a16:creationId xmlns:a16="http://schemas.microsoft.com/office/drawing/2014/main" id="{6E76B15D-944A-40A9-ACA1-C83C2857C6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87" y="0"/>
              <a:ext cx="0" cy="27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" name="Line 136">
              <a:extLst>
                <a:ext uri="{FF2B5EF4-FFF2-40B4-BE49-F238E27FC236}">
                  <a16:creationId xmlns:a16="http://schemas.microsoft.com/office/drawing/2014/main" id="{21701321-83EB-4E47-A86E-2A9997FB90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2" y="0"/>
              <a:ext cx="0" cy="27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44" name="Group 148">
            <a:extLst>
              <a:ext uri="{FF2B5EF4-FFF2-40B4-BE49-F238E27FC236}">
                <a16:creationId xmlns:a16="http://schemas.microsoft.com/office/drawing/2014/main" id="{AB600D6F-7514-4E04-BFDF-6104B29B17F3}"/>
              </a:ext>
            </a:extLst>
          </p:cNvPr>
          <p:cNvGrpSpPr>
            <a:grpSpLocks/>
          </p:cNvGrpSpPr>
          <p:nvPr/>
        </p:nvGrpSpPr>
        <p:grpSpPr bwMode="auto">
          <a:xfrm>
            <a:off x="3402649" y="4002661"/>
            <a:ext cx="3425825" cy="481013"/>
            <a:chOff x="0" y="0"/>
            <a:chExt cx="2158" cy="303"/>
          </a:xfrm>
        </p:grpSpPr>
        <p:sp>
          <p:nvSpPr>
            <p:cNvPr id="145" name="Line 149">
              <a:extLst>
                <a:ext uri="{FF2B5EF4-FFF2-40B4-BE49-F238E27FC236}">
                  <a16:creationId xmlns:a16="http://schemas.microsoft.com/office/drawing/2014/main" id="{208A4607-0853-46B8-835F-7213A7EB12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" y="18"/>
              <a:ext cx="0" cy="285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6" name="Line 150">
              <a:extLst>
                <a:ext uri="{FF2B5EF4-FFF2-40B4-BE49-F238E27FC236}">
                  <a16:creationId xmlns:a16="http://schemas.microsoft.com/office/drawing/2014/main" id="{7F0A0FB6-C889-455B-A435-CB3FC3350D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2" y="18"/>
              <a:ext cx="0" cy="285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7" name="Line 151">
              <a:extLst>
                <a:ext uri="{FF2B5EF4-FFF2-40B4-BE49-F238E27FC236}">
                  <a16:creationId xmlns:a16="http://schemas.microsoft.com/office/drawing/2014/main" id="{86E0CCD6-0509-4891-B9AE-9A28799824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5" y="18"/>
              <a:ext cx="0" cy="285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8" name="Line 152">
              <a:extLst>
                <a:ext uri="{FF2B5EF4-FFF2-40B4-BE49-F238E27FC236}">
                  <a16:creationId xmlns:a16="http://schemas.microsoft.com/office/drawing/2014/main" id="{E6112238-A7ED-4EDE-91DC-4248B9E391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8" y="18"/>
              <a:ext cx="0" cy="285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9" name="Text Box 153">
              <a:extLst>
                <a:ext uri="{FF2B5EF4-FFF2-40B4-BE49-F238E27FC236}">
                  <a16:creationId xmlns:a16="http://schemas.microsoft.com/office/drawing/2014/main" id="{16C5A145-D4B8-473C-8764-07CDC10F24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" y="71"/>
              <a:ext cx="262" cy="1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marR="0" lvl="0" indent="-34290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0" name="Line 154">
              <a:extLst>
                <a:ext uri="{FF2B5EF4-FFF2-40B4-BE49-F238E27FC236}">
                  <a16:creationId xmlns:a16="http://schemas.microsoft.com/office/drawing/2014/main" id="{187A93FD-1399-41BB-966E-2324631460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0" y="0"/>
              <a:ext cx="0" cy="20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51" name="Group 155">
            <a:extLst>
              <a:ext uri="{FF2B5EF4-FFF2-40B4-BE49-F238E27FC236}">
                <a16:creationId xmlns:a16="http://schemas.microsoft.com/office/drawing/2014/main" id="{55678D4F-BF12-4D27-87F6-56D62444D184}"/>
              </a:ext>
            </a:extLst>
          </p:cNvPr>
          <p:cNvGrpSpPr>
            <a:grpSpLocks/>
          </p:cNvGrpSpPr>
          <p:nvPr/>
        </p:nvGrpSpPr>
        <p:grpSpPr bwMode="auto">
          <a:xfrm>
            <a:off x="2610487" y="3162873"/>
            <a:ext cx="3375025" cy="501650"/>
            <a:chOff x="0" y="0"/>
            <a:chExt cx="2126" cy="316"/>
          </a:xfrm>
        </p:grpSpPr>
        <p:sp>
          <p:nvSpPr>
            <p:cNvPr id="152" name="Line 156">
              <a:extLst>
                <a:ext uri="{FF2B5EF4-FFF2-40B4-BE49-F238E27FC236}">
                  <a16:creationId xmlns:a16="http://schemas.microsoft.com/office/drawing/2014/main" id="{4A26D836-DA6C-4441-B14C-9C82103CD2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6" y="28"/>
              <a:ext cx="0" cy="28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3" name="Line 157">
              <a:extLst>
                <a:ext uri="{FF2B5EF4-FFF2-40B4-BE49-F238E27FC236}">
                  <a16:creationId xmlns:a16="http://schemas.microsoft.com/office/drawing/2014/main" id="{24E77626-92B1-4E9A-BA8C-5779FEBC1C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0" y="28"/>
              <a:ext cx="0" cy="28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4" name="Line 158">
              <a:extLst>
                <a:ext uri="{FF2B5EF4-FFF2-40B4-BE49-F238E27FC236}">
                  <a16:creationId xmlns:a16="http://schemas.microsoft.com/office/drawing/2014/main" id="{CB1D6CE2-BB03-4E10-BD8B-FE10918889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93" y="28"/>
              <a:ext cx="0" cy="28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5" name="Line 159">
              <a:extLst>
                <a:ext uri="{FF2B5EF4-FFF2-40B4-BE49-F238E27FC236}">
                  <a16:creationId xmlns:a16="http://schemas.microsoft.com/office/drawing/2014/main" id="{EC6AFF3A-F95E-4A17-9CAD-24AA338D19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6" y="28"/>
              <a:ext cx="0" cy="28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6" name="Line 160">
              <a:extLst>
                <a:ext uri="{FF2B5EF4-FFF2-40B4-BE49-F238E27FC236}">
                  <a16:creationId xmlns:a16="http://schemas.microsoft.com/office/drawing/2014/main" id="{5D80ED98-CCFE-4ED8-9062-DFAFC454B8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0" y="0"/>
              <a:ext cx="0" cy="20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57" name="Group 161">
            <a:extLst>
              <a:ext uri="{FF2B5EF4-FFF2-40B4-BE49-F238E27FC236}">
                <a16:creationId xmlns:a16="http://schemas.microsoft.com/office/drawing/2014/main" id="{1A9F7B6D-F725-4590-8950-EB8DD0A2AB7B}"/>
              </a:ext>
            </a:extLst>
          </p:cNvPr>
          <p:cNvGrpSpPr>
            <a:grpSpLocks/>
          </p:cNvGrpSpPr>
          <p:nvPr/>
        </p:nvGrpSpPr>
        <p:grpSpPr bwMode="auto">
          <a:xfrm>
            <a:off x="1746886" y="2337374"/>
            <a:ext cx="3395662" cy="454025"/>
            <a:chOff x="0" y="0"/>
            <a:chExt cx="2139" cy="286"/>
          </a:xfrm>
        </p:grpSpPr>
        <p:sp>
          <p:nvSpPr>
            <p:cNvPr id="158" name="Line 162">
              <a:extLst>
                <a:ext uri="{FF2B5EF4-FFF2-40B4-BE49-F238E27FC236}">
                  <a16:creationId xmlns:a16="http://schemas.microsoft.com/office/drawing/2014/main" id="{7B590C6E-5157-4522-A00F-23860FE9D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7" y="0"/>
              <a:ext cx="0" cy="286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9" name="Line 163">
              <a:extLst>
                <a:ext uri="{FF2B5EF4-FFF2-40B4-BE49-F238E27FC236}">
                  <a16:creationId xmlns:a16="http://schemas.microsoft.com/office/drawing/2014/main" id="{63486F0B-797D-4EA9-ABB6-CD4DD3EB90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70" y="0"/>
              <a:ext cx="0" cy="286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0" name="Line 164">
              <a:extLst>
                <a:ext uri="{FF2B5EF4-FFF2-40B4-BE49-F238E27FC236}">
                  <a16:creationId xmlns:a16="http://schemas.microsoft.com/office/drawing/2014/main" id="{2D285D79-EC67-4FA1-9087-C65A4A7A07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4" y="0"/>
              <a:ext cx="0" cy="286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1" name="Line 165">
              <a:extLst>
                <a:ext uri="{FF2B5EF4-FFF2-40B4-BE49-F238E27FC236}">
                  <a16:creationId xmlns:a16="http://schemas.microsoft.com/office/drawing/2014/main" id="{215DF80F-755B-4C47-B963-99FF2E081D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9" y="0"/>
              <a:ext cx="0" cy="286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" name="Line 166">
              <a:extLst>
                <a:ext uri="{FF2B5EF4-FFF2-40B4-BE49-F238E27FC236}">
                  <a16:creationId xmlns:a16="http://schemas.microsoft.com/office/drawing/2014/main" id="{CBB83377-E33E-43D1-B381-47FF9CAED8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0" y="5"/>
              <a:ext cx="0" cy="20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63" name="Line 167">
            <a:extLst>
              <a:ext uri="{FF2B5EF4-FFF2-40B4-BE49-F238E27FC236}">
                <a16:creationId xmlns:a16="http://schemas.microsoft.com/office/drawing/2014/main" id="{C4994D5D-8CDA-46A6-9307-94BE135FE8DA}"/>
              </a:ext>
            </a:extLst>
          </p:cNvPr>
          <p:cNvSpPr>
            <a:spLocks noChangeShapeType="1"/>
          </p:cNvSpPr>
          <p:nvPr/>
        </p:nvSpPr>
        <p:spPr bwMode="auto">
          <a:xfrm>
            <a:off x="1373823" y="2216724"/>
            <a:ext cx="0" cy="67309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4" name="Line 168">
            <a:extLst>
              <a:ext uri="{FF2B5EF4-FFF2-40B4-BE49-F238E27FC236}">
                <a16:creationId xmlns:a16="http://schemas.microsoft.com/office/drawing/2014/main" id="{693AB239-75C7-4B71-9409-127FA487D3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94773" y="4763074"/>
            <a:ext cx="0" cy="66833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oval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5" name="Line 169">
            <a:extLst>
              <a:ext uri="{FF2B5EF4-FFF2-40B4-BE49-F238E27FC236}">
                <a16:creationId xmlns:a16="http://schemas.microsoft.com/office/drawing/2014/main" id="{119B5ACB-F905-49F0-ABAD-3436BF9D9025}"/>
              </a:ext>
            </a:extLst>
          </p:cNvPr>
          <p:cNvSpPr>
            <a:spLocks noChangeShapeType="1"/>
          </p:cNvSpPr>
          <p:nvPr/>
        </p:nvSpPr>
        <p:spPr bwMode="auto">
          <a:xfrm>
            <a:off x="2212023" y="3105723"/>
            <a:ext cx="0" cy="64770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6" name="Line 170">
            <a:extLst>
              <a:ext uri="{FF2B5EF4-FFF2-40B4-BE49-F238E27FC236}">
                <a16:creationId xmlns:a16="http://schemas.microsoft.com/office/drawing/2014/main" id="{4D3FF7E7-1AC1-41B3-8FCF-51433776A9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042286" y="3897885"/>
            <a:ext cx="0" cy="69850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oval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7" name="Text Box 172">
            <a:extLst>
              <a:ext uri="{FF2B5EF4-FFF2-40B4-BE49-F238E27FC236}">
                <a16:creationId xmlns:a16="http://schemas.microsoft.com/office/drawing/2014/main" id="{AEA06419-9472-402A-85F4-AA93329C6D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8586" y="2483424"/>
            <a:ext cx="431800" cy="314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0563C1"/>
              </a:buClr>
              <a:buSzPct val="65000"/>
              <a:defRPr/>
            </a:pPr>
            <a:r>
              <a:rPr lang="en-US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</a:t>
            </a:r>
            <a:endParaRPr lang="en-US">
              <a:solidFill>
                <a:srgbClr val="0000CC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8" name="文本框 167">
                <a:extLst>
                  <a:ext uri="{FF2B5EF4-FFF2-40B4-BE49-F238E27FC236}">
                    <a16:creationId xmlns:a16="http://schemas.microsoft.com/office/drawing/2014/main" id="{BF03999F-914D-40F4-933B-7FD30AA39183}"/>
                  </a:ext>
                </a:extLst>
              </p:cNvPr>
              <p:cNvSpPr txBox="1"/>
              <p:nvPr/>
            </p:nvSpPr>
            <p:spPr>
              <a:xfrm>
                <a:off x="567975" y="5995663"/>
                <a:ext cx="2376869" cy="57208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altLang="zh-CN" sz="2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CN" sz="2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𝑸</m:t>
                          </m:r>
                        </m:e>
                        <m:sub>
                          <m:r>
                            <a:rPr lang="en-US" altLang="zh-CN" sz="2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𝒏</m:t>
                          </m:r>
                        </m:sub>
                      </m:sSub>
                      <m:sSub>
                        <m:sSubPr>
                          <m:ctrlPr>
                            <a:rPr lang="en-US" altLang="zh-CN" sz="2800" b="1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CN" sz="2800" b="1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altLang="zh-CN" sz="2800" b="1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𝑪</m:t>
                          </m:r>
                        </m:e>
                        <m:sub>
                          <m:r>
                            <a:rPr lang="en-US" altLang="zh-CN" sz="2800" b="1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𝒇</m:t>
                          </m:r>
                        </m:sub>
                      </m:sSub>
                      <m:r>
                        <a:rPr lang="en-US" altLang="zh-CN" sz="2800" b="1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acc>
                        <m:accPr>
                          <m:chr m:val="̅"/>
                          <m:ctrlPr>
                            <a:rPr lang="en-US" altLang="zh-CN" sz="2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sSub>
                            <m:sSubPr>
                              <m:ctrlPr>
                                <a:rPr lang="en-US" altLang="zh-CN" sz="2800" b="1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altLang="zh-CN" sz="2800" b="1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𝑹</m:t>
                              </m:r>
                            </m:e>
                            <m:sub>
                              <m:r>
                                <a:rPr lang="en-US" altLang="zh-CN" sz="2800" b="1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sub>
                          </m:sSub>
                        </m:e>
                      </m:acc>
                    </m:oMath>
                  </m:oMathPara>
                </a14:m>
                <a:endParaRPr lang="zh-CN" altLang="en-US" sz="2800" b="1" dirty="0">
                  <a:solidFill>
                    <a:srgbClr val="C00000"/>
                  </a:solidFill>
                  <a:latin typeface="等线"/>
                  <a:ea typeface="等线" panose="02010600030101010101" pitchFamily="2" charset="-122"/>
                </a:endParaRPr>
              </a:p>
            </p:txBody>
          </p:sp>
        </mc:Choice>
        <mc:Fallback xmlns="">
          <p:sp>
            <p:nvSpPr>
              <p:cNvPr id="168" name="文本框 167">
                <a:extLst>
                  <a:ext uri="{FF2B5EF4-FFF2-40B4-BE49-F238E27FC236}">
                    <a16:creationId xmlns:a16="http://schemas.microsoft.com/office/drawing/2014/main" id="{BF03999F-914D-40F4-933B-7FD30AA391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7975" y="5995663"/>
                <a:ext cx="2376869" cy="57208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69" name="Group 125">
            <a:extLst>
              <a:ext uri="{FF2B5EF4-FFF2-40B4-BE49-F238E27FC236}">
                <a16:creationId xmlns:a16="http://schemas.microsoft.com/office/drawing/2014/main" id="{37CACBEF-1AFD-49F7-A074-CFA86D80E33E}"/>
              </a:ext>
            </a:extLst>
          </p:cNvPr>
          <p:cNvGrpSpPr>
            <a:grpSpLocks/>
          </p:cNvGrpSpPr>
          <p:nvPr/>
        </p:nvGrpSpPr>
        <p:grpSpPr bwMode="auto">
          <a:xfrm>
            <a:off x="4036061" y="4474149"/>
            <a:ext cx="3827462" cy="384175"/>
            <a:chOff x="0" y="0"/>
            <a:chExt cx="2411" cy="242"/>
          </a:xfrm>
        </p:grpSpPr>
        <p:sp>
          <p:nvSpPr>
            <p:cNvPr id="170" name="Text Box 111">
              <a:extLst>
                <a:ext uri="{FF2B5EF4-FFF2-40B4-BE49-F238E27FC236}">
                  <a16:creationId xmlns:a16="http://schemas.microsoft.com/office/drawing/2014/main" id="{5174C0D0-1C23-4664-8CC5-2E97CB6514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0"/>
              <a:ext cx="276" cy="242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" name="Text Box 112">
              <a:extLst>
                <a:ext uri="{FF2B5EF4-FFF2-40B4-BE49-F238E27FC236}">
                  <a16:creationId xmlns:a16="http://schemas.microsoft.com/office/drawing/2014/main" id="{CC1A1BC4-7D4B-44B7-AE13-F392E8D3F3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" y="0"/>
              <a:ext cx="277" cy="242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" name="Text Box 113">
              <a:extLst>
                <a:ext uri="{FF2B5EF4-FFF2-40B4-BE49-F238E27FC236}">
                  <a16:creationId xmlns:a16="http://schemas.microsoft.com/office/drawing/2014/main" id="{7A519C22-4C53-401E-859D-C2F506E394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6" y="0"/>
              <a:ext cx="277" cy="242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" name="Text Box 114">
              <a:extLst>
                <a:ext uri="{FF2B5EF4-FFF2-40B4-BE49-F238E27FC236}">
                  <a16:creationId xmlns:a16="http://schemas.microsoft.com/office/drawing/2014/main" id="{012BDFB0-A14A-490F-AC35-BD4D3A331D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9" y="0"/>
              <a:ext cx="279" cy="242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" name="Text Box 115">
              <a:extLst>
                <a:ext uri="{FF2B5EF4-FFF2-40B4-BE49-F238E27FC236}">
                  <a16:creationId xmlns:a16="http://schemas.microsoft.com/office/drawing/2014/main" id="{BD336DF9-2FC3-499A-B4D5-2053CFA594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3" y="0"/>
              <a:ext cx="278" cy="242"/>
            </a:xfrm>
            <a:prstGeom prst="rect">
              <a:avLst/>
            </a:prstGeom>
            <a:solidFill>
              <a:srgbClr val="CCFFCC"/>
            </a:solidFill>
            <a:ln w="19050" cmpd="sng">
              <a:solidFill>
                <a:srgbClr val="FF99CC"/>
              </a:solidFill>
              <a:miter lim="800000"/>
              <a:headEnd/>
              <a:tailEnd/>
            </a:ln>
          </p:spPr>
          <p:txBody>
            <a:bodyPr lIns="0" tIns="7200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563C1"/>
                </a:buClr>
                <a:buSzPct val="65000"/>
                <a:defRPr/>
              </a:pPr>
              <a:r>
                <a:rPr lang="en-US" sz="16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CAS</a:t>
              </a:r>
              <a:endParaRPr lang="en-US" sz="1600">
                <a:solidFill>
                  <a:srgbClr val="0000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75" name="矩形 174">
            <a:extLst>
              <a:ext uri="{FF2B5EF4-FFF2-40B4-BE49-F238E27FC236}">
                <a16:creationId xmlns:a16="http://schemas.microsoft.com/office/drawing/2014/main" id="{DE675BE6-E6AD-43BD-8D3F-8CF0CA3EC721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32710154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repeatCount="5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35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6 1.11111E-6 L -0.06476 -0.00417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ppt_x,ppt_y</p:attrName>
                                        </p:attrNameLst>
                                      </p:cBhvr>
                                      <p:rCtr x="-3247" y="-20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1" repeatCount="5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repeatCount="5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2" repeatCount="5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1" repeatCount="5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2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1" repeatCount="5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2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2" presetClass="entr" presetSubtype="1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3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8" repeatCount="4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2" repeatCount="5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3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4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1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0" dur="1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8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22" presetClass="entr" presetSubtype="2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0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22" presetClass="entr" presetSubtype="1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1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22" presetClass="entr" presetSubtype="1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7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3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8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22" presetClass="entr" presetSubtype="1" repeatCount="4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8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 animBg="1"/>
      <p:bldP spid="72" grpId="0" animBg="1"/>
      <p:bldP spid="74" grpId="0" animBg="1"/>
      <p:bldP spid="75" grpId="0" animBg="1"/>
      <p:bldP spid="76" grpId="0" animBg="1"/>
      <p:bldP spid="83" grpId="0" autoUpdateAnimBg="0"/>
      <p:bldP spid="84" grpId="0" autoUpdateAnimBg="0"/>
      <p:bldP spid="85" grpId="0" autoUpdateAnimBg="0"/>
      <p:bldP spid="86" grpId="0" autoUpdateAnimBg="0"/>
      <p:bldP spid="163" grpId="0" animBg="1"/>
      <p:bldP spid="164" grpId="0" animBg="1"/>
      <p:bldP spid="165" grpId="0" animBg="1"/>
      <p:bldP spid="166" grpId="0" animBg="1"/>
      <p:bldP spid="167" grpId="0" autoUpdateAnimBg="0"/>
      <p:bldP spid="168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D771DE0-A0FB-444E-9FEF-7908320DFF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（</a:t>
            </a:r>
            <a:r>
              <a:rPr lang="en-US" altLang="zh-CN" dirty="0"/>
              <a:t>3</a:t>
            </a:r>
            <a:r>
              <a:rPr lang="zh-CN" altLang="en-US" dirty="0"/>
              <a:t>）时间延迟分析</a:t>
            </a:r>
          </a:p>
        </p:txBody>
      </p:sp>
      <p:grpSp>
        <p:nvGrpSpPr>
          <p:cNvPr id="4" name="Group 13">
            <a:extLst>
              <a:ext uri="{FF2B5EF4-FFF2-40B4-BE49-F238E27FC236}">
                <a16:creationId xmlns:a16="http://schemas.microsoft.com/office/drawing/2014/main" id="{E7C9A0EE-9F59-4392-96A9-CA145A323463}"/>
              </a:ext>
            </a:extLst>
          </p:cNvPr>
          <p:cNvGrpSpPr>
            <a:grpSpLocks/>
          </p:cNvGrpSpPr>
          <p:nvPr/>
        </p:nvGrpSpPr>
        <p:grpSpPr bwMode="auto">
          <a:xfrm>
            <a:off x="6686549" y="1808210"/>
            <a:ext cx="52388" cy="2108200"/>
            <a:chOff x="0" y="0"/>
            <a:chExt cx="33" cy="1328"/>
          </a:xfrm>
        </p:grpSpPr>
        <p:sp>
          <p:nvSpPr>
            <p:cNvPr id="5" name="Line 7">
              <a:extLst>
                <a:ext uri="{FF2B5EF4-FFF2-40B4-BE49-F238E27FC236}">
                  <a16:creationId xmlns:a16="http://schemas.microsoft.com/office/drawing/2014/main" id="{08636096-7171-4AAB-8C01-72C4F3C19F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" y="0"/>
              <a:ext cx="0" cy="1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" name="AutoShape 6">
              <a:extLst>
                <a:ext uri="{FF2B5EF4-FFF2-40B4-BE49-F238E27FC236}">
                  <a16:creationId xmlns:a16="http://schemas.microsoft.com/office/drawing/2014/main" id="{1CCCBE29-14E6-421F-835A-E756B399856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0" y="1199"/>
              <a:ext cx="33" cy="129"/>
            </a:xfrm>
            <a:prstGeom prst="triangle">
              <a:avLst>
                <a:gd name="adj" fmla="val 50000"/>
              </a:avLst>
            </a:prstGeom>
            <a:solidFill>
              <a:sysClr val="windowText" lastClr="0000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buFontTx/>
                <a:buNone/>
                <a:tabLst/>
                <a:defRPr/>
              </a:pPr>
              <a:endParaRPr kumimoji="0" lang="zh-CN" altLang="en-US" sz="2400" b="1" i="0" u="sng" strike="noStrike" kern="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" name="Group 2">
            <a:extLst>
              <a:ext uri="{FF2B5EF4-FFF2-40B4-BE49-F238E27FC236}">
                <a16:creationId xmlns:a16="http://schemas.microsoft.com/office/drawing/2014/main" id="{FAAC3410-A0AA-480E-ABBE-CF95D9A60A5A}"/>
              </a:ext>
            </a:extLst>
          </p:cNvPr>
          <p:cNvGrpSpPr>
            <a:grpSpLocks/>
          </p:cNvGrpSpPr>
          <p:nvPr/>
        </p:nvGrpSpPr>
        <p:grpSpPr bwMode="auto">
          <a:xfrm>
            <a:off x="550863" y="5761085"/>
            <a:ext cx="8351837" cy="296862"/>
            <a:chOff x="0" y="0"/>
            <a:chExt cx="5261" cy="187"/>
          </a:xfrm>
        </p:grpSpPr>
        <p:sp>
          <p:nvSpPr>
            <p:cNvPr id="8" name="Line 75">
              <a:extLst>
                <a:ext uri="{FF2B5EF4-FFF2-40B4-BE49-F238E27FC236}">
                  <a16:creationId xmlns:a16="http://schemas.microsoft.com/office/drawing/2014/main" id="{03687089-4804-4139-891C-42E4CF8EEC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" y="94"/>
              <a:ext cx="2395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Text Box 76">
              <a:extLst>
                <a:ext uri="{FF2B5EF4-FFF2-40B4-BE49-F238E27FC236}">
                  <a16:creationId xmlns:a16="http://schemas.microsoft.com/office/drawing/2014/main" id="{B6D9A779-77DD-4C37-A7ED-2C7BCBD44C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0"/>
              <a:ext cx="227" cy="1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lang="en-US" sz="240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endParaRPr lang="en-US" sz="2400" b="1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Line 77">
              <a:extLst>
                <a:ext uri="{FF2B5EF4-FFF2-40B4-BE49-F238E27FC236}">
                  <a16:creationId xmlns:a16="http://schemas.microsoft.com/office/drawing/2014/main" id="{8D082479-EA5D-4579-A261-5EE94E3C4A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36" y="96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" name="Line 78">
              <a:extLst>
                <a:ext uri="{FF2B5EF4-FFF2-40B4-BE49-F238E27FC236}">
                  <a16:creationId xmlns:a16="http://schemas.microsoft.com/office/drawing/2014/main" id="{6BD65493-3B97-4908-A3E3-5A3C66773C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91" y="96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" name="Line 79">
              <a:extLst>
                <a:ext uri="{FF2B5EF4-FFF2-40B4-BE49-F238E27FC236}">
                  <a16:creationId xmlns:a16="http://schemas.microsoft.com/office/drawing/2014/main" id="{EBD74989-66E6-48F7-AB2E-F677173926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92" y="96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" name="Line 80">
              <a:extLst>
                <a:ext uri="{FF2B5EF4-FFF2-40B4-BE49-F238E27FC236}">
                  <a16:creationId xmlns:a16="http://schemas.microsoft.com/office/drawing/2014/main" id="{EC53FBB4-3D61-4B08-8236-E46A79FB93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8" y="96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Line 81">
              <a:extLst>
                <a:ext uri="{FF2B5EF4-FFF2-40B4-BE49-F238E27FC236}">
                  <a16:creationId xmlns:a16="http://schemas.microsoft.com/office/drawing/2014/main" id="{A5D73742-0604-4B43-8710-C3A4752ED0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80" y="96"/>
              <a:ext cx="181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5" name="Group 10">
            <a:extLst>
              <a:ext uri="{FF2B5EF4-FFF2-40B4-BE49-F238E27FC236}">
                <a16:creationId xmlns:a16="http://schemas.microsoft.com/office/drawing/2014/main" id="{07D1BB67-F60D-486C-BF97-B24E6C32697E}"/>
              </a:ext>
            </a:extLst>
          </p:cNvPr>
          <p:cNvGrpSpPr>
            <a:grpSpLocks/>
          </p:cNvGrpSpPr>
          <p:nvPr/>
        </p:nvGrpSpPr>
        <p:grpSpPr bwMode="auto">
          <a:xfrm>
            <a:off x="5845174" y="1808211"/>
            <a:ext cx="52388" cy="1260475"/>
            <a:chOff x="0" y="0"/>
            <a:chExt cx="33" cy="794"/>
          </a:xfrm>
        </p:grpSpPr>
        <p:sp>
          <p:nvSpPr>
            <p:cNvPr id="16" name="AutoShape 3">
              <a:extLst>
                <a:ext uri="{FF2B5EF4-FFF2-40B4-BE49-F238E27FC236}">
                  <a16:creationId xmlns:a16="http://schemas.microsoft.com/office/drawing/2014/main" id="{161A6832-B437-4BE3-BB7D-C56AE0BD66D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0" y="665"/>
              <a:ext cx="33" cy="129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endParaRPr lang="zh-CN" altLang="en-US" kern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" name="Line 4">
              <a:extLst>
                <a:ext uri="{FF2B5EF4-FFF2-40B4-BE49-F238E27FC236}">
                  <a16:creationId xmlns:a16="http://schemas.microsoft.com/office/drawing/2014/main" id="{D30392E9-532A-4EB4-8047-3938980509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" y="0"/>
              <a:ext cx="0" cy="6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8" name="Group 16">
            <a:extLst>
              <a:ext uri="{FF2B5EF4-FFF2-40B4-BE49-F238E27FC236}">
                <a16:creationId xmlns:a16="http://schemas.microsoft.com/office/drawing/2014/main" id="{31395499-4B97-402B-829F-46A5FF89C78F}"/>
              </a:ext>
            </a:extLst>
          </p:cNvPr>
          <p:cNvGrpSpPr>
            <a:grpSpLocks/>
          </p:cNvGrpSpPr>
          <p:nvPr/>
        </p:nvGrpSpPr>
        <p:grpSpPr bwMode="auto">
          <a:xfrm>
            <a:off x="7532688" y="1808211"/>
            <a:ext cx="52387" cy="2955925"/>
            <a:chOff x="0" y="0"/>
            <a:chExt cx="33" cy="1862"/>
          </a:xfrm>
        </p:grpSpPr>
        <p:sp>
          <p:nvSpPr>
            <p:cNvPr id="19" name="AutoShape 9">
              <a:extLst>
                <a:ext uri="{FF2B5EF4-FFF2-40B4-BE49-F238E27FC236}">
                  <a16:creationId xmlns:a16="http://schemas.microsoft.com/office/drawing/2014/main" id="{2023E61E-5846-4A1B-AE88-539649C3A02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0" y="1733"/>
              <a:ext cx="33" cy="129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endParaRPr lang="zh-CN" altLang="en-US" kern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0" name="Line 10">
              <a:extLst>
                <a:ext uri="{FF2B5EF4-FFF2-40B4-BE49-F238E27FC236}">
                  <a16:creationId xmlns:a16="http://schemas.microsoft.com/office/drawing/2014/main" id="{F6B9FDD7-2DB2-4528-840C-4FA8A75F20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" y="0"/>
              <a:ext cx="0" cy="17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1" name="Group 19">
            <a:extLst>
              <a:ext uri="{FF2B5EF4-FFF2-40B4-BE49-F238E27FC236}">
                <a16:creationId xmlns:a16="http://schemas.microsoft.com/office/drawing/2014/main" id="{11B76A5C-FDCF-4B9F-A0DB-F809581FC088}"/>
              </a:ext>
            </a:extLst>
          </p:cNvPr>
          <p:cNvGrpSpPr>
            <a:grpSpLocks/>
          </p:cNvGrpSpPr>
          <p:nvPr/>
        </p:nvGrpSpPr>
        <p:grpSpPr bwMode="auto">
          <a:xfrm>
            <a:off x="1284287" y="2071736"/>
            <a:ext cx="6913562" cy="3551237"/>
            <a:chOff x="0" y="0"/>
            <a:chExt cx="4355" cy="2237"/>
          </a:xfrm>
        </p:grpSpPr>
        <p:sp>
          <p:nvSpPr>
            <p:cNvPr id="22" name="Line 12">
              <a:extLst>
                <a:ext uri="{FF2B5EF4-FFF2-40B4-BE49-F238E27FC236}">
                  <a16:creationId xmlns:a16="http://schemas.microsoft.com/office/drawing/2014/main" id="{D527668E-1E56-4B70-B3FA-1A0617E85C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0" y="0"/>
              <a:ext cx="2216" cy="2237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Line 13">
              <a:extLst>
                <a:ext uri="{FF2B5EF4-FFF2-40B4-BE49-F238E27FC236}">
                  <a16:creationId xmlns:a16="http://schemas.microsoft.com/office/drawing/2014/main" id="{3A78B0B4-C3E7-4619-9CFE-BE1A912D67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" y="0"/>
              <a:ext cx="2217" cy="2237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" name="Line 14">
              <a:extLst>
                <a:ext uri="{FF2B5EF4-FFF2-40B4-BE49-F238E27FC236}">
                  <a16:creationId xmlns:a16="http://schemas.microsoft.com/office/drawing/2014/main" id="{387CD30B-D019-47A4-BA7B-CB5D2BFB33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5" y="0"/>
              <a:ext cx="2217" cy="2237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5" name="Line 15">
              <a:extLst>
                <a:ext uri="{FF2B5EF4-FFF2-40B4-BE49-F238E27FC236}">
                  <a16:creationId xmlns:a16="http://schemas.microsoft.com/office/drawing/2014/main" id="{EA867118-5E11-4BB8-92E1-F0F8A20A9E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0" y="0"/>
              <a:ext cx="2214" cy="2237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6" name="Line 16">
              <a:extLst>
                <a:ext uri="{FF2B5EF4-FFF2-40B4-BE49-F238E27FC236}">
                  <a16:creationId xmlns:a16="http://schemas.microsoft.com/office/drawing/2014/main" id="{70E6C6B5-5E8F-401F-8A16-99B72BC07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8" y="0"/>
              <a:ext cx="2217" cy="2237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7" name="Line 18">
            <a:extLst>
              <a:ext uri="{FF2B5EF4-FFF2-40B4-BE49-F238E27FC236}">
                <a16:creationId xmlns:a16="http://schemas.microsoft.com/office/drawing/2014/main" id="{BEF41C45-BCF7-4D8C-B663-10F2E13709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82849" y="1808210"/>
            <a:ext cx="0" cy="2349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 sz="2400" b="1" u="sng">
              <a:solidFill>
                <a:srgbClr val="FF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" name="Line 19">
            <a:extLst>
              <a:ext uri="{FF2B5EF4-FFF2-40B4-BE49-F238E27FC236}">
                <a16:creationId xmlns:a16="http://schemas.microsoft.com/office/drawing/2014/main" id="{EE17A7E4-7DA0-4FAA-AAD3-E058FA5E5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76712" y="1808210"/>
            <a:ext cx="0" cy="2349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 sz="2400" b="1" u="sng">
              <a:solidFill>
                <a:srgbClr val="FF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" name="Line 20">
            <a:extLst>
              <a:ext uri="{FF2B5EF4-FFF2-40B4-BE49-F238E27FC236}">
                <a16:creationId xmlns:a16="http://schemas.microsoft.com/office/drawing/2014/main" id="{FC88E75B-0C0A-4C9A-B2FF-676220BCB8A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26024" y="1808210"/>
            <a:ext cx="0" cy="2349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 sz="2400" b="1" u="sng">
              <a:solidFill>
                <a:srgbClr val="FF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" name="Freeform 21">
            <a:extLst>
              <a:ext uri="{FF2B5EF4-FFF2-40B4-BE49-F238E27FC236}">
                <a16:creationId xmlns:a16="http://schemas.microsoft.com/office/drawing/2014/main" id="{565E2CE8-07C5-4B06-9A5B-1639DDE065EB}"/>
              </a:ext>
            </a:extLst>
          </p:cNvPr>
          <p:cNvSpPr>
            <a:spLocks/>
          </p:cNvSpPr>
          <p:nvPr/>
        </p:nvSpPr>
        <p:spPr bwMode="auto">
          <a:xfrm>
            <a:off x="1150937" y="2338436"/>
            <a:ext cx="4367212" cy="173037"/>
          </a:xfrm>
          <a:custGeom>
            <a:avLst/>
            <a:gdLst>
              <a:gd name="T0" fmla="*/ 0 w 3773"/>
              <a:gd name="T1" fmla="*/ 0 h 128"/>
              <a:gd name="T2" fmla="*/ 2147483647 w 3773"/>
              <a:gd name="T3" fmla="*/ 0 h 128"/>
              <a:gd name="T4" fmla="*/ 2147483647 w 3773"/>
              <a:gd name="T5" fmla="*/ 2147483647 h 128"/>
              <a:gd name="T6" fmla="*/ 0 60000 65536"/>
              <a:gd name="T7" fmla="*/ 0 60000 65536"/>
              <a:gd name="T8" fmla="*/ 0 60000 65536"/>
              <a:gd name="T9" fmla="*/ 0 w 3773"/>
              <a:gd name="T10" fmla="*/ 0 h 128"/>
              <a:gd name="T11" fmla="*/ 3773 w 3773"/>
              <a:gd name="T12" fmla="*/ 128 h 1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73" h="128">
                <a:moveTo>
                  <a:pt x="0" y="0"/>
                </a:moveTo>
                <a:lnTo>
                  <a:pt x="3773" y="0"/>
                </a:lnTo>
                <a:lnTo>
                  <a:pt x="3773" y="128"/>
                </a:lnTo>
              </a:path>
            </a:pathLst>
          </a:custGeom>
          <a:noFill/>
          <a:ln w="19050" cap="sq" cmpd="sng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2400" b="1" u="sng" kern="0">
              <a:solidFill>
                <a:srgbClr val="FF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E84B2D4B-8538-400F-92F2-F343176A1781}"/>
              </a:ext>
            </a:extLst>
          </p:cNvPr>
          <p:cNvSpPr>
            <a:spLocks/>
          </p:cNvSpPr>
          <p:nvPr/>
        </p:nvSpPr>
        <p:spPr bwMode="auto">
          <a:xfrm>
            <a:off x="1246187" y="3186161"/>
            <a:ext cx="5137150" cy="206375"/>
          </a:xfrm>
          <a:custGeom>
            <a:avLst/>
            <a:gdLst>
              <a:gd name="T0" fmla="*/ 0 w 3773"/>
              <a:gd name="T1" fmla="*/ 0 h 128"/>
              <a:gd name="T2" fmla="*/ 2147483647 w 3773"/>
              <a:gd name="T3" fmla="*/ 0 h 128"/>
              <a:gd name="T4" fmla="*/ 2147483647 w 3773"/>
              <a:gd name="T5" fmla="*/ 2147483647 h 128"/>
              <a:gd name="T6" fmla="*/ 0 60000 65536"/>
              <a:gd name="T7" fmla="*/ 0 60000 65536"/>
              <a:gd name="T8" fmla="*/ 0 60000 65536"/>
              <a:gd name="T9" fmla="*/ 0 w 3773"/>
              <a:gd name="T10" fmla="*/ 0 h 128"/>
              <a:gd name="T11" fmla="*/ 3773 w 3773"/>
              <a:gd name="T12" fmla="*/ 128 h 1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73" h="128">
                <a:moveTo>
                  <a:pt x="0" y="0"/>
                </a:moveTo>
                <a:lnTo>
                  <a:pt x="3773" y="0"/>
                </a:lnTo>
                <a:lnTo>
                  <a:pt x="3773" y="128"/>
                </a:lnTo>
              </a:path>
            </a:pathLst>
          </a:custGeom>
          <a:noFill/>
          <a:ln w="19050" cap="sq" cmpd="sng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2400" b="1" u="sng" kern="0">
              <a:solidFill>
                <a:srgbClr val="FF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" name="Line 23">
            <a:extLst>
              <a:ext uri="{FF2B5EF4-FFF2-40B4-BE49-F238E27FC236}">
                <a16:creationId xmlns:a16="http://schemas.microsoft.com/office/drawing/2014/main" id="{84702C4E-AC2D-4B67-BEC8-1C6B9C7D20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69999" y="2514648"/>
            <a:ext cx="0" cy="671513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 sz="2400" b="1" u="sng">
              <a:solidFill>
                <a:srgbClr val="FF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" name="Freeform 24">
            <a:extLst>
              <a:ext uri="{FF2B5EF4-FFF2-40B4-BE49-F238E27FC236}">
                <a16:creationId xmlns:a16="http://schemas.microsoft.com/office/drawing/2014/main" id="{BF715B22-197D-414D-8D7D-C3F20177FD64}"/>
              </a:ext>
            </a:extLst>
          </p:cNvPr>
          <p:cNvSpPr>
            <a:spLocks/>
          </p:cNvSpPr>
          <p:nvPr/>
        </p:nvSpPr>
        <p:spPr bwMode="auto">
          <a:xfrm>
            <a:off x="2090738" y="4030711"/>
            <a:ext cx="5121275" cy="173037"/>
          </a:xfrm>
          <a:custGeom>
            <a:avLst/>
            <a:gdLst>
              <a:gd name="T0" fmla="*/ 0 w 3773"/>
              <a:gd name="T1" fmla="*/ 0 h 128"/>
              <a:gd name="T2" fmla="*/ 2147483647 w 3773"/>
              <a:gd name="T3" fmla="*/ 0 h 128"/>
              <a:gd name="T4" fmla="*/ 2147483647 w 3773"/>
              <a:gd name="T5" fmla="*/ 2147483647 h 128"/>
              <a:gd name="T6" fmla="*/ 0 60000 65536"/>
              <a:gd name="T7" fmla="*/ 0 60000 65536"/>
              <a:gd name="T8" fmla="*/ 0 60000 65536"/>
              <a:gd name="T9" fmla="*/ 0 w 3773"/>
              <a:gd name="T10" fmla="*/ 0 h 128"/>
              <a:gd name="T11" fmla="*/ 3773 w 3773"/>
              <a:gd name="T12" fmla="*/ 128 h 1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73" h="128">
                <a:moveTo>
                  <a:pt x="0" y="0"/>
                </a:moveTo>
                <a:lnTo>
                  <a:pt x="3773" y="0"/>
                </a:lnTo>
                <a:lnTo>
                  <a:pt x="3773" y="128"/>
                </a:lnTo>
              </a:path>
            </a:pathLst>
          </a:custGeom>
          <a:noFill/>
          <a:ln w="19050" cap="sq" cmpd="sng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2400" b="1" u="sng" kern="0">
              <a:solidFill>
                <a:srgbClr val="FF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" name="Freeform 25">
            <a:extLst>
              <a:ext uri="{FF2B5EF4-FFF2-40B4-BE49-F238E27FC236}">
                <a16:creationId xmlns:a16="http://schemas.microsoft.com/office/drawing/2014/main" id="{CC6F3ECF-E490-4480-8F06-428E1EE0231A}"/>
              </a:ext>
            </a:extLst>
          </p:cNvPr>
          <p:cNvSpPr>
            <a:spLocks/>
          </p:cNvSpPr>
          <p:nvPr/>
        </p:nvSpPr>
        <p:spPr bwMode="auto">
          <a:xfrm>
            <a:off x="2936875" y="4881611"/>
            <a:ext cx="5122863" cy="173037"/>
          </a:xfrm>
          <a:custGeom>
            <a:avLst/>
            <a:gdLst>
              <a:gd name="T0" fmla="*/ 0 w 3773"/>
              <a:gd name="T1" fmla="*/ 0 h 128"/>
              <a:gd name="T2" fmla="*/ 2147483647 w 3773"/>
              <a:gd name="T3" fmla="*/ 0 h 128"/>
              <a:gd name="T4" fmla="*/ 2147483647 w 3773"/>
              <a:gd name="T5" fmla="*/ 2147483647 h 128"/>
              <a:gd name="T6" fmla="*/ 0 60000 65536"/>
              <a:gd name="T7" fmla="*/ 0 60000 65536"/>
              <a:gd name="T8" fmla="*/ 0 60000 65536"/>
              <a:gd name="T9" fmla="*/ 0 w 3773"/>
              <a:gd name="T10" fmla="*/ 0 h 128"/>
              <a:gd name="T11" fmla="*/ 3773 w 3773"/>
              <a:gd name="T12" fmla="*/ 128 h 1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73" h="128">
                <a:moveTo>
                  <a:pt x="0" y="0"/>
                </a:moveTo>
                <a:lnTo>
                  <a:pt x="3773" y="0"/>
                </a:lnTo>
                <a:lnTo>
                  <a:pt x="3773" y="128"/>
                </a:lnTo>
              </a:path>
            </a:pathLst>
          </a:custGeom>
          <a:noFill/>
          <a:ln w="19050" cap="sq" cmpd="sng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2400" b="1" u="sng" kern="0">
              <a:solidFill>
                <a:srgbClr val="FF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" name="Freeform 26">
            <a:extLst>
              <a:ext uri="{FF2B5EF4-FFF2-40B4-BE49-F238E27FC236}">
                <a16:creationId xmlns:a16="http://schemas.microsoft.com/office/drawing/2014/main" id="{EFCB57AE-F252-4266-A73C-E6EDCCD7DB55}"/>
              </a:ext>
            </a:extLst>
          </p:cNvPr>
          <p:cNvSpPr>
            <a:spLocks/>
          </p:cNvSpPr>
          <p:nvPr/>
        </p:nvSpPr>
        <p:spPr bwMode="auto">
          <a:xfrm>
            <a:off x="3776663" y="5729336"/>
            <a:ext cx="5126037" cy="173037"/>
          </a:xfrm>
          <a:custGeom>
            <a:avLst/>
            <a:gdLst>
              <a:gd name="T0" fmla="*/ 0 w 3773"/>
              <a:gd name="T1" fmla="*/ 0 h 128"/>
              <a:gd name="T2" fmla="*/ 2147483647 w 3773"/>
              <a:gd name="T3" fmla="*/ 0 h 128"/>
              <a:gd name="T4" fmla="*/ 2147483647 w 3773"/>
              <a:gd name="T5" fmla="*/ 2147483647 h 128"/>
              <a:gd name="T6" fmla="*/ 0 60000 65536"/>
              <a:gd name="T7" fmla="*/ 0 60000 65536"/>
              <a:gd name="T8" fmla="*/ 0 60000 65536"/>
              <a:gd name="T9" fmla="*/ 0 w 3773"/>
              <a:gd name="T10" fmla="*/ 0 h 128"/>
              <a:gd name="T11" fmla="*/ 3773 w 3773"/>
              <a:gd name="T12" fmla="*/ 128 h 1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73" h="128">
                <a:moveTo>
                  <a:pt x="0" y="0"/>
                </a:moveTo>
                <a:lnTo>
                  <a:pt x="3773" y="0"/>
                </a:lnTo>
                <a:lnTo>
                  <a:pt x="3773" y="128"/>
                </a:lnTo>
              </a:path>
            </a:pathLst>
          </a:custGeom>
          <a:noFill/>
          <a:ln w="19050" cap="sq" cmpd="sng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2400" b="1" u="sng" kern="0">
              <a:solidFill>
                <a:srgbClr val="FF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6" name="Text Box 31">
            <a:extLst>
              <a:ext uri="{FF2B5EF4-FFF2-40B4-BE49-F238E27FC236}">
                <a16:creationId xmlns:a16="http://schemas.microsoft.com/office/drawing/2014/main" id="{1BE2315C-F058-440E-A91E-90002017E9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837" y="2503536"/>
            <a:ext cx="431800" cy="314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24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0.</a:t>
            </a:r>
            <a:endParaRPr lang="en-US" sz="2400" b="1">
              <a:solidFill>
                <a:srgbClr val="0000CC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" name="Text Box 32">
            <a:extLst>
              <a:ext uri="{FF2B5EF4-FFF2-40B4-BE49-F238E27FC236}">
                <a16:creationId xmlns:a16="http://schemas.microsoft.com/office/drawing/2014/main" id="{FEDBE2BF-F3A0-4D62-95AE-9535E9F647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862" y="3206797"/>
            <a:ext cx="360362" cy="330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24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</a:t>
            </a:r>
            <a:r>
              <a:rPr lang="en-US" sz="2400" baseline="-250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sz="2400" b="1">
              <a:solidFill>
                <a:srgbClr val="0000CC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8" name="Text Box 33">
            <a:extLst>
              <a:ext uri="{FF2B5EF4-FFF2-40B4-BE49-F238E27FC236}">
                <a16:creationId xmlns:a16="http://schemas.microsoft.com/office/drawing/2014/main" id="{3381C693-2118-426F-A352-AC533F109D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862" y="4057698"/>
            <a:ext cx="360362" cy="271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24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</a:t>
            </a:r>
            <a:r>
              <a:rPr lang="en-US" sz="2400" baseline="-250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endParaRPr lang="en-US" sz="2400" b="1">
              <a:solidFill>
                <a:srgbClr val="0000CC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" name="Text Box 34">
            <a:extLst>
              <a:ext uri="{FF2B5EF4-FFF2-40B4-BE49-F238E27FC236}">
                <a16:creationId xmlns:a16="http://schemas.microsoft.com/office/drawing/2014/main" id="{3B831464-7AF7-4B6E-9707-C1E1650E64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374" y="2135235"/>
            <a:ext cx="508000" cy="3222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24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P=1</a:t>
            </a:r>
            <a:endParaRPr lang="en-US" sz="2400" b="1">
              <a:solidFill>
                <a:srgbClr val="0000CC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0" name="Group 45">
            <a:extLst>
              <a:ext uri="{FF2B5EF4-FFF2-40B4-BE49-F238E27FC236}">
                <a16:creationId xmlns:a16="http://schemas.microsoft.com/office/drawing/2014/main" id="{D6DB394C-5D48-4A15-AE0F-557731D7802D}"/>
              </a:ext>
            </a:extLst>
          </p:cNvPr>
          <p:cNvGrpSpPr>
            <a:grpSpLocks/>
          </p:cNvGrpSpPr>
          <p:nvPr/>
        </p:nvGrpSpPr>
        <p:grpSpPr bwMode="auto">
          <a:xfrm>
            <a:off x="1485899" y="1449436"/>
            <a:ext cx="7208838" cy="307976"/>
            <a:chOff x="0" y="0"/>
            <a:chExt cx="4541" cy="194"/>
          </a:xfrm>
        </p:grpSpPr>
        <p:sp>
          <p:nvSpPr>
            <p:cNvPr id="41" name="Text Box 42">
              <a:extLst>
                <a:ext uri="{FF2B5EF4-FFF2-40B4-BE49-F238E27FC236}">
                  <a16:creationId xmlns:a16="http://schemas.microsoft.com/office/drawing/2014/main" id="{552B559E-876E-4BE6-9032-2876A55B5D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0"/>
              <a:ext cx="142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 dirty="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en-US" sz="2400" b="1" dirty="0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" name="Text Box 43">
              <a:extLst>
                <a:ext uri="{FF2B5EF4-FFF2-40B4-BE49-F238E27FC236}">
                  <a16:creationId xmlns:a16="http://schemas.microsoft.com/office/drawing/2014/main" id="{E989E583-1CDB-45A8-B194-382283E590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" y="0"/>
              <a:ext cx="262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lang="en-US" sz="240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sz="2400" b="1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" name="Text Box 44">
              <a:extLst>
                <a:ext uri="{FF2B5EF4-FFF2-40B4-BE49-F238E27FC236}">
                  <a16:creationId xmlns:a16="http://schemas.microsoft.com/office/drawing/2014/main" id="{55616443-9849-4F4D-B6B8-862ED0486F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0" y="0"/>
              <a:ext cx="271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lang="en-US" sz="240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en-US" sz="2400" b="1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" name="Text Box 45">
              <a:extLst>
                <a:ext uri="{FF2B5EF4-FFF2-40B4-BE49-F238E27FC236}">
                  <a16:creationId xmlns:a16="http://schemas.microsoft.com/office/drawing/2014/main" id="{D46D5FE0-FE69-4A72-AB52-AAD44B583E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4" y="0"/>
              <a:ext cx="236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lang="en-US" sz="240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en-US" sz="2400" b="1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Text Box 46">
              <a:extLst>
                <a:ext uri="{FF2B5EF4-FFF2-40B4-BE49-F238E27FC236}">
                  <a16:creationId xmlns:a16="http://schemas.microsoft.com/office/drawing/2014/main" id="{D0C391FE-CD79-486A-9C7F-036FD7E9F5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17" y="0"/>
              <a:ext cx="247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lang="en-US" sz="240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endParaRPr lang="en-US" sz="2400" b="1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Text Box 47">
              <a:extLst>
                <a:ext uri="{FF2B5EF4-FFF2-40B4-BE49-F238E27FC236}">
                  <a16:creationId xmlns:a16="http://schemas.microsoft.com/office/drawing/2014/main" id="{F7899636-2988-4A70-A184-DD3D69E940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" y="0"/>
              <a:ext cx="257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lang="en-US" sz="240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</a:t>
              </a:r>
              <a:endParaRPr lang="en-US" sz="2400" b="1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Text Box 48">
              <a:extLst>
                <a:ext uri="{FF2B5EF4-FFF2-40B4-BE49-F238E27FC236}">
                  <a16:creationId xmlns:a16="http://schemas.microsoft.com/office/drawing/2014/main" id="{E0502392-1011-49CE-ABD1-3D64655295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0"/>
              <a:ext cx="317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lang="en-US" sz="240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  <a:endParaRPr lang="en-US" sz="2400" b="1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Text Box 49">
              <a:extLst>
                <a:ext uri="{FF2B5EF4-FFF2-40B4-BE49-F238E27FC236}">
                  <a16:creationId xmlns:a16="http://schemas.microsoft.com/office/drawing/2014/main" id="{9A474F52-8E7B-4956-A1EB-A82AC6CCFC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5" y="0"/>
              <a:ext cx="237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lang="en-US" sz="240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endParaRPr lang="en-US" sz="2400" b="1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Text Box 50">
              <a:extLst>
                <a:ext uri="{FF2B5EF4-FFF2-40B4-BE49-F238E27FC236}">
                  <a16:creationId xmlns:a16="http://schemas.microsoft.com/office/drawing/2014/main" id="{9DFCF6AF-F5D0-4B62-A77D-B913ABBA34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6" y="0"/>
              <a:ext cx="295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lang="en-US" sz="240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endParaRPr lang="en-US" sz="2400" b="1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Text Box 42">
              <a:extLst>
                <a:ext uri="{FF2B5EF4-FFF2-40B4-BE49-F238E27FC236}">
                  <a16:creationId xmlns:a16="http://schemas.microsoft.com/office/drawing/2014/main" id="{2F684E0A-4E9A-4B24-9FB0-FC2A4640A3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" y="4"/>
              <a:ext cx="142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 dirty="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  <a:endParaRPr lang="en-US" sz="2400" b="1" dirty="0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1" name="Group 55">
            <a:extLst>
              <a:ext uri="{FF2B5EF4-FFF2-40B4-BE49-F238E27FC236}">
                <a16:creationId xmlns:a16="http://schemas.microsoft.com/office/drawing/2014/main" id="{71AC42AE-4906-4DC4-ADD8-2A0098B039DD}"/>
              </a:ext>
            </a:extLst>
          </p:cNvPr>
          <p:cNvGrpSpPr>
            <a:grpSpLocks/>
          </p:cNvGrpSpPr>
          <p:nvPr/>
        </p:nvGrpSpPr>
        <p:grpSpPr bwMode="auto">
          <a:xfrm>
            <a:off x="1298574" y="2136823"/>
            <a:ext cx="3562350" cy="61913"/>
            <a:chOff x="0" y="0"/>
            <a:chExt cx="2244" cy="39"/>
          </a:xfrm>
        </p:grpSpPr>
        <p:sp>
          <p:nvSpPr>
            <p:cNvPr id="52" name="AutoShape 52">
              <a:extLst>
                <a:ext uri="{FF2B5EF4-FFF2-40B4-BE49-F238E27FC236}">
                  <a16:creationId xmlns:a16="http://schemas.microsoft.com/office/drawing/2014/main" id="{063A8321-9A35-488A-96B1-99972FD058E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593140" flipV="1">
              <a:off x="34" y="-34"/>
              <a:ext cx="39" cy="107"/>
            </a:xfrm>
            <a:prstGeom prst="triangle">
              <a:avLst>
                <a:gd name="adj" fmla="val 50000"/>
              </a:avLst>
            </a:prstGeom>
            <a:solidFill>
              <a:srgbClr val="FF6600"/>
            </a:solidFill>
            <a:ln w="19050">
              <a:solidFill>
                <a:srgbClr val="FF66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endParaRPr lang="zh-CN" altLang="en-US" kern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53" name="AutoShape 53">
              <a:extLst>
                <a:ext uri="{FF2B5EF4-FFF2-40B4-BE49-F238E27FC236}">
                  <a16:creationId xmlns:a16="http://schemas.microsoft.com/office/drawing/2014/main" id="{2EB5F09B-E373-4F07-B9A0-A04A9E1A7E5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593140" flipV="1">
              <a:off x="573" y="-34"/>
              <a:ext cx="39" cy="108"/>
            </a:xfrm>
            <a:prstGeom prst="triangle">
              <a:avLst>
                <a:gd name="adj" fmla="val 50000"/>
              </a:avLst>
            </a:prstGeom>
            <a:solidFill>
              <a:srgbClr val="FF6600"/>
            </a:solidFill>
            <a:ln w="19050">
              <a:solidFill>
                <a:srgbClr val="FF66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endParaRPr lang="zh-CN" altLang="en-US" kern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54" name="AutoShape 54">
              <a:extLst>
                <a:ext uri="{FF2B5EF4-FFF2-40B4-BE49-F238E27FC236}">
                  <a16:creationId xmlns:a16="http://schemas.microsoft.com/office/drawing/2014/main" id="{0D69DCA9-D043-4F61-BFA4-F38A0A86190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593140" flipV="1">
              <a:off x="1108" y="-34"/>
              <a:ext cx="39" cy="108"/>
            </a:xfrm>
            <a:prstGeom prst="triangle">
              <a:avLst>
                <a:gd name="adj" fmla="val 50000"/>
              </a:avLst>
            </a:prstGeom>
            <a:solidFill>
              <a:srgbClr val="FF6600"/>
            </a:solidFill>
            <a:ln w="19050">
              <a:solidFill>
                <a:srgbClr val="FF66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endParaRPr lang="zh-CN" altLang="en-US" kern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55" name="AutoShape 55">
              <a:extLst>
                <a:ext uri="{FF2B5EF4-FFF2-40B4-BE49-F238E27FC236}">
                  <a16:creationId xmlns:a16="http://schemas.microsoft.com/office/drawing/2014/main" id="{F083C834-D930-4CCC-8DDB-D8877F4E2BC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593140" flipV="1">
              <a:off x="1633" y="-34"/>
              <a:ext cx="39" cy="107"/>
            </a:xfrm>
            <a:prstGeom prst="triangle">
              <a:avLst>
                <a:gd name="adj" fmla="val 50000"/>
              </a:avLst>
            </a:prstGeom>
            <a:solidFill>
              <a:srgbClr val="FF6600"/>
            </a:solidFill>
            <a:ln w="19050">
              <a:solidFill>
                <a:srgbClr val="FF66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endParaRPr lang="zh-CN" altLang="en-US" kern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56" name="AutoShape 56">
              <a:extLst>
                <a:ext uri="{FF2B5EF4-FFF2-40B4-BE49-F238E27FC236}">
                  <a16:creationId xmlns:a16="http://schemas.microsoft.com/office/drawing/2014/main" id="{D26D88D0-DC2F-454B-8028-B295DEC1939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593140" flipV="1">
              <a:off x="2170" y="-34"/>
              <a:ext cx="39" cy="107"/>
            </a:xfrm>
            <a:prstGeom prst="triangle">
              <a:avLst>
                <a:gd name="adj" fmla="val 50000"/>
              </a:avLst>
            </a:prstGeom>
            <a:solidFill>
              <a:srgbClr val="FF6600"/>
            </a:solidFill>
            <a:ln w="19050">
              <a:solidFill>
                <a:srgbClr val="FF66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 u="sng">
                  <a:solidFill>
                    <a:srgbClr val="FF3300"/>
                  </a:solidFill>
                  <a:latin typeface="Arial" panose="020B0604020202020204" pitchFamily="34" charset="0"/>
                  <a:ea typeface="华文新魏" panose="02010800040101010101" pitchFamily="2" charset="-122"/>
                </a:defRPr>
              </a:lvl9pPr>
            </a:lstStyle>
            <a:p>
              <a:pPr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endParaRPr lang="zh-CN" altLang="en-US" kern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57" name="Text Box 57">
            <a:extLst>
              <a:ext uri="{FF2B5EF4-FFF2-40B4-BE49-F238E27FC236}">
                <a16:creationId xmlns:a16="http://schemas.microsoft.com/office/drawing/2014/main" id="{91C31FB9-D195-4448-9643-C288E9EDFB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7337" y="2744836"/>
            <a:ext cx="576262" cy="288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endParaRPr lang="zh-CN" altLang="en-US" sz="2400" b="1">
              <a:solidFill>
                <a:srgbClr val="0000CC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8" name="Text Box 58">
            <a:extLst>
              <a:ext uri="{FF2B5EF4-FFF2-40B4-BE49-F238E27FC236}">
                <a16:creationId xmlns:a16="http://schemas.microsoft.com/office/drawing/2014/main" id="{D2A4D677-B823-474F-939C-E36B86810D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3963" y="3536998"/>
            <a:ext cx="407987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endParaRPr lang="zh-CN" altLang="en-US" sz="2400" b="1">
              <a:solidFill>
                <a:srgbClr val="0000CC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59" name="Group 63">
            <a:extLst>
              <a:ext uri="{FF2B5EF4-FFF2-40B4-BE49-F238E27FC236}">
                <a16:creationId xmlns:a16="http://schemas.microsoft.com/office/drawing/2014/main" id="{2D02C193-8791-4EF1-ABAF-C39B6F96ECA7}"/>
              </a:ext>
            </a:extLst>
          </p:cNvPr>
          <p:cNvGrpSpPr>
            <a:grpSpLocks/>
          </p:cNvGrpSpPr>
          <p:nvPr/>
        </p:nvGrpSpPr>
        <p:grpSpPr bwMode="auto">
          <a:xfrm>
            <a:off x="4922838" y="6016672"/>
            <a:ext cx="3908425" cy="414338"/>
            <a:chOff x="0" y="0"/>
            <a:chExt cx="2462" cy="261"/>
          </a:xfrm>
        </p:grpSpPr>
        <p:sp>
          <p:nvSpPr>
            <p:cNvPr id="60" name="Line 60">
              <a:extLst>
                <a:ext uri="{FF2B5EF4-FFF2-40B4-BE49-F238E27FC236}">
                  <a16:creationId xmlns:a16="http://schemas.microsoft.com/office/drawing/2014/main" id="{91757CE1-5890-4F54-AA07-6F1CD8CE62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" y="0"/>
              <a:ext cx="0" cy="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" name="Line 61">
              <a:extLst>
                <a:ext uri="{FF2B5EF4-FFF2-40B4-BE49-F238E27FC236}">
                  <a16:creationId xmlns:a16="http://schemas.microsoft.com/office/drawing/2014/main" id="{24EBD785-35BC-499E-9D3C-806C546D58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" y="0"/>
              <a:ext cx="0" cy="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" name="Line 62">
              <a:extLst>
                <a:ext uri="{FF2B5EF4-FFF2-40B4-BE49-F238E27FC236}">
                  <a16:creationId xmlns:a16="http://schemas.microsoft.com/office/drawing/2014/main" id="{27674769-1FAD-45E4-8D7A-55CD139BB6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7" y="0"/>
              <a:ext cx="0" cy="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Line 63">
              <a:extLst>
                <a:ext uri="{FF2B5EF4-FFF2-40B4-BE49-F238E27FC236}">
                  <a16:creationId xmlns:a16="http://schemas.microsoft.com/office/drawing/2014/main" id="{583272C6-9868-4C54-B8FB-10D2DE144C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1" y="0"/>
              <a:ext cx="0" cy="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4" name="Line 64">
              <a:extLst>
                <a:ext uri="{FF2B5EF4-FFF2-40B4-BE49-F238E27FC236}">
                  <a16:creationId xmlns:a16="http://schemas.microsoft.com/office/drawing/2014/main" id="{919D7FBC-6176-487C-A415-8D6E19980A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6" y="0"/>
              <a:ext cx="0" cy="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5" name="Text Box 65">
              <a:extLst>
                <a:ext uri="{FF2B5EF4-FFF2-40B4-BE49-F238E27FC236}">
                  <a16:creationId xmlns:a16="http://schemas.microsoft.com/office/drawing/2014/main" id="{140C946E-DA10-4348-822C-ACA16CC0AD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71"/>
              <a:ext cx="421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 kern="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lang="en-US" sz="2400" kern="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endParaRPr lang="en-US" sz="2400" b="1" kern="0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6" name="Text Box 66">
              <a:extLst>
                <a:ext uri="{FF2B5EF4-FFF2-40B4-BE49-F238E27FC236}">
                  <a16:creationId xmlns:a16="http://schemas.microsoft.com/office/drawing/2014/main" id="{D16B2AE0-F299-4689-AA6D-A84B2FBFFD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" y="71"/>
              <a:ext cx="218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 kern="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lang="en-US" sz="2400" kern="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</a:t>
              </a:r>
              <a:endParaRPr lang="en-US" sz="2400" b="1" kern="0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7" name="Text Box 67">
              <a:extLst>
                <a:ext uri="{FF2B5EF4-FFF2-40B4-BE49-F238E27FC236}">
                  <a16:creationId xmlns:a16="http://schemas.microsoft.com/office/drawing/2014/main" id="{5FB4D365-ABFD-430F-B82C-CF4ACBD564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2" y="71"/>
              <a:ext cx="218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 kern="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lang="en-US" sz="2400" kern="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  <a:endParaRPr lang="en-US" sz="2400" b="1" kern="0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8" name="Text Box 68">
              <a:extLst>
                <a:ext uri="{FF2B5EF4-FFF2-40B4-BE49-F238E27FC236}">
                  <a16:creationId xmlns:a16="http://schemas.microsoft.com/office/drawing/2014/main" id="{BDF0C68E-1851-4369-B2BD-57DA980D8C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1" y="71"/>
              <a:ext cx="221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 kern="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lang="en-US" sz="2400" kern="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endParaRPr lang="en-US" sz="2400" b="1" kern="0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9" name="Text Box 69">
              <a:extLst>
                <a:ext uri="{FF2B5EF4-FFF2-40B4-BE49-F238E27FC236}">
                  <a16:creationId xmlns:a16="http://schemas.microsoft.com/office/drawing/2014/main" id="{A2A3CC07-BC95-42A9-8F5B-7AEBCFB6E3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" y="71"/>
              <a:ext cx="221" cy="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 kern="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lang="en-US" sz="2400" kern="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endParaRPr lang="en-US" sz="2400" b="1" kern="0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0" name="Group 74">
            <a:extLst>
              <a:ext uri="{FF2B5EF4-FFF2-40B4-BE49-F238E27FC236}">
                <a16:creationId xmlns:a16="http://schemas.microsoft.com/office/drawing/2014/main" id="{76351B25-19C1-4C15-8691-BF14383C9B88}"/>
              </a:ext>
            </a:extLst>
          </p:cNvPr>
          <p:cNvGrpSpPr>
            <a:grpSpLocks/>
          </p:cNvGrpSpPr>
          <p:nvPr/>
        </p:nvGrpSpPr>
        <p:grpSpPr bwMode="auto">
          <a:xfrm>
            <a:off x="998537" y="3392535"/>
            <a:ext cx="5384800" cy="0"/>
            <a:chOff x="0" y="0"/>
            <a:chExt cx="3392" cy="0"/>
          </a:xfrm>
        </p:grpSpPr>
        <p:sp>
          <p:nvSpPr>
            <p:cNvPr id="71" name="Line 87">
              <a:extLst>
                <a:ext uri="{FF2B5EF4-FFF2-40B4-BE49-F238E27FC236}">
                  <a16:creationId xmlns:a16="http://schemas.microsoft.com/office/drawing/2014/main" id="{0CAF08EA-2432-44A0-898E-EC12ECD9A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0" y="0"/>
              <a:ext cx="799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Line 88">
              <a:extLst>
                <a:ext uri="{FF2B5EF4-FFF2-40B4-BE49-F238E27FC236}">
                  <a16:creationId xmlns:a16="http://schemas.microsoft.com/office/drawing/2014/main" id="{16E32C2C-2EE3-45E2-B05C-DE61E6684F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66" y="0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Line 89">
              <a:extLst>
                <a:ext uri="{FF2B5EF4-FFF2-40B4-BE49-F238E27FC236}">
                  <a16:creationId xmlns:a16="http://schemas.microsoft.com/office/drawing/2014/main" id="{474DA389-D622-4CBE-8BB7-0D3FFD8118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22" y="0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Line 90">
              <a:extLst>
                <a:ext uri="{FF2B5EF4-FFF2-40B4-BE49-F238E27FC236}">
                  <a16:creationId xmlns:a16="http://schemas.microsoft.com/office/drawing/2014/main" id="{22948468-F7FD-43BA-86E8-D844975F78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22" y="0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Line 91">
              <a:extLst>
                <a:ext uri="{FF2B5EF4-FFF2-40B4-BE49-F238E27FC236}">
                  <a16:creationId xmlns:a16="http://schemas.microsoft.com/office/drawing/2014/main" id="{DFD9F2F0-69EB-4A54-BFAF-C9E6AE273F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8" y="0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6" name="Line 92">
              <a:extLst>
                <a:ext uri="{FF2B5EF4-FFF2-40B4-BE49-F238E27FC236}">
                  <a16:creationId xmlns:a16="http://schemas.microsoft.com/office/drawing/2014/main" id="{5DA86484-E407-4BDE-8B64-C9C391EABB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1" y="0"/>
              <a:ext cx="181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oup 81">
            <a:extLst>
              <a:ext uri="{FF2B5EF4-FFF2-40B4-BE49-F238E27FC236}">
                <a16:creationId xmlns:a16="http://schemas.microsoft.com/office/drawing/2014/main" id="{3C173C3F-27A9-45F4-9CDB-5A7110EA9123}"/>
              </a:ext>
            </a:extLst>
          </p:cNvPr>
          <p:cNvGrpSpPr>
            <a:grpSpLocks/>
          </p:cNvGrpSpPr>
          <p:nvPr/>
        </p:nvGrpSpPr>
        <p:grpSpPr bwMode="auto">
          <a:xfrm>
            <a:off x="992187" y="4205336"/>
            <a:ext cx="6219825" cy="1587"/>
            <a:chOff x="0" y="0"/>
            <a:chExt cx="3918" cy="1"/>
          </a:xfrm>
        </p:grpSpPr>
        <p:sp>
          <p:nvSpPr>
            <p:cNvPr id="78" name="Line 98">
              <a:extLst>
                <a:ext uri="{FF2B5EF4-FFF2-40B4-BE49-F238E27FC236}">
                  <a16:creationId xmlns:a16="http://schemas.microsoft.com/office/drawing/2014/main" id="{16D6D42D-3FAE-4621-AB07-0EC92FDA3B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0" y="1"/>
              <a:ext cx="1334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9" name="Line 99">
              <a:extLst>
                <a:ext uri="{FF2B5EF4-FFF2-40B4-BE49-F238E27FC236}">
                  <a16:creationId xmlns:a16="http://schemas.microsoft.com/office/drawing/2014/main" id="{787A6A99-F29E-4D23-AAE6-966364B58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78" y="0"/>
              <a:ext cx="272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0" name="Line 100">
              <a:extLst>
                <a:ext uri="{FF2B5EF4-FFF2-40B4-BE49-F238E27FC236}">
                  <a16:creationId xmlns:a16="http://schemas.microsoft.com/office/drawing/2014/main" id="{62F5851E-6DF4-42A2-A265-AE00EF57B1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34" y="0"/>
              <a:ext cx="272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1" name="Line 101">
              <a:extLst>
                <a:ext uri="{FF2B5EF4-FFF2-40B4-BE49-F238E27FC236}">
                  <a16:creationId xmlns:a16="http://schemas.microsoft.com/office/drawing/2014/main" id="{74824AFD-EB5D-41DE-B12C-2AF2920060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34" y="0"/>
              <a:ext cx="272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Line 102">
              <a:extLst>
                <a:ext uri="{FF2B5EF4-FFF2-40B4-BE49-F238E27FC236}">
                  <a16:creationId xmlns:a16="http://schemas.microsoft.com/office/drawing/2014/main" id="{C1A3FBC6-4929-4B81-A53D-CAEEEA5797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90" y="0"/>
              <a:ext cx="272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" name="Line 103">
              <a:extLst>
                <a:ext uri="{FF2B5EF4-FFF2-40B4-BE49-F238E27FC236}">
                  <a16:creationId xmlns:a16="http://schemas.microsoft.com/office/drawing/2014/main" id="{6EF3B3E4-06D0-42B4-85C4-CCE2201CC4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23" y="0"/>
              <a:ext cx="195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84" name="Group 88">
            <a:extLst>
              <a:ext uri="{FF2B5EF4-FFF2-40B4-BE49-F238E27FC236}">
                <a16:creationId xmlns:a16="http://schemas.microsoft.com/office/drawing/2014/main" id="{C40234E3-31F2-4401-A619-EBD305DA5153}"/>
              </a:ext>
            </a:extLst>
          </p:cNvPr>
          <p:cNvGrpSpPr>
            <a:grpSpLocks/>
          </p:cNvGrpSpPr>
          <p:nvPr/>
        </p:nvGrpSpPr>
        <p:grpSpPr bwMode="auto">
          <a:xfrm>
            <a:off x="550863" y="4913361"/>
            <a:ext cx="7508874" cy="352425"/>
            <a:chOff x="0" y="0"/>
            <a:chExt cx="4730" cy="222"/>
          </a:xfrm>
        </p:grpSpPr>
        <p:sp>
          <p:nvSpPr>
            <p:cNvPr id="85" name="Line 109">
              <a:extLst>
                <a:ext uri="{FF2B5EF4-FFF2-40B4-BE49-F238E27FC236}">
                  <a16:creationId xmlns:a16="http://schemas.microsoft.com/office/drawing/2014/main" id="{79C3E635-4975-4BD6-A3E2-1795E18EC8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" y="93"/>
              <a:ext cx="1864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" name="Text Box 110">
              <a:extLst>
                <a:ext uri="{FF2B5EF4-FFF2-40B4-BE49-F238E27FC236}">
                  <a16:creationId xmlns:a16="http://schemas.microsoft.com/office/drawing/2014/main" id="{EE654601-7E45-4049-82F2-F3E0E0DFAF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0"/>
              <a:ext cx="227" cy="2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lang="en-US" sz="240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en-US" sz="2400" b="1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" name="Line 111">
              <a:extLst>
                <a:ext uri="{FF2B5EF4-FFF2-40B4-BE49-F238E27FC236}">
                  <a16:creationId xmlns:a16="http://schemas.microsoft.com/office/drawing/2014/main" id="{914EB12F-ABF3-4909-BD09-2C697CC768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91" y="98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" name="Line 112">
              <a:extLst>
                <a:ext uri="{FF2B5EF4-FFF2-40B4-BE49-F238E27FC236}">
                  <a16:creationId xmlns:a16="http://schemas.microsoft.com/office/drawing/2014/main" id="{FE9786CE-EAF0-44AD-8B06-56B5ACA2C4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47" y="98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Line 113">
              <a:extLst>
                <a:ext uri="{FF2B5EF4-FFF2-40B4-BE49-F238E27FC236}">
                  <a16:creationId xmlns:a16="http://schemas.microsoft.com/office/drawing/2014/main" id="{B53E0421-5F0C-4065-8458-CD99CF70E9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" y="98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0" name="Line 114">
              <a:extLst>
                <a:ext uri="{FF2B5EF4-FFF2-40B4-BE49-F238E27FC236}">
                  <a16:creationId xmlns:a16="http://schemas.microsoft.com/office/drawing/2014/main" id="{3481D2D2-EE6F-4A6F-90E7-5F96749747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03" y="98"/>
              <a:ext cx="27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" name="Line 115">
              <a:extLst>
                <a:ext uri="{FF2B5EF4-FFF2-40B4-BE49-F238E27FC236}">
                  <a16:creationId xmlns:a16="http://schemas.microsoft.com/office/drawing/2014/main" id="{9684C19A-6113-4221-8D15-5F5D332B05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36" y="98"/>
              <a:ext cx="194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2" name="Group 96">
            <a:extLst>
              <a:ext uri="{FF2B5EF4-FFF2-40B4-BE49-F238E27FC236}">
                <a16:creationId xmlns:a16="http://schemas.microsoft.com/office/drawing/2014/main" id="{75DB69E1-F4E8-43B1-9907-AFA6B09EB7CA}"/>
              </a:ext>
            </a:extLst>
          </p:cNvPr>
          <p:cNvGrpSpPr>
            <a:grpSpLocks/>
          </p:cNvGrpSpPr>
          <p:nvPr/>
        </p:nvGrpSpPr>
        <p:grpSpPr bwMode="auto">
          <a:xfrm>
            <a:off x="1000125" y="2511473"/>
            <a:ext cx="4518025" cy="17463"/>
            <a:chOff x="0" y="0"/>
            <a:chExt cx="2846" cy="11"/>
          </a:xfrm>
        </p:grpSpPr>
        <p:sp>
          <p:nvSpPr>
            <p:cNvPr id="93" name="Line 117">
              <a:extLst>
                <a:ext uri="{FF2B5EF4-FFF2-40B4-BE49-F238E27FC236}">
                  <a16:creationId xmlns:a16="http://schemas.microsoft.com/office/drawing/2014/main" id="{C0BC63BD-EEE8-47A6-8CAF-E5D75115D1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0" y="0"/>
              <a:ext cx="264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4" name="Line 118">
              <a:extLst>
                <a:ext uri="{FF2B5EF4-FFF2-40B4-BE49-F238E27FC236}">
                  <a16:creationId xmlns:a16="http://schemas.microsoft.com/office/drawing/2014/main" id="{B08005BD-43F4-4C4E-8E87-2EDF25B86A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21" y="11"/>
              <a:ext cx="272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Line 119">
              <a:extLst>
                <a:ext uri="{FF2B5EF4-FFF2-40B4-BE49-F238E27FC236}">
                  <a16:creationId xmlns:a16="http://schemas.microsoft.com/office/drawing/2014/main" id="{86AB1493-59A8-4F3B-9D35-D8371C3E2B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22" y="11"/>
              <a:ext cx="272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" name="Line 120">
              <a:extLst>
                <a:ext uri="{FF2B5EF4-FFF2-40B4-BE49-F238E27FC236}">
                  <a16:creationId xmlns:a16="http://schemas.microsoft.com/office/drawing/2014/main" id="{C901A7F1-B648-497B-A376-C8082DAA2E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7" y="11"/>
              <a:ext cx="272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Line 121">
              <a:extLst>
                <a:ext uri="{FF2B5EF4-FFF2-40B4-BE49-F238E27FC236}">
                  <a16:creationId xmlns:a16="http://schemas.microsoft.com/office/drawing/2014/main" id="{B9EE25A0-FAB4-4AF2-B5F2-01988DA7BE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3" y="11"/>
              <a:ext cx="272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Line 122">
              <a:extLst>
                <a:ext uri="{FF2B5EF4-FFF2-40B4-BE49-F238E27FC236}">
                  <a16:creationId xmlns:a16="http://schemas.microsoft.com/office/drawing/2014/main" id="{8674671B-B5A6-4A65-92BC-723E3F8C67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65" y="11"/>
              <a:ext cx="181" cy="0"/>
            </a:xfrm>
            <a:prstGeom prst="line">
              <a:avLst/>
            </a:prstGeom>
            <a:noFill/>
            <a:ln w="19050" cap="sq">
              <a:solidFill>
                <a:srgbClr val="008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9" name="Group 103">
            <a:extLst>
              <a:ext uri="{FF2B5EF4-FFF2-40B4-BE49-F238E27FC236}">
                <a16:creationId xmlns:a16="http://schemas.microsoft.com/office/drawing/2014/main" id="{8B91B105-87BE-4044-AD39-71BAAC96351A}"/>
              </a:ext>
            </a:extLst>
          </p:cNvPr>
          <p:cNvGrpSpPr>
            <a:grpSpLocks/>
          </p:cNvGrpSpPr>
          <p:nvPr/>
        </p:nvGrpSpPr>
        <p:grpSpPr bwMode="auto">
          <a:xfrm>
            <a:off x="1630362" y="1809797"/>
            <a:ext cx="3384550" cy="431800"/>
            <a:chOff x="0" y="0"/>
            <a:chExt cx="2132" cy="272"/>
          </a:xfrm>
        </p:grpSpPr>
        <p:sp>
          <p:nvSpPr>
            <p:cNvPr id="100" name="Line 124">
              <a:extLst>
                <a:ext uri="{FF2B5EF4-FFF2-40B4-BE49-F238E27FC236}">
                  <a16:creationId xmlns:a16="http://schemas.microsoft.com/office/drawing/2014/main" id="{9AD882FB-3E8F-404B-AA1A-2B004969A4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0" y="0"/>
              <a:ext cx="0" cy="2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" name="Line 125">
              <a:extLst>
                <a:ext uri="{FF2B5EF4-FFF2-40B4-BE49-F238E27FC236}">
                  <a16:creationId xmlns:a16="http://schemas.microsoft.com/office/drawing/2014/main" id="{8927AD8A-8EEC-4644-9149-C062345DBE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4" y="0"/>
              <a:ext cx="0" cy="2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" name="Line 126">
              <a:extLst>
                <a:ext uri="{FF2B5EF4-FFF2-40B4-BE49-F238E27FC236}">
                  <a16:creationId xmlns:a16="http://schemas.microsoft.com/office/drawing/2014/main" id="{20F2D3EF-086D-4AE8-BD2D-E653918717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89" y="0"/>
              <a:ext cx="0" cy="2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" name="Line 127">
              <a:extLst>
                <a:ext uri="{FF2B5EF4-FFF2-40B4-BE49-F238E27FC236}">
                  <a16:creationId xmlns:a16="http://schemas.microsoft.com/office/drawing/2014/main" id="{E368FC63-A96D-4F15-9EE8-146F1EF527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87" y="0"/>
              <a:ext cx="0" cy="2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" name="Line 128">
              <a:extLst>
                <a:ext uri="{FF2B5EF4-FFF2-40B4-BE49-F238E27FC236}">
                  <a16:creationId xmlns:a16="http://schemas.microsoft.com/office/drawing/2014/main" id="{4B1A6374-37F7-4C46-9D23-A7623B94D8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2" y="0"/>
              <a:ext cx="0" cy="2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05" name="Group 109">
            <a:extLst>
              <a:ext uri="{FF2B5EF4-FFF2-40B4-BE49-F238E27FC236}">
                <a16:creationId xmlns:a16="http://schemas.microsoft.com/office/drawing/2014/main" id="{2BBC5F72-D072-4F30-889E-E41BD9673069}"/>
              </a:ext>
            </a:extLst>
          </p:cNvPr>
          <p:cNvGrpSpPr>
            <a:grpSpLocks/>
          </p:cNvGrpSpPr>
          <p:nvPr/>
        </p:nvGrpSpPr>
        <p:grpSpPr bwMode="auto">
          <a:xfrm>
            <a:off x="4149725" y="1808210"/>
            <a:ext cx="4284663" cy="3814762"/>
            <a:chOff x="0" y="0"/>
            <a:chExt cx="2699" cy="2403"/>
          </a:xfrm>
        </p:grpSpPr>
        <p:sp>
          <p:nvSpPr>
            <p:cNvPr id="106" name="Text Box 130">
              <a:extLst>
                <a:ext uri="{FF2B5EF4-FFF2-40B4-BE49-F238E27FC236}">
                  <a16:creationId xmlns:a16="http://schemas.microsoft.com/office/drawing/2014/main" id="{EF42E953-4796-4E30-A38E-A6C71893A5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178"/>
              <a:ext cx="276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endParaRPr lang="zh-CN" altLang="en-US" sz="2400" b="1" kern="0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07" name="Group 111">
              <a:extLst>
                <a:ext uri="{FF2B5EF4-FFF2-40B4-BE49-F238E27FC236}">
                  <a16:creationId xmlns:a16="http://schemas.microsoft.com/office/drawing/2014/main" id="{008BF222-F97E-4B58-8E6A-E035192961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0"/>
              <a:ext cx="2699" cy="2403"/>
              <a:chOff x="0" y="0"/>
              <a:chExt cx="2699" cy="2403"/>
            </a:xfrm>
          </p:grpSpPr>
          <p:grpSp>
            <p:nvGrpSpPr>
              <p:cNvPr id="108" name="Group 112">
                <a:extLst>
                  <a:ext uri="{FF2B5EF4-FFF2-40B4-BE49-F238E27FC236}">
                    <a16:creationId xmlns:a16="http://schemas.microsoft.com/office/drawing/2014/main" id="{FC3DC1F4-D359-40E3-AE8C-593368BF29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66" y="0"/>
                <a:ext cx="33" cy="2394"/>
                <a:chOff x="0" y="0"/>
                <a:chExt cx="33" cy="2394"/>
              </a:xfrm>
            </p:grpSpPr>
            <p:sp>
              <p:nvSpPr>
                <p:cNvPr id="114" name="AutoShape 133">
                  <a:extLst>
                    <a:ext uri="{FF2B5EF4-FFF2-40B4-BE49-F238E27FC236}">
                      <a16:creationId xmlns:a16="http://schemas.microsoft.com/office/drawing/2014/main" id="{0277EFB7-26F5-4E69-BDCA-1E7955E0D3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0" y="2267"/>
                  <a:ext cx="33" cy="127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000000"/>
                </a:solidFill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1pPr>
                  <a:lvl2pPr marL="742950" indent="-28575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2pPr>
                  <a:lvl3pPr marL="11430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3pPr>
                  <a:lvl4pPr marL="16002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4pPr>
                  <a:lvl5pPr marL="2057400" indent="-228600"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 u="sng">
                      <a:solidFill>
                        <a:srgbClr val="FF3300"/>
                      </a:solidFill>
                      <a:latin typeface="Arial" panose="020B0604020202020204" pitchFamily="34" charset="0"/>
                      <a:ea typeface="华文新魏" panose="02010800040101010101" pitchFamily="2" charset="-122"/>
                    </a:defRPr>
                  </a:lvl9pPr>
                </a:lstStyle>
                <a:p>
                  <a:pPr algn="ctr" eaLnBrk="1" fontAlgn="auto" hangingPunct="1">
                    <a:lnSpc>
                      <a:spcPct val="80000"/>
                    </a:lnSpc>
                    <a:spcBef>
                      <a:spcPct val="20000"/>
                    </a:spcBef>
                    <a:spcAft>
                      <a:spcPts val="0"/>
                    </a:spcAft>
                    <a:buClr>
                      <a:srgbClr val="336699"/>
                    </a:buClr>
                    <a:buSzPct val="65000"/>
                    <a:defRPr/>
                  </a:pPr>
                  <a:endParaRPr lang="zh-CN" altLang="en-US" kern="0"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" name="Line 134">
                  <a:extLst>
                    <a:ext uri="{FF2B5EF4-FFF2-40B4-BE49-F238E27FC236}">
                      <a16:creationId xmlns:a16="http://schemas.microsoft.com/office/drawing/2014/main" id="{39FAB12B-D101-4856-9519-4AC55A6E89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" y="0"/>
                  <a:ext cx="0" cy="229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sz="2400" b="1" u="sng" kern="0">
                    <a:solidFill>
                      <a:srgbClr val="FF33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09" name="Line 135">
                <a:extLst>
                  <a:ext uri="{FF2B5EF4-FFF2-40B4-BE49-F238E27FC236}">
                    <a16:creationId xmlns:a16="http://schemas.microsoft.com/office/drawing/2014/main" id="{89BE03A2-A71B-42E7-A313-6D27307E0F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6" y="2108"/>
                <a:ext cx="0" cy="2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400" b="1" u="sng" kern="0">
                  <a:solidFill>
                    <a:srgbClr val="FF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" name="Line 136">
                <a:extLst>
                  <a:ext uri="{FF2B5EF4-FFF2-40B4-BE49-F238E27FC236}">
                    <a16:creationId xmlns:a16="http://schemas.microsoft.com/office/drawing/2014/main" id="{048334E4-FAB8-4181-BE08-91613EA0F2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79" y="2117"/>
                <a:ext cx="0" cy="2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400" b="1" u="sng" kern="0">
                  <a:solidFill>
                    <a:srgbClr val="FF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" name="Line 137">
                <a:extLst>
                  <a:ext uri="{FF2B5EF4-FFF2-40B4-BE49-F238E27FC236}">
                    <a16:creationId xmlns:a16="http://schemas.microsoft.com/office/drawing/2014/main" id="{10988EA1-0B30-4644-BB10-6FD6AEF9A0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14" y="2117"/>
                <a:ext cx="0" cy="2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400" b="1" u="sng" kern="0">
                  <a:solidFill>
                    <a:srgbClr val="FF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" name="Line 138">
                <a:extLst>
                  <a:ext uri="{FF2B5EF4-FFF2-40B4-BE49-F238E27FC236}">
                    <a16:creationId xmlns:a16="http://schemas.microsoft.com/office/drawing/2014/main" id="{F170A769-3A3C-4771-BEDD-0AE524E518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48" y="2117"/>
                <a:ext cx="0" cy="2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400" b="1" u="sng" kern="0">
                  <a:solidFill>
                    <a:srgbClr val="FF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3" name="Line 139">
                <a:extLst>
                  <a:ext uri="{FF2B5EF4-FFF2-40B4-BE49-F238E27FC236}">
                    <a16:creationId xmlns:a16="http://schemas.microsoft.com/office/drawing/2014/main" id="{8E870906-8A7A-4598-AD2C-D6EC4C15F9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0" y="2087"/>
                <a:ext cx="0" cy="2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 type="triangle" w="med" len="med"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400" b="1" u="sng" kern="0">
                  <a:solidFill>
                    <a:srgbClr val="FF33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116" name="Group 120">
            <a:extLst>
              <a:ext uri="{FF2B5EF4-FFF2-40B4-BE49-F238E27FC236}">
                <a16:creationId xmlns:a16="http://schemas.microsoft.com/office/drawing/2014/main" id="{4D1BEB07-DC7D-49E3-B75A-9422033289EE}"/>
              </a:ext>
            </a:extLst>
          </p:cNvPr>
          <p:cNvGrpSpPr>
            <a:grpSpLocks/>
          </p:cNvGrpSpPr>
          <p:nvPr/>
        </p:nvGrpSpPr>
        <p:grpSpPr bwMode="auto">
          <a:xfrm>
            <a:off x="3286125" y="4289473"/>
            <a:ext cx="3425825" cy="481013"/>
            <a:chOff x="0" y="0"/>
            <a:chExt cx="2158" cy="303"/>
          </a:xfrm>
        </p:grpSpPr>
        <p:sp>
          <p:nvSpPr>
            <p:cNvPr id="117" name="Line 141">
              <a:extLst>
                <a:ext uri="{FF2B5EF4-FFF2-40B4-BE49-F238E27FC236}">
                  <a16:creationId xmlns:a16="http://schemas.microsoft.com/office/drawing/2014/main" id="{453C9282-2298-4AE3-842F-69B3284DCF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" y="18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" name="Line 142">
              <a:extLst>
                <a:ext uri="{FF2B5EF4-FFF2-40B4-BE49-F238E27FC236}">
                  <a16:creationId xmlns:a16="http://schemas.microsoft.com/office/drawing/2014/main" id="{A6307770-897F-4696-91E7-A5627397B0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2" y="18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" name="Line 143">
              <a:extLst>
                <a:ext uri="{FF2B5EF4-FFF2-40B4-BE49-F238E27FC236}">
                  <a16:creationId xmlns:a16="http://schemas.microsoft.com/office/drawing/2014/main" id="{B94D78C7-C26D-4ADC-9320-77D072A599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5" y="18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" name="Line 144">
              <a:extLst>
                <a:ext uri="{FF2B5EF4-FFF2-40B4-BE49-F238E27FC236}">
                  <a16:creationId xmlns:a16="http://schemas.microsoft.com/office/drawing/2014/main" id="{75737A20-E96D-49E9-89E5-38544F0891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8" y="18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" name="Text Box 145">
              <a:extLst>
                <a:ext uri="{FF2B5EF4-FFF2-40B4-BE49-F238E27FC236}">
                  <a16:creationId xmlns:a16="http://schemas.microsoft.com/office/drawing/2014/main" id="{05D4ED34-321B-4403-BA82-0147B7DD5D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" y="71"/>
              <a:ext cx="262" cy="1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endParaRPr lang="zh-CN" altLang="en-US" sz="2400" b="1" kern="0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" name="Line 146">
              <a:extLst>
                <a:ext uri="{FF2B5EF4-FFF2-40B4-BE49-F238E27FC236}">
                  <a16:creationId xmlns:a16="http://schemas.microsoft.com/office/drawing/2014/main" id="{237168D9-FCE2-4E86-A5D3-EEA575C3E2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0" y="0"/>
              <a:ext cx="0" cy="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23" name="Group 127">
            <a:extLst>
              <a:ext uri="{FF2B5EF4-FFF2-40B4-BE49-F238E27FC236}">
                <a16:creationId xmlns:a16="http://schemas.microsoft.com/office/drawing/2014/main" id="{9CBBD980-AFE2-42AC-B75C-1CA7258AA813}"/>
              </a:ext>
            </a:extLst>
          </p:cNvPr>
          <p:cNvGrpSpPr>
            <a:grpSpLocks/>
          </p:cNvGrpSpPr>
          <p:nvPr/>
        </p:nvGrpSpPr>
        <p:grpSpPr bwMode="auto">
          <a:xfrm>
            <a:off x="2493963" y="3424285"/>
            <a:ext cx="3375025" cy="501650"/>
            <a:chOff x="0" y="0"/>
            <a:chExt cx="2126" cy="316"/>
          </a:xfrm>
        </p:grpSpPr>
        <p:sp>
          <p:nvSpPr>
            <p:cNvPr id="124" name="Line 148">
              <a:extLst>
                <a:ext uri="{FF2B5EF4-FFF2-40B4-BE49-F238E27FC236}">
                  <a16:creationId xmlns:a16="http://schemas.microsoft.com/office/drawing/2014/main" id="{75F4BBD0-47EE-4678-A611-BDA49608AF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6" y="28"/>
              <a:ext cx="0" cy="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" name="Line 149">
              <a:extLst>
                <a:ext uri="{FF2B5EF4-FFF2-40B4-BE49-F238E27FC236}">
                  <a16:creationId xmlns:a16="http://schemas.microsoft.com/office/drawing/2014/main" id="{A36E4C8F-5511-4BC1-B0A5-F90D71DD1D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0" y="28"/>
              <a:ext cx="0" cy="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" name="Line 150">
              <a:extLst>
                <a:ext uri="{FF2B5EF4-FFF2-40B4-BE49-F238E27FC236}">
                  <a16:creationId xmlns:a16="http://schemas.microsoft.com/office/drawing/2014/main" id="{65330E83-BB30-4EEA-B198-DF2860EE60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93" y="28"/>
              <a:ext cx="0" cy="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" name="Line 151">
              <a:extLst>
                <a:ext uri="{FF2B5EF4-FFF2-40B4-BE49-F238E27FC236}">
                  <a16:creationId xmlns:a16="http://schemas.microsoft.com/office/drawing/2014/main" id="{4A3475E4-5235-4818-9BE8-809D89F45C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6" y="28"/>
              <a:ext cx="0" cy="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" name="Line 152">
              <a:extLst>
                <a:ext uri="{FF2B5EF4-FFF2-40B4-BE49-F238E27FC236}">
                  <a16:creationId xmlns:a16="http://schemas.microsoft.com/office/drawing/2014/main" id="{B337D8EA-A333-43A0-995A-72139E044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0" y="0"/>
              <a:ext cx="0" cy="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29" name="Group 133">
            <a:extLst>
              <a:ext uri="{FF2B5EF4-FFF2-40B4-BE49-F238E27FC236}">
                <a16:creationId xmlns:a16="http://schemas.microsoft.com/office/drawing/2014/main" id="{E5115601-E9E2-4CE4-BB57-C8FB52F2A734}"/>
              </a:ext>
            </a:extLst>
          </p:cNvPr>
          <p:cNvGrpSpPr>
            <a:grpSpLocks/>
          </p:cNvGrpSpPr>
          <p:nvPr/>
        </p:nvGrpSpPr>
        <p:grpSpPr bwMode="auto">
          <a:xfrm>
            <a:off x="1630362" y="2624186"/>
            <a:ext cx="3395662" cy="454025"/>
            <a:chOff x="0" y="0"/>
            <a:chExt cx="2139" cy="286"/>
          </a:xfrm>
        </p:grpSpPr>
        <p:sp>
          <p:nvSpPr>
            <p:cNvPr id="130" name="Line 154">
              <a:extLst>
                <a:ext uri="{FF2B5EF4-FFF2-40B4-BE49-F238E27FC236}">
                  <a16:creationId xmlns:a16="http://schemas.microsoft.com/office/drawing/2014/main" id="{196FFCB5-0FA3-4542-8C9C-62C5F10A98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7" y="0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" name="Line 155">
              <a:extLst>
                <a:ext uri="{FF2B5EF4-FFF2-40B4-BE49-F238E27FC236}">
                  <a16:creationId xmlns:a16="http://schemas.microsoft.com/office/drawing/2014/main" id="{C889E443-D7D7-4D06-B5F6-571F8B17E1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70" y="0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" name="Line 156">
              <a:extLst>
                <a:ext uri="{FF2B5EF4-FFF2-40B4-BE49-F238E27FC236}">
                  <a16:creationId xmlns:a16="http://schemas.microsoft.com/office/drawing/2014/main" id="{CF21275C-C178-4780-B464-24F7F0F3DF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4" y="0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3" name="Line 157">
              <a:extLst>
                <a:ext uri="{FF2B5EF4-FFF2-40B4-BE49-F238E27FC236}">
                  <a16:creationId xmlns:a16="http://schemas.microsoft.com/office/drawing/2014/main" id="{3E7040AD-2B2C-46EE-959B-26EBBB5C03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9" y="0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4" name="Line 158">
              <a:extLst>
                <a:ext uri="{FF2B5EF4-FFF2-40B4-BE49-F238E27FC236}">
                  <a16:creationId xmlns:a16="http://schemas.microsoft.com/office/drawing/2014/main" id="{14F5797B-9CE0-427F-AC6D-8418214ED0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0" y="5"/>
              <a:ext cx="0" cy="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400" b="1" u="sng" kern="0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35" name="Line 159">
            <a:extLst>
              <a:ext uri="{FF2B5EF4-FFF2-40B4-BE49-F238E27FC236}">
                <a16:creationId xmlns:a16="http://schemas.microsoft.com/office/drawing/2014/main" id="{A22E0A22-535B-4079-9B86-EE5936C0A05D}"/>
              </a:ext>
            </a:extLst>
          </p:cNvPr>
          <p:cNvSpPr>
            <a:spLocks noChangeShapeType="1"/>
          </p:cNvSpPr>
          <p:nvPr/>
        </p:nvSpPr>
        <p:spPr bwMode="auto">
          <a:xfrm>
            <a:off x="1244599" y="2528935"/>
            <a:ext cx="0" cy="6477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oval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2400" b="1" u="sng" kern="0">
              <a:solidFill>
                <a:srgbClr val="FF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6" name="Line 160">
            <a:extLst>
              <a:ext uri="{FF2B5EF4-FFF2-40B4-BE49-F238E27FC236}">
                <a16:creationId xmlns:a16="http://schemas.microsoft.com/office/drawing/2014/main" id="{EC3FA8FC-6647-4E3E-BA1B-CDD716E902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0949" y="5049886"/>
            <a:ext cx="0" cy="6683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oval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2400" b="1" u="sng" kern="0">
              <a:solidFill>
                <a:srgbClr val="FF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7" name="Line 161">
            <a:extLst>
              <a:ext uri="{FF2B5EF4-FFF2-40B4-BE49-F238E27FC236}">
                <a16:creationId xmlns:a16="http://schemas.microsoft.com/office/drawing/2014/main" id="{F732D991-FA4F-4CEA-91D9-C0DD577D69E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82799" y="3392535"/>
            <a:ext cx="0" cy="6477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oval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2400" b="1" u="sng" kern="0">
              <a:solidFill>
                <a:srgbClr val="FF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8" name="Line 162">
            <a:extLst>
              <a:ext uri="{FF2B5EF4-FFF2-40B4-BE49-F238E27FC236}">
                <a16:creationId xmlns:a16="http://schemas.microsoft.com/office/drawing/2014/main" id="{A98D7BBA-535A-4FBA-B9FE-C3F0A309ADE0}"/>
              </a:ext>
            </a:extLst>
          </p:cNvPr>
          <p:cNvSpPr>
            <a:spLocks noChangeShapeType="1"/>
          </p:cNvSpPr>
          <p:nvPr/>
        </p:nvSpPr>
        <p:spPr bwMode="auto">
          <a:xfrm>
            <a:off x="2925762" y="4210097"/>
            <a:ext cx="0" cy="6731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oval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2400" b="1" u="sng" kern="0">
              <a:solidFill>
                <a:srgbClr val="FF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9" name="Text Box 27">
            <a:extLst>
              <a:ext uri="{FF2B5EF4-FFF2-40B4-BE49-F238E27FC236}">
                <a16:creationId xmlns:a16="http://schemas.microsoft.com/office/drawing/2014/main" id="{8939693E-F457-4AD7-9B5E-CFCFF26CFC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4249" y="5629322"/>
            <a:ext cx="439738" cy="387350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0" name="Text Box 28">
            <a:extLst>
              <a:ext uri="{FF2B5EF4-FFF2-40B4-BE49-F238E27FC236}">
                <a16:creationId xmlns:a16="http://schemas.microsoft.com/office/drawing/2014/main" id="{5BAECD76-4A00-4E11-BFDC-9D8D5DCC76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40388" y="5629322"/>
            <a:ext cx="439737" cy="387350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1" name="Text Box 29">
            <a:extLst>
              <a:ext uri="{FF2B5EF4-FFF2-40B4-BE49-F238E27FC236}">
                <a16:creationId xmlns:a16="http://schemas.microsoft.com/office/drawing/2014/main" id="{CD7B089F-573F-46B8-BB48-BF116E7052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8375" y="5626147"/>
            <a:ext cx="441325" cy="387350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2" name="Text Box 30">
            <a:extLst>
              <a:ext uri="{FF2B5EF4-FFF2-40B4-BE49-F238E27FC236}">
                <a16:creationId xmlns:a16="http://schemas.microsoft.com/office/drawing/2014/main" id="{30CA6180-356E-478D-A951-4F121EA18F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0388" y="5629322"/>
            <a:ext cx="441325" cy="387350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3" name="Text Box 70">
            <a:extLst>
              <a:ext uri="{FF2B5EF4-FFF2-40B4-BE49-F238E27FC236}">
                <a16:creationId xmlns:a16="http://schemas.microsoft.com/office/drawing/2014/main" id="{8C72F345-FD39-4F78-B431-316056E4C8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6050" y="2236835"/>
            <a:ext cx="442913" cy="387350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4" name="Text Box 71">
            <a:extLst>
              <a:ext uri="{FF2B5EF4-FFF2-40B4-BE49-F238E27FC236}">
                <a16:creationId xmlns:a16="http://schemas.microsoft.com/office/drawing/2014/main" id="{5A6F9793-D20D-48EB-BBCF-D4715C8B5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3774" y="2236835"/>
            <a:ext cx="438150" cy="387350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5" name="Text Box 72">
            <a:extLst>
              <a:ext uri="{FF2B5EF4-FFF2-40B4-BE49-F238E27FC236}">
                <a16:creationId xmlns:a16="http://schemas.microsoft.com/office/drawing/2014/main" id="{144F0DC3-7CA9-40A3-9F45-AC6F174849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5363" y="2236835"/>
            <a:ext cx="439737" cy="387350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6" name="Text Box 73">
            <a:extLst>
              <a:ext uri="{FF2B5EF4-FFF2-40B4-BE49-F238E27FC236}">
                <a16:creationId xmlns:a16="http://schemas.microsoft.com/office/drawing/2014/main" id="{76C21CC0-C7A0-4CF5-96CE-2C4ABD0166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2137" y="2214610"/>
            <a:ext cx="442912" cy="387350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7" name="Text Box 82">
            <a:extLst>
              <a:ext uri="{FF2B5EF4-FFF2-40B4-BE49-F238E27FC236}">
                <a16:creationId xmlns:a16="http://schemas.microsoft.com/office/drawing/2014/main" id="{B289E421-2B4C-46FD-B3C8-559E353F9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3774" y="3084561"/>
            <a:ext cx="438150" cy="384175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8" name="Text Box 84">
            <a:extLst>
              <a:ext uri="{FF2B5EF4-FFF2-40B4-BE49-F238E27FC236}">
                <a16:creationId xmlns:a16="http://schemas.microsoft.com/office/drawing/2014/main" id="{D136DBAD-49A2-471F-8750-30BF38C383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2187" y="3084561"/>
            <a:ext cx="442912" cy="384175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9" name="Text Box 85">
            <a:extLst>
              <a:ext uri="{FF2B5EF4-FFF2-40B4-BE49-F238E27FC236}">
                <a16:creationId xmlns:a16="http://schemas.microsoft.com/office/drawing/2014/main" id="{8CC0B5F0-0A52-41FC-B3D0-7049B2FC54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49913" y="3084561"/>
            <a:ext cx="441325" cy="384175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0" name="Text Box 93">
            <a:extLst>
              <a:ext uri="{FF2B5EF4-FFF2-40B4-BE49-F238E27FC236}">
                <a16:creationId xmlns:a16="http://schemas.microsoft.com/office/drawing/2014/main" id="{457FED94-D7CD-450B-9B25-169DD74F74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0224" y="3897361"/>
            <a:ext cx="438150" cy="384175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1" name="Text Box 94">
            <a:extLst>
              <a:ext uri="{FF2B5EF4-FFF2-40B4-BE49-F238E27FC236}">
                <a16:creationId xmlns:a16="http://schemas.microsoft.com/office/drawing/2014/main" id="{C0478C9F-F3D7-4BD1-A0D2-821BA4AD94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6363" y="3897361"/>
            <a:ext cx="439737" cy="384175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2" name="Text Box 95">
            <a:extLst>
              <a:ext uri="{FF2B5EF4-FFF2-40B4-BE49-F238E27FC236}">
                <a16:creationId xmlns:a16="http://schemas.microsoft.com/office/drawing/2014/main" id="{E424FF11-92FB-44C1-A771-E6202FE985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8637" y="3897361"/>
            <a:ext cx="442912" cy="384175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3" name="Text Box 96">
            <a:extLst>
              <a:ext uri="{FF2B5EF4-FFF2-40B4-BE49-F238E27FC236}">
                <a16:creationId xmlns:a16="http://schemas.microsoft.com/office/drawing/2014/main" id="{6B2F11D4-D965-41E3-8245-0C055D2FB1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6363" y="3897361"/>
            <a:ext cx="441325" cy="384175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4" name="Text Box 104">
            <a:extLst>
              <a:ext uri="{FF2B5EF4-FFF2-40B4-BE49-F238E27FC236}">
                <a16:creationId xmlns:a16="http://schemas.microsoft.com/office/drawing/2014/main" id="{286498F1-29A4-4E9B-8EF0-7364FD767F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9537" y="4760961"/>
            <a:ext cx="438150" cy="384175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5" name="Text Box 105">
            <a:extLst>
              <a:ext uri="{FF2B5EF4-FFF2-40B4-BE49-F238E27FC236}">
                <a16:creationId xmlns:a16="http://schemas.microsoft.com/office/drawing/2014/main" id="{B7E94308-C8D4-4221-9399-97632C748D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5674" y="4760961"/>
            <a:ext cx="439738" cy="384175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6" name="Text Box 106">
            <a:extLst>
              <a:ext uri="{FF2B5EF4-FFF2-40B4-BE49-F238E27FC236}">
                <a16:creationId xmlns:a16="http://schemas.microsoft.com/office/drawing/2014/main" id="{E0C79E3B-A717-4428-A666-5729188A87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7950" y="4760961"/>
            <a:ext cx="442913" cy="384175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7" name="Text Box 107">
            <a:extLst>
              <a:ext uri="{FF2B5EF4-FFF2-40B4-BE49-F238E27FC236}">
                <a16:creationId xmlns:a16="http://schemas.microsoft.com/office/drawing/2014/main" id="{82C9484D-1702-4B35-B053-079BDE687C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5675" y="4760961"/>
            <a:ext cx="441325" cy="384175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8" name="Text Box 164">
            <a:extLst>
              <a:ext uri="{FF2B5EF4-FFF2-40B4-BE49-F238E27FC236}">
                <a16:creationId xmlns:a16="http://schemas.microsoft.com/office/drawing/2014/main" id="{61DE7FE3-ECAD-4825-8A14-893DD3721A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2236835"/>
            <a:ext cx="442913" cy="387350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" name="Text Box 165">
            <a:extLst>
              <a:ext uri="{FF2B5EF4-FFF2-40B4-BE49-F238E27FC236}">
                <a16:creationId xmlns:a16="http://schemas.microsoft.com/office/drawing/2014/main" id="{423D0B15-C311-4965-9140-C0A93CA265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8112" y="5629322"/>
            <a:ext cx="438150" cy="387350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" name="Text Box 166">
            <a:extLst>
              <a:ext uri="{FF2B5EF4-FFF2-40B4-BE49-F238E27FC236}">
                <a16:creationId xmlns:a16="http://schemas.microsoft.com/office/drawing/2014/main" id="{092A3219-4D3B-4F03-859C-25E2066013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2499" y="3897361"/>
            <a:ext cx="439738" cy="384175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1" name="Text Box 167">
            <a:extLst>
              <a:ext uri="{FF2B5EF4-FFF2-40B4-BE49-F238E27FC236}">
                <a16:creationId xmlns:a16="http://schemas.microsoft.com/office/drawing/2014/main" id="{227F0740-197F-4963-ACF0-747E8816F7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1813" y="4760961"/>
            <a:ext cx="439737" cy="384175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2" name="Text Box 168">
            <a:extLst>
              <a:ext uri="{FF2B5EF4-FFF2-40B4-BE49-F238E27FC236}">
                <a16:creationId xmlns:a16="http://schemas.microsoft.com/office/drawing/2014/main" id="{1D9333AD-F726-44D8-880D-2FB8A4061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049" y="3084561"/>
            <a:ext cx="439738" cy="384175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3" name="Text Box 83">
            <a:extLst>
              <a:ext uri="{FF2B5EF4-FFF2-40B4-BE49-F238E27FC236}">
                <a16:creationId xmlns:a16="http://schemas.microsoft.com/office/drawing/2014/main" id="{406646BA-57D9-4A65-BEF4-5FFF0A9B7E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09913" y="3084561"/>
            <a:ext cx="439737" cy="384175"/>
          </a:xfrm>
          <a:prstGeom prst="rect">
            <a:avLst/>
          </a:prstGeom>
          <a:solidFill>
            <a:srgbClr val="CCFFCC"/>
          </a:solidFill>
          <a:ln w="19050" cmpd="sng">
            <a:solidFill>
              <a:srgbClr val="FF99CC"/>
            </a:solidFill>
            <a:miter lim="800000"/>
            <a:headEnd/>
            <a:tailEnd/>
          </a:ln>
        </p:spPr>
        <p:txBody>
          <a:bodyPr lIns="0" tIns="7200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16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CAS</a:t>
            </a:r>
            <a:endParaRPr lang="en-US" sz="1600" b="1">
              <a:solidFill>
                <a:srgbClr val="0000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4" name="Text Box 169">
            <a:extLst>
              <a:ext uri="{FF2B5EF4-FFF2-40B4-BE49-F238E27FC236}">
                <a16:creationId xmlns:a16="http://schemas.microsoft.com/office/drawing/2014/main" id="{629CB9EF-1E0F-4F92-876A-1DB8088B36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0787" y="2770236"/>
            <a:ext cx="431800" cy="314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marL="342900" indent="-342900" algn="ctr" eaLnBrk="1" fontAlgn="auto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336699"/>
              </a:buClr>
              <a:buSzPct val="65000"/>
              <a:defRPr/>
            </a:pPr>
            <a:r>
              <a:rPr lang="en-US" sz="2400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</a:t>
            </a:r>
            <a:endParaRPr lang="en-US" sz="2400" b="1">
              <a:solidFill>
                <a:srgbClr val="0000CC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5" name="内容占位符 2">
            <a:extLst>
              <a:ext uri="{FF2B5EF4-FFF2-40B4-BE49-F238E27FC236}">
                <a16:creationId xmlns:a16="http://schemas.microsoft.com/office/drawing/2014/main" id="{BA71BB06-41CE-400A-8664-31A152358189}"/>
              </a:ext>
            </a:extLst>
          </p:cNvPr>
          <p:cNvSpPr txBox="1">
            <a:spLocks/>
          </p:cNvSpPr>
          <p:nvPr/>
        </p:nvSpPr>
        <p:spPr>
          <a:xfrm>
            <a:off x="6391964" y="91827"/>
            <a:ext cx="2519363" cy="116904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n*n</a:t>
            </a: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个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CAS</a:t>
            </a: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单元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(n*n) ×9T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如何优化？</a:t>
            </a:r>
            <a:endParaRPr kumimoji="0" lang="en-US" altLang="zh-CN" sz="18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166" name="组合 165">
            <a:extLst>
              <a:ext uri="{FF2B5EF4-FFF2-40B4-BE49-F238E27FC236}">
                <a16:creationId xmlns:a16="http://schemas.microsoft.com/office/drawing/2014/main" id="{60387766-B0DB-4E2A-AADC-9FA2EA1CFD5C}"/>
              </a:ext>
            </a:extLst>
          </p:cNvPr>
          <p:cNvGrpSpPr/>
          <p:nvPr/>
        </p:nvGrpSpPr>
        <p:grpSpPr>
          <a:xfrm>
            <a:off x="1022350" y="1779923"/>
            <a:ext cx="3612243" cy="346075"/>
            <a:chOff x="1119233" y="1442683"/>
            <a:chExt cx="3612243" cy="346075"/>
          </a:xfrm>
        </p:grpSpPr>
        <p:sp>
          <p:nvSpPr>
            <p:cNvPr id="167" name="Line 17">
              <a:extLst>
                <a:ext uri="{FF2B5EF4-FFF2-40B4-BE49-F238E27FC236}">
                  <a16:creationId xmlns:a16="http://schemas.microsoft.com/office/drawing/2014/main" id="{A1A81E46-2149-48C5-9C76-810AF50FF7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20327" y="1442683"/>
              <a:ext cx="0" cy="2349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sz="2400" b="1" u="sng">
                <a:solidFill>
                  <a:srgbClr val="FF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8" name="Text Box 36">
              <a:extLst>
                <a:ext uri="{FF2B5EF4-FFF2-40B4-BE49-F238E27FC236}">
                  <a16:creationId xmlns:a16="http://schemas.microsoft.com/office/drawing/2014/main" id="{64F682D4-A1B4-4E96-A2BB-67FBC2910E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9233" y="1478401"/>
              <a:ext cx="225425" cy="3016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 dirty="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en-US" sz="2400" b="1" dirty="0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9" name="Text Box 37">
              <a:extLst>
                <a:ext uri="{FF2B5EF4-FFF2-40B4-BE49-F238E27FC236}">
                  <a16:creationId xmlns:a16="http://schemas.microsoft.com/office/drawing/2014/main" id="{7C064615-9B68-4873-8D49-CDDC06CAEF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6989" y="1469671"/>
              <a:ext cx="436563" cy="3190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 dirty="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lang="en-US" sz="2400" baseline="-25000" dirty="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sz="2400" b="1" dirty="0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0" name="Text Box 38">
              <a:extLst>
                <a:ext uri="{FF2B5EF4-FFF2-40B4-BE49-F238E27FC236}">
                  <a16:creationId xmlns:a16="http://schemas.microsoft.com/office/drawing/2014/main" id="{25D58767-2E69-4D2E-A6C2-CCFAE8EC0D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6301" y="1469671"/>
              <a:ext cx="377825" cy="2460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lang="en-US" sz="240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en-US" sz="2400" b="1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" name="Text Box 39">
              <a:extLst>
                <a:ext uri="{FF2B5EF4-FFF2-40B4-BE49-F238E27FC236}">
                  <a16:creationId xmlns:a16="http://schemas.microsoft.com/office/drawing/2014/main" id="{6FC672D6-FCF7-41F4-A3B1-53579EE6D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8626" y="1469671"/>
              <a:ext cx="420688" cy="3190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lang="en-US" sz="240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en-US" sz="2400" b="1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" name="Text Box 40">
              <a:extLst>
                <a:ext uri="{FF2B5EF4-FFF2-40B4-BE49-F238E27FC236}">
                  <a16:creationId xmlns:a16="http://schemas.microsoft.com/office/drawing/2014/main" id="{E1990E7F-290C-4814-9B4C-225C5A56C0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6351" y="1469671"/>
              <a:ext cx="365125" cy="3190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r>
                <a:rPr lang="en-US" sz="2400" baseline="-2500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endParaRPr lang="en-US" sz="2400" b="1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" name="Text Box 36">
              <a:extLst>
                <a:ext uri="{FF2B5EF4-FFF2-40B4-BE49-F238E27FC236}">
                  <a16:creationId xmlns:a16="http://schemas.microsoft.com/office/drawing/2014/main" id="{08BC78F7-29B7-48DB-B785-9C5B15E4B8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26389" y="1478400"/>
              <a:ext cx="225425" cy="3016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342900" indent="-342900" algn="ctr" eaLnBrk="1" fontAlgn="auto" hangingPunct="1">
                <a:lnSpc>
                  <a:spcPct val="8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336699"/>
                </a:buClr>
                <a:buSzPct val="65000"/>
                <a:defRPr/>
              </a:pPr>
              <a:r>
                <a:rPr lang="en-US" sz="2400" dirty="0">
                  <a:solidFill>
                    <a:srgbClr val="00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  <a:endParaRPr lang="en-US" sz="2400" b="1" dirty="0">
                <a:solidFill>
                  <a:srgbClr val="0000CC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394920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5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9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3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7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5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9" dur="10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3" dur="10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7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1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5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9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3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7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1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5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9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3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7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1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5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9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3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35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7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1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1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9" grpId="0" animBg="1" autoUpdateAnimBg="0"/>
      <p:bldP spid="140" grpId="0" animBg="1" autoUpdateAnimBg="0"/>
      <p:bldP spid="141" grpId="0" animBg="1" autoUpdateAnimBg="0"/>
      <p:bldP spid="142" grpId="0" animBg="1" autoUpdateAnimBg="0"/>
      <p:bldP spid="143" grpId="0" animBg="1" autoUpdateAnimBg="0"/>
      <p:bldP spid="144" grpId="0" animBg="1" autoUpdateAnimBg="0"/>
      <p:bldP spid="145" grpId="0" animBg="1" autoUpdateAnimBg="0"/>
      <p:bldP spid="146" grpId="0" animBg="1" autoUpdateAnimBg="0"/>
      <p:bldP spid="147" grpId="0" animBg="1" autoUpdateAnimBg="0"/>
      <p:bldP spid="148" grpId="0" animBg="1" autoUpdateAnimBg="0"/>
      <p:bldP spid="149" grpId="0" animBg="1" autoUpdateAnimBg="0"/>
      <p:bldP spid="150" grpId="0" animBg="1" autoUpdateAnimBg="0"/>
      <p:bldP spid="151" grpId="0" animBg="1" autoUpdateAnimBg="0"/>
      <p:bldP spid="152" grpId="0" animBg="1" autoUpdateAnimBg="0"/>
      <p:bldP spid="153" grpId="0" animBg="1" autoUpdateAnimBg="0"/>
      <p:bldP spid="154" grpId="0" animBg="1" autoUpdateAnimBg="0"/>
      <p:bldP spid="155" grpId="0" animBg="1" autoUpdateAnimBg="0"/>
      <p:bldP spid="156" grpId="0" animBg="1" autoUpdateAnimBg="0"/>
      <p:bldP spid="157" grpId="0" animBg="1" autoUpdateAnimBg="0"/>
      <p:bldP spid="158" grpId="0" animBg="1" autoUpdateAnimBg="0"/>
      <p:bldP spid="159" grpId="0" animBg="1" autoUpdateAnimBg="0"/>
      <p:bldP spid="160" grpId="0" animBg="1" autoUpdateAnimBg="0"/>
      <p:bldP spid="161" grpId="0" animBg="1" autoUpdateAnimBg="0"/>
      <p:bldP spid="162" grpId="0" animBg="1" autoUpdateAnimBg="0"/>
      <p:bldP spid="163" grpId="0" animBg="1" autoUpdateAnimBg="0"/>
      <p:bldP spid="165" grpId="0" uiExpand="1" build="p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2. 4  </a:t>
            </a:r>
            <a:r>
              <a:rPr lang="zh-CN" altLang="en-US" sz="4400" b="1" dirty="0">
                <a:solidFill>
                  <a:srgbClr val="FF0000"/>
                </a:solidFill>
              </a:rPr>
              <a:t>定点数除法运算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定点除法运算分析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补码除法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原码除法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4.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阵列除法器</a:t>
            </a:r>
          </a:p>
        </p:txBody>
      </p:sp>
      <p:sp>
        <p:nvSpPr>
          <p:cNvPr id="9" name="Text Box 4">
            <a:extLst>
              <a:ext uri="{FF2B5EF4-FFF2-40B4-BE49-F238E27FC236}">
                <a16:creationId xmlns:a16="http://schemas.microsoft.com/office/drawing/2014/main" id="{CF94B1E2-0F6A-4B01-991C-CB9E1BC0DB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434" y="5530850"/>
            <a:ext cx="62484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  <a:cs typeface="+mn-cs"/>
              </a:rPr>
              <a:t>5.MIPS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  <a:cs typeface="+mn-cs"/>
              </a:rPr>
              <a:t>中的除法</a:t>
            </a: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F2085F8B-0D75-4945-ADC3-17B431EE4929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2019293528"/>
      </p:ext>
    </p:extLst>
  </p:cSld>
  <p:clrMapOvr>
    <a:masterClrMapping/>
  </p:clrMapOvr>
  <p:transition spd="slow"/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01380A5-222F-4640-8C31-01027CD61D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五、</a:t>
            </a:r>
            <a:r>
              <a:rPr kumimoji="1" lang="en-US" altLang="zh-CN" b="1" kern="1200" dirty="0">
                <a:solidFill>
                  <a:srgbClr val="000000"/>
                </a:solidFill>
                <a:latin typeface="Times New Roman" panose="02020603050405020304" pitchFamily="18" charset="0"/>
              </a:rPr>
              <a:t>MIPS</a:t>
            </a:r>
            <a:r>
              <a:rPr kumimoji="1" lang="zh-CN" altLang="en-US" b="1" kern="1200" dirty="0">
                <a:solidFill>
                  <a:srgbClr val="000000"/>
                </a:solidFill>
                <a:latin typeface="Times New Roman" panose="02020603050405020304" pitchFamily="18" charset="0"/>
              </a:rPr>
              <a:t>中的除法</a:t>
            </a:r>
            <a:endParaRPr lang="zh-CN" altLang="en-US" dirty="0"/>
          </a:p>
        </p:txBody>
      </p: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80DF1DAE-66AF-41C8-9CD5-813EF57DBB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6707529"/>
              </p:ext>
            </p:extLst>
          </p:nvPr>
        </p:nvGraphicFramePr>
        <p:xfrm>
          <a:off x="179512" y="1772816"/>
          <a:ext cx="8424935" cy="3312367"/>
        </p:xfrm>
        <a:graphic>
          <a:graphicData uri="http://schemas.openxmlformats.org/drawingml/2006/table">
            <a:tbl>
              <a:tblPr firstRow="1" firstCol="1" bandRow="1"/>
              <a:tblGrid>
                <a:gridCol w="936104">
                  <a:extLst>
                    <a:ext uri="{9D8B030D-6E8A-4147-A177-3AD203B41FA5}">
                      <a16:colId xmlns:a16="http://schemas.microsoft.com/office/drawing/2014/main" val="4028223631"/>
                    </a:ext>
                  </a:extLst>
                </a:gridCol>
                <a:gridCol w="2304256">
                  <a:extLst>
                    <a:ext uri="{9D8B030D-6E8A-4147-A177-3AD203B41FA5}">
                      <a16:colId xmlns:a16="http://schemas.microsoft.com/office/drawing/2014/main" val="2662629957"/>
                    </a:ext>
                  </a:extLst>
                </a:gridCol>
                <a:gridCol w="2952328">
                  <a:extLst>
                    <a:ext uri="{9D8B030D-6E8A-4147-A177-3AD203B41FA5}">
                      <a16:colId xmlns:a16="http://schemas.microsoft.com/office/drawing/2014/main" val="858508286"/>
                    </a:ext>
                  </a:extLst>
                </a:gridCol>
                <a:gridCol w="2232247">
                  <a:extLst>
                    <a:ext uri="{9D8B030D-6E8A-4147-A177-3AD203B41FA5}">
                      <a16:colId xmlns:a16="http://schemas.microsoft.com/office/drawing/2014/main" val="546199349"/>
                    </a:ext>
                  </a:extLst>
                </a:gridCol>
              </a:tblGrid>
              <a:tr h="473195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4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功能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4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汇编指令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4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含义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4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说明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6236614"/>
                  </a:ext>
                </a:extLst>
              </a:tr>
              <a:tr h="1419586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4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有符号数</a:t>
                      </a:r>
                    </a:p>
                    <a:p>
                      <a:pPr indent="127000" algn="just">
                        <a:spcAft>
                          <a:spcPts val="0"/>
                        </a:spcAft>
                      </a:pPr>
                      <a:endParaRPr lang="zh-CN" sz="24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mult  $s1,$s2 </a:t>
                      </a:r>
                      <a:endParaRPr lang="zh-CN" sz="24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Lo=</a:t>
                      </a:r>
                      <a:r>
                        <a:rPr lang="zh-CN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商（</a:t>
                      </a:r>
                      <a:r>
                        <a:rPr lang="en-US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$s1/$s2</a:t>
                      </a:r>
                      <a:r>
                        <a:rPr lang="zh-CN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）</a:t>
                      </a:r>
                    </a:p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Hi=</a:t>
                      </a:r>
                      <a:r>
                        <a:rPr lang="zh-CN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余数（</a:t>
                      </a:r>
                      <a:r>
                        <a:rPr lang="en-US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$s1/$s2</a:t>
                      </a:r>
                      <a:r>
                        <a:rPr lang="zh-CN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）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ctr">
                        <a:spcAft>
                          <a:spcPts val="0"/>
                        </a:spcAft>
                      </a:pPr>
                      <a:r>
                        <a:rPr lang="zh-CN" sz="24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二进制补码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1141611"/>
                  </a:ext>
                </a:extLst>
              </a:tr>
              <a:tr h="1419586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4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无符号数</a:t>
                      </a:r>
                    </a:p>
                    <a:p>
                      <a:pPr indent="127000" algn="just">
                        <a:spcAft>
                          <a:spcPts val="0"/>
                        </a:spcAft>
                      </a:pPr>
                      <a:endParaRPr lang="zh-CN" sz="24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multu  $s1,$s2 </a:t>
                      </a:r>
                      <a:endParaRPr lang="zh-CN" sz="24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Lo=</a:t>
                      </a:r>
                      <a:r>
                        <a:rPr lang="zh-CN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商（</a:t>
                      </a:r>
                      <a:r>
                        <a:rPr lang="en-US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$s1/$s2</a:t>
                      </a:r>
                      <a:r>
                        <a:rPr lang="zh-CN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）</a:t>
                      </a:r>
                    </a:p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Hi=</a:t>
                      </a:r>
                      <a:r>
                        <a:rPr lang="zh-CN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余数（</a:t>
                      </a:r>
                      <a:r>
                        <a:rPr lang="en-US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$s1/$s2</a:t>
                      </a:r>
                      <a:r>
                        <a:rPr lang="zh-CN" sz="24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）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ctr">
                        <a:spcAft>
                          <a:spcPts val="0"/>
                        </a:spcAft>
                      </a:pPr>
                      <a:r>
                        <a:rPr lang="zh-CN" sz="24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无符号整数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945410"/>
                  </a:ext>
                </a:extLst>
              </a:tr>
            </a:tbl>
          </a:graphicData>
        </a:graphic>
      </p:graphicFrame>
      <p:sp>
        <p:nvSpPr>
          <p:cNvPr id="5" name="矩形 4">
            <a:extLst>
              <a:ext uri="{FF2B5EF4-FFF2-40B4-BE49-F238E27FC236}">
                <a16:creationId xmlns:a16="http://schemas.microsoft.com/office/drawing/2014/main" id="{28976F92-A50F-4930-BFE8-2A8FC7E0038C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2.4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宋体"/>
                <a:cs typeface="+mn-cs"/>
              </a:rPr>
              <a:t>定点数的除法运算</a:t>
            </a:r>
          </a:p>
        </p:txBody>
      </p:sp>
    </p:spTree>
    <p:extLst>
      <p:ext uri="{BB962C8B-B14F-4D97-AF65-F5344CB8AC3E}">
        <p14:creationId xmlns:p14="http://schemas.microsoft.com/office/powerpoint/2010/main" val="711530321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zh-CN" altLang="en-US" sz="4400" b="1" dirty="0">
                <a:solidFill>
                  <a:srgbClr val="FF0000"/>
                </a:solidFill>
              </a:rPr>
              <a:t>第 </a:t>
            </a:r>
            <a:r>
              <a:rPr lang="en-US" altLang="zh-CN" sz="4400" b="1" dirty="0">
                <a:solidFill>
                  <a:srgbClr val="FF0000"/>
                </a:solidFill>
              </a:rPr>
              <a:t>2 </a:t>
            </a:r>
            <a:r>
              <a:rPr lang="zh-CN" altLang="en-US" sz="4400" b="1" dirty="0">
                <a:solidFill>
                  <a:srgbClr val="FF0000"/>
                </a:solidFill>
              </a:rPr>
              <a:t>章 运算方法和运算器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2. 1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数据的表示方法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2. 3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定点数乘法运算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901950"/>
            <a:ext cx="503488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2. 2  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定点数的加减运算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75DBA003-F0EB-4EFA-AA29-6AF52B0CC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65455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2. 4  </a:t>
            </a:r>
            <a:r>
              <a:rPr lang="zh-CN" altLang="en-US" dirty="0"/>
              <a:t>定点数除法运算</a:t>
            </a:r>
          </a:p>
        </p:txBody>
      </p:sp>
      <p:sp>
        <p:nvSpPr>
          <p:cNvPr id="2055" name="Text Box 7">
            <a:extLst>
              <a:ext uri="{FF2B5EF4-FFF2-40B4-BE49-F238E27FC236}">
                <a16:creationId xmlns:a16="http://schemas.microsoft.com/office/drawing/2014/main" id="{77AFEEF8-DA6B-4AA5-8798-E6DDB6745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5530850"/>
            <a:ext cx="6705600" cy="579438"/>
          </a:xfrm>
          <a:prstGeom prst="rect">
            <a:avLst/>
          </a:prstGeom>
          <a:gradFill>
            <a:gsLst>
              <a:gs pos="0">
                <a:srgbClr val="FFC000"/>
              </a:gs>
              <a:gs pos="74000">
                <a:schemeClr val="accent1">
                  <a:lumMod val="45000"/>
                  <a:lumOff val="55000"/>
                </a:schemeClr>
              </a:gs>
              <a:gs pos="83000">
                <a:schemeClr val="accent1">
                  <a:lumMod val="45000"/>
                  <a:lumOff val="55000"/>
                </a:schemeClr>
              </a:gs>
              <a:gs pos="100000">
                <a:schemeClr val="accent1">
                  <a:lumMod val="30000"/>
                  <a:lumOff val="70000"/>
                </a:schemeClr>
              </a:gs>
            </a:gsLst>
            <a:lin ang="5400000" scaled="1"/>
          </a:gradFill>
          <a:ln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dk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dk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dk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dk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dk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dk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dk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2. 5  </a:t>
            </a:r>
            <a:r>
              <a:rPr lang="zh-CN" altLang="en-US" dirty="0"/>
              <a:t>浮点数的运算</a:t>
            </a:r>
          </a:p>
        </p:txBody>
      </p:sp>
    </p:spTree>
    <p:extLst>
      <p:ext uri="{BB962C8B-B14F-4D97-AF65-F5344CB8AC3E}">
        <p14:creationId xmlns:p14="http://schemas.microsoft.com/office/powerpoint/2010/main" val="2419678596"/>
      </p:ext>
    </p:extLst>
  </p:cSld>
  <p:clrMapOvr>
    <a:masterClrMapping/>
  </p:clrMapOvr>
  <p:transition spd="slow"/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2. 5  </a:t>
            </a:r>
            <a:r>
              <a:rPr lang="zh-CN" altLang="en-US" sz="4400" b="1" dirty="0">
                <a:solidFill>
                  <a:srgbClr val="FF0000"/>
                </a:solidFill>
              </a:rPr>
              <a:t>浮点数的运算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1.</a:t>
            </a:r>
            <a:r>
              <a:rPr lang="zh-CN" altLang="en-US" dirty="0"/>
              <a:t>浮点加减运算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浮点运算器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浮点乘除运算</a:t>
            </a:r>
          </a:p>
        </p:txBody>
      </p:sp>
      <p:sp>
        <p:nvSpPr>
          <p:cNvPr id="9" name="Text Box 4">
            <a:extLst>
              <a:ext uri="{FF2B5EF4-FFF2-40B4-BE49-F238E27FC236}">
                <a16:creationId xmlns:a16="http://schemas.microsoft.com/office/drawing/2014/main" id="{CF94B1E2-0F6A-4B01-991C-CB9E1BC0DB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4515912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4.MIPS</a:t>
            </a:r>
            <a:r>
              <a:rPr lang="zh-CN" altLang="en-US" dirty="0"/>
              <a:t>中的浮点运算</a:t>
            </a:r>
          </a:p>
        </p:txBody>
      </p:sp>
    </p:spTree>
    <p:extLst>
      <p:ext uri="{BB962C8B-B14F-4D97-AF65-F5344CB8AC3E}">
        <p14:creationId xmlns:p14="http://schemas.microsoft.com/office/powerpoint/2010/main" val="1632084732"/>
      </p:ext>
    </p:extLst>
  </p:cSld>
  <p:clrMapOvr>
    <a:masterClrMapping/>
  </p:clrMapOvr>
  <p:transition spd="slow"/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2">
            <a:extLst>
              <a:ext uri="{FF2B5EF4-FFF2-40B4-BE49-F238E27FC236}">
                <a16:creationId xmlns:a16="http://schemas.microsoft.com/office/drawing/2014/main" id="{EFE7E712-B3FA-43CC-93ED-D1D6BF877D2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zh-CN" altLang="en-US" b="1" dirty="0"/>
              <a:t>一、浮点加减运算</a:t>
            </a:r>
          </a:p>
        </p:txBody>
      </p:sp>
      <p:sp>
        <p:nvSpPr>
          <p:cNvPr id="95236" name="Text Box 4">
            <a:extLst>
              <a:ext uri="{FF2B5EF4-FFF2-40B4-BE49-F238E27FC236}">
                <a16:creationId xmlns:a16="http://schemas.microsoft.com/office/drawing/2014/main" id="{900692A9-BA8D-4D27-AD54-CBC365D564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7704" y="1196752"/>
            <a:ext cx="16652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S</a:t>
            </a:r>
            <a:r>
              <a:rPr kumimoji="1" lang="en-US" altLang="zh-CN" sz="2800" b="1" i="1" baseline="-25000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· 2</a:t>
            </a:r>
            <a:r>
              <a:rPr kumimoji="1" lang="en-US" altLang="zh-CN" sz="2400" b="1" i="1" baseline="60000">
                <a:latin typeface="Times New Roman" panose="02020603050405020304" pitchFamily="18" charset="0"/>
                <a:cs typeface="Times New Roman" panose="02020603050405020304" pitchFamily="18" charset="0"/>
              </a:rPr>
              <a:t>j</a:t>
            </a:r>
            <a:r>
              <a:rPr kumimoji="1" lang="en-US" altLang="zh-CN" sz="2400" b="1" i="1" baseline="30000"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endParaRPr kumimoji="1" lang="en-US" altLang="zh-CN" sz="2400" b="1" i="1" baseline="30000">
              <a:latin typeface="Times New Roman" panose="02020603050405020304" pitchFamily="18" charset="0"/>
            </a:endParaRPr>
          </a:p>
        </p:txBody>
      </p:sp>
      <p:sp>
        <p:nvSpPr>
          <p:cNvPr id="95237" name="Text Box 5">
            <a:extLst>
              <a:ext uri="{FF2B5EF4-FFF2-40B4-BE49-F238E27FC236}">
                <a16:creationId xmlns:a16="http://schemas.microsoft.com/office/drawing/2014/main" id="{F15E57A5-5036-438A-A6E0-637518F019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9904" y="1196752"/>
            <a:ext cx="16192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S</a:t>
            </a:r>
            <a:r>
              <a:rPr kumimoji="1" lang="en-US" altLang="zh-CN" sz="2800" b="1" i="1" baseline="-25000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· 2</a:t>
            </a:r>
            <a:r>
              <a:rPr kumimoji="1" lang="en-US" altLang="zh-CN" sz="2400" b="1" i="1" baseline="60000">
                <a:latin typeface="Times New Roman" panose="02020603050405020304" pitchFamily="18" charset="0"/>
                <a:cs typeface="Times New Roman" panose="02020603050405020304" pitchFamily="18" charset="0"/>
              </a:rPr>
              <a:t>j</a:t>
            </a:r>
            <a:r>
              <a:rPr kumimoji="1" lang="en-US" altLang="zh-CN" sz="2400" b="1" i="1" baseline="30000"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endParaRPr kumimoji="1" lang="en-US" altLang="zh-CN" sz="2400" b="1" i="1" baseline="30000">
              <a:latin typeface="Times New Roman" panose="02020603050405020304" pitchFamily="18" charset="0"/>
            </a:endParaRPr>
          </a:p>
        </p:txBody>
      </p:sp>
      <p:sp>
        <p:nvSpPr>
          <p:cNvPr id="95238" name="Text Box 6">
            <a:extLst>
              <a:ext uri="{FF2B5EF4-FFF2-40B4-BE49-F238E27FC236}">
                <a16:creationId xmlns:a16="http://schemas.microsoft.com/office/drawing/2014/main" id="{1C5165A0-A5C4-4011-947F-C6A8C07875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4704" y="1792064"/>
            <a:ext cx="12541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dirty="0">
                <a:latin typeface="Times New Roman" panose="02020603050405020304" pitchFamily="18" charset="0"/>
              </a:rPr>
              <a:t>1.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对阶</a:t>
            </a:r>
          </a:p>
        </p:txBody>
      </p:sp>
      <p:sp>
        <p:nvSpPr>
          <p:cNvPr id="95239" name="Text Box 7">
            <a:extLst>
              <a:ext uri="{FF2B5EF4-FFF2-40B4-BE49-F238E27FC236}">
                <a16:creationId xmlns:a16="http://schemas.microsoft.com/office/drawing/2014/main" id="{B643B980-B80D-422D-AFD0-C7310FFF8D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3629" y="2401664"/>
            <a:ext cx="2378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(1)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求阶差</a:t>
            </a:r>
          </a:p>
        </p:txBody>
      </p:sp>
      <p:sp>
        <p:nvSpPr>
          <p:cNvPr id="95240" name="Text Box 8">
            <a:extLst>
              <a:ext uri="{FF2B5EF4-FFF2-40B4-BE49-F238E27FC236}">
                <a16:creationId xmlns:a16="http://schemas.microsoft.com/office/drawing/2014/main" id="{8D0428A0-3932-4774-B7FE-A5129F9AB3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3629" y="4978177"/>
            <a:ext cx="2759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(2)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对阶原则</a:t>
            </a:r>
          </a:p>
        </p:txBody>
      </p:sp>
      <p:sp>
        <p:nvSpPr>
          <p:cNvPr id="95241" name="Text Box 9">
            <a:extLst>
              <a:ext uri="{FF2B5EF4-FFF2-40B4-BE49-F238E27FC236}">
                <a16:creationId xmlns:a16="http://schemas.microsoft.com/office/drawing/2014/main" id="{E4F9AD77-5390-4F78-862E-D99C20918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5704" y="3489102"/>
            <a:ext cx="21796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Δ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j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j</a:t>
            </a:r>
            <a:r>
              <a:rPr kumimoji="1" lang="en-US" altLang="zh-CN" sz="2800" b="1" i="1" baseline="-25000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– j</a:t>
            </a:r>
            <a:r>
              <a:rPr kumimoji="1" lang="en-US" altLang="zh-CN" sz="2800" b="1" i="1" baseline="-25000"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kumimoji="1" lang="en-US" altLang="zh-CN" sz="28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 = </a:t>
            </a:r>
            <a:endParaRPr kumimoji="1" lang="en-US" altLang="zh-CN" sz="2800" b="1" i="1">
              <a:latin typeface="Times New Roman" panose="02020603050405020304" pitchFamily="18" charset="0"/>
            </a:endParaRPr>
          </a:p>
        </p:txBody>
      </p:sp>
      <p:sp>
        <p:nvSpPr>
          <p:cNvPr id="95242" name="Text Box 10">
            <a:extLst>
              <a:ext uri="{FF2B5EF4-FFF2-40B4-BE49-F238E27FC236}">
                <a16:creationId xmlns:a16="http://schemas.microsoft.com/office/drawing/2014/main" id="{91D49C38-AD1D-4E92-B4CB-B2D2C48282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6104" y="2706464"/>
            <a:ext cx="22971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j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= </a:t>
            </a:r>
            <a:r>
              <a:rPr kumimoji="1" lang="en-US" altLang="zh-CN" sz="24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j</a:t>
            </a:r>
            <a:r>
              <a:rPr kumimoji="1" lang="en-US" altLang="zh-CN" sz="2400" b="1" i="1" baseline="-25000"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         </a:t>
            </a:r>
            <a:r>
              <a:rPr kumimoji="1" lang="en-US" altLang="zh-CN" sz="800" b="1"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kumimoji="1" lang="zh-CN" altLang="en-US" sz="2000" b="1">
                <a:latin typeface="Times New Roman" panose="02020603050405020304" pitchFamily="18" charset="0"/>
              </a:rPr>
              <a:t>已对齐</a:t>
            </a:r>
          </a:p>
        </p:txBody>
      </p:sp>
      <p:sp>
        <p:nvSpPr>
          <p:cNvPr id="95243" name="Text Box 11">
            <a:extLst>
              <a:ext uri="{FF2B5EF4-FFF2-40B4-BE49-F238E27FC236}">
                <a16:creationId xmlns:a16="http://schemas.microsoft.com/office/drawing/2014/main" id="{F2825C36-1751-4612-A42A-BF210E310F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6104" y="3468464"/>
            <a:ext cx="12557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j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x</a:t>
            </a:r>
            <a:r>
              <a:rPr kumimoji="1" lang="zh-CN" altLang="en-US" sz="2000" b="1">
                <a:latin typeface="Times New Roman" panose="02020603050405020304" pitchFamily="18" charset="0"/>
              </a:rPr>
              <a:t>＞</a:t>
            </a:r>
            <a:r>
              <a:rPr kumimoji="1" lang="zh-CN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4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j</a:t>
            </a:r>
            <a:r>
              <a:rPr kumimoji="1" lang="en-US" altLang="zh-CN" sz="2400" b="1" i="1" baseline="-25000"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</a:p>
        </p:txBody>
      </p:sp>
      <p:sp>
        <p:nvSpPr>
          <p:cNvPr id="95244" name="Text Box 12">
            <a:extLst>
              <a:ext uri="{FF2B5EF4-FFF2-40B4-BE49-F238E27FC236}">
                <a16:creationId xmlns:a16="http://schemas.microsoft.com/office/drawing/2014/main" id="{6BFFECEF-D289-4822-B5B5-644FAF1B31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6104" y="4306664"/>
            <a:ext cx="9509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j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x</a:t>
            </a:r>
            <a:r>
              <a:rPr kumimoji="1" lang="zh-CN" altLang="en-US" sz="2000" b="1">
                <a:latin typeface="Times New Roman" panose="02020603050405020304" pitchFamily="18" charset="0"/>
              </a:rPr>
              <a:t>＜</a:t>
            </a:r>
            <a:r>
              <a:rPr kumimoji="1" lang="zh-CN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4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j</a:t>
            </a:r>
            <a:r>
              <a:rPr kumimoji="1" lang="en-US" altLang="zh-CN" sz="2400" b="1" i="1" baseline="-25000"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95245" name="Text Box 13">
            <a:extLst>
              <a:ext uri="{FF2B5EF4-FFF2-40B4-BE49-F238E27FC236}">
                <a16:creationId xmlns:a16="http://schemas.microsoft.com/office/drawing/2014/main" id="{6438A0BE-B616-4A4B-AC9B-397D56BEE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9104" y="3250977"/>
            <a:ext cx="1828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</a:t>
            </a:r>
            <a:r>
              <a:rPr kumimoji="1" lang="zh-CN" altLang="en-US" sz="2000" b="1">
                <a:latin typeface="Times New Roman" panose="02020603050405020304" pitchFamily="18" charset="0"/>
              </a:rPr>
              <a:t>向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</a:t>
            </a:r>
            <a:r>
              <a:rPr kumimoji="1" lang="zh-CN" altLang="en-US" sz="2000" b="1">
                <a:latin typeface="Times New Roman" panose="02020603050405020304" pitchFamily="18" charset="0"/>
              </a:rPr>
              <a:t>看齐</a:t>
            </a:r>
          </a:p>
        </p:txBody>
      </p:sp>
      <p:sp>
        <p:nvSpPr>
          <p:cNvPr id="95246" name="Text Box 14">
            <a:extLst>
              <a:ext uri="{FF2B5EF4-FFF2-40B4-BE49-F238E27FC236}">
                <a16:creationId xmlns:a16="http://schemas.microsoft.com/office/drawing/2014/main" id="{A5FD693D-3E47-4A3D-BD24-4F97804585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9104" y="3670077"/>
            <a:ext cx="1981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</a:t>
            </a:r>
            <a:r>
              <a:rPr kumimoji="1" lang="zh-CN" altLang="en-US" sz="2000" b="1">
                <a:latin typeface="Times New Roman" panose="02020603050405020304" pitchFamily="18" charset="0"/>
              </a:rPr>
              <a:t>向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</a:t>
            </a:r>
            <a:r>
              <a:rPr kumimoji="1" lang="zh-CN" altLang="en-US" sz="2000" b="1">
                <a:latin typeface="Times New Roman" panose="02020603050405020304" pitchFamily="18" charset="0"/>
              </a:rPr>
              <a:t>看齐</a:t>
            </a:r>
          </a:p>
        </p:txBody>
      </p:sp>
      <p:sp>
        <p:nvSpPr>
          <p:cNvPr id="95247" name="Text Box 15">
            <a:extLst>
              <a:ext uri="{FF2B5EF4-FFF2-40B4-BE49-F238E27FC236}">
                <a16:creationId xmlns:a16="http://schemas.microsoft.com/office/drawing/2014/main" id="{2DB052BE-DD12-453D-8C54-CE10430EBE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9104" y="4089177"/>
            <a:ext cx="1828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</a:t>
            </a:r>
            <a:r>
              <a:rPr kumimoji="1" lang="zh-CN" altLang="en-US" sz="2000" b="1">
                <a:latin typeface="Times New Roman" panose="02020603050405020304" pitchFamily="18" charset="0"/>
              </a:rPr>
              <a:t>向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</a:t>
            </a:r>
            <a:r>
              <a:rPr kumimoji="1" lang="zh-CN" altLang="en-US" sz="2000" b="1">
                <a:latin typeface="Times New Roman" panose="02020603050405020304" pitchFamily="18" charset="0"/>
              </a:rPr>
              <a:t>看齐</a:t>
            </a:r>
          </a:p>
        </p:txBody>
      </p:sp>
      <p:sp>
        <p:nvSpPr>
          <p:cNvPr id="95248" name="Text Box 16">
            <a:extLst>
              <a:ext uri="{FF2B5EF4-FFF2-40B4-BE49-F238E27FC236}">
                <a16:creationId xmlns:a16="http://schemas.microsoft.com/office/drawing/2014/main" id="{A40636E7-647A-45A2-A65E-F497B3222F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9104" y="4508277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 </a:t>
            </a:r>
            <a:r>
              <a:rPr kumimoji="1" lang="zh-CN" altLang="en-US" sz="2000" b="1">
                <a:latin typeface="Times New Roman" panose="02020603050405020304" pitchFamily="18" charset="0"/>
              </a:rPr>
              <a:t>向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000" b="1">
                <a:latin typeface="Times New Roman" panose="02020603050405020304" pitchFamily="18" charset="0"/>
              </a:rPr>
              <a:t> </a:t>
            </a:r>
            <a:r>
              <a:rPr kumimoji="1" lang="zh-CN" altLang="en-US" sz="2000" b="1">
                <a:latin typeface="Times New Roman" panose="02020603050405020304" pitchFamily="18" charset="0"/>
              </a:rPr>
              <a:t>看齐</a:t>
            </a:r>
          </a:p>
        </p:txBody>
      </p:sp>
      <p:sp>
        <p:nvSpPr>
          <p:cNvPr id="95249" name="Text Box 17">
            <a:extLst>
              <a:ext uri="{FF2B5EF4-FFF2-40B4-BE49-F238E27FC236}">
                <a16:creationId xmlns:a16="http://schemas.microsoft.com/office/drawing/2014/main" id="{EA877E24-9F25-443B-A808-A0C14D8B70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4304" y="5525864"/>
            <a:ext cx="23288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小阶向大阶看齐</a:t>
            </a:r>
          </a:p>
        </p:txBody>
      </p:sp>
      <p:sp>
        <p:nvSpPr>
          <p:cNvPr id="95250" name="AutoShape 18">
            <a:extLst>
              <a:ext uri="{FF2B5EF4-FFF2-40B4-BE49-F238E27FC236}">
                <a16:creationId xmlns:a16="http://schemas.microsoft.com/office/drawing/2014/main" id="{9324293A-577A-475D-BDDC-9B63AB0AF5D1}"/>
              </a:ext>
            </a:extLst>
          </p:cNvPr>
          <p:cNvSpPr>
            <a:spLocks/>
          </p:cNvSpPr>
          <p:nvPr/>
        </p:nvSpPr>
        <p:spPr bwMode="auto">
          <a:xfrm>
            <a:off x="5343054" y="3468464"/>
            <a:ext cx="146050" cy="533400"/>
          </a:xfrm>
          <a:prstGeom prst="leftBrace">
            <a:avLst>
              <a:gd name="adj1" fmla="val 30435"/>
              <a:gd name="adj2" fmla="val 50000"/>
            </a:avLst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sp>
        <p:nvSpPr>
          <p:cNvPr id="95251" name="AutoShape 19">
            <a:extLst>
              <a:ext uri="{FF2B5EF4-FFF2-40B4-BE49-F238E27FC236}">
                <a16:creationId xmlns:a16="http://schemas.microsoft.com/office/drawing/2014/main" id="{EA376F37-7FE4-4B4D-ADFA-D553D4FCABF6}"/>
              </a:ext>
            </a:extLst>
          </p:cNvPr>
          <p:cNvSpPr>
            <a:spLocks/>
          </p:cNvSpPr>
          <p:nvPr/>
        </p:nvSpPr>
        <p:spPr bwMode="auto">
          <a:xfrm>
            <a:off x="5343054" y="4306664"/>
            <a:ext cx="146050" cy="533400"/>
          </a:xfrm>
          <a:prstGeom prst="leftBrace">
            <a:avLst>
              <a:gd name="adj1" fmla="val 30435"/>
              <a:gd name="adj2" fmla="val 50000"/>
            </a:avLst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grpSp>
        <p:nvGrpSpPr>
          <p:cNvPr id="2" name="Group 20">
            <a:extLst>
              <a:ext uri="{FF2B5EF4-FFF2-40B4-BE49-F238E27FC236}">
                <a16:creationId xmlns:a16="http://schemas.microsoft.com/office/drawing/2014/main" id="{EAFFA7A0-AD9A-484E-9EC9-CD39DF50073A}"/>
              </a:ext>
            </a:extLst>
          </p:cNvPr>
          <p:cNvGrpSpPr>
            <a:grpSpLocks/>
          </p:cNvGrpSpPr>
          <p:nvPr/>
        </p:nvGrpSpPr>
        <p:grpSpPr bwMode="auto">
          <a:xfrm>
            <a:off x="7241704" y="3250977"/>
            <a:ext cx="1066800" cy="457200"/>
            <a:chOff x="4560" y="2407"/>
            <a:chExt cx="672" cy="288"/>
          </a:xfrm>
        </p:grpSpPr>
        <p:sp>
          <p:nvSpPr>
            <p:cNvPr id="98347" name="Text Box 21">
              <a:extLst>
                <a:ext uri="{FF2B5EF4-FFF2-40B4-BE49-F238E27FC236}">
                  <a16:creationId xmlns:a16="http://schemas.microsoft.com/office/drawing/2014/main" id="{B11D241C-2044-4301-95BE-DF8636AFA0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0" y="2407"/>
              <a:ext cx="67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S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  1, </a:t>
              </a:r>
              <a:endParaRPr kumimoji="1" lang="en-US" altLang="zh-CN" sz="2800" b="1">
                <a:latin typeface="Times New Roman" panose="02020603050405020304" pitchFamily="18" charset="0"/>
              </a:endParaRPr>
            </a:p>
          </p:txBody>
        </p:sp>
        <p:sp>
          <p:nvSpPr>
            <p:cNvPr id="98348" name="Line 22">
              <a:extLst>
                <a:ext uri="{FF2B5EF4-FFF2-40B4-BE49-F238E27FC236}">
                  <a16:creationId xmlns:a16="http://schemas.microsoft.com/office/drawing/2014/main" id="{5C173C0D-944E-4E98-A747-964EA6A9C6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2551"/>
              <a:ext cx="14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" name="Group 23">
            <a:extLst>
              <a:ext uri="{FF2B5EF4-FFF2-40B4-BE49-F238E27FC236}">
                <a16:creationId xmlns:a16="http://schemas.microsoft.com/office/drawing/2014/main" id="{26AD59CF-22F2-4A9B-8EA7-515E588986EF}"/>
              </a:ext>
            </a:extLst>
          </p:cNvPr>
          <p:cNvGrpSpPr>
            <a:grpSpLocks/>
          </p:cNvGrpSpPr>
          <p:nvPr/>
        </p:nvGrpSpPr>
        <p:grpSpPr bwMode="auto">
          <a:xfrm>
            <a:off x="7241704" y="3670077"/>
            <a:ext cx="1752600" cy="457200"/>
            <a:chOff x="4560" y="2671"/>
            <a:chExt cx="1104" cy="288"/>
          </a:xfrm>
        </p:grpSpPr>
        <p:sp>
          <p:nvSpPr>
            <p:cNvPr id="98345" name="Line 24">
              <a:extLst>
                <a:ext uri="{FF2B5EF4-FFF2-40B4-BE49-F238E27FC236}">
                  <a16:creationId xmlns:a16="http://schemas.microsoft.com/office/drawing/2014/main" id="{C1E4AEA8-4A7F-4A3C-B801-00F3CE766AD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800" y="2815"/>
              <a:ext cx="14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8346" name="Text Box 25">
              <a:extLst>
                <a:ext uri="{FF2B5EF4-FFF2-40B4-BE49-F238E27FC236}">
                  <a16:creationId xmlns:a16="http://schemas.microsoft.com/office/drawing/2014/main" id="{E9F87B59-24E1-4D1F-BCE2-05D0C0BB3B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0" y="2671"/>
              <a:ext cx="110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S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  1, </a:t>
              </a:r>
            </a:p>
          </p:txBody>
        </p:sp>
      </p:grpSp>
      <p:grpSp>
        <p:nvGrpSpPr>
          <p:cNvPr id="4" name="Group 26">
            <a:extLst>
              <a:ext uri="{FF2B5EF4-FFF2-40B4-BE49-F238E27FC236}">
                <a16:creationId xmlns:a16="http://schemas.microsoft.com/office/drawing/2014/main" id="{8B4E23A2-21C2-4FC1-AA89-7A77DEBB176F}"/>
              </a:ext>
            </a:extLst>
          </p:cNvPr>
          <p:cNvGrpSpPr>
            <a:grpSpLocks/>
          </p:cNvGrpSpPr>
          <p:nvPr/>
        </p:nvGrpSpPr>
        <p:grpSpPr bwMode="auto">
          <a:xfrm>
            <a:off x="7241704" y="4078064"/>
            <a:ext cx="1676400" cy="457200"/>
            <a:chOff x="4560" y="2928"/>
            <a:chExt cx="1056" cy="288"/>
          </a:xfrm>
        </p:grpSpPr>
        <p:sp>
          <p:nvSpPr>
            <p:cNvPr id="98343" name="Line 27">
              <a:extLst>
                <a:ext uri="{FF2B5EF4-FFF2-40B4-BE49-F238E27FC236}">
                  <a16:creationId xmlns:a16="http://schemas.microsoft.com/office/drawing/2014/main" id="{43991450-9622-4015-ACE3-A67B8AD2C97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4800" y="3085"/>
              <a:ext cx="14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8344" name="Text Box 28">
              <a:extLst>
                <a:ext uri="{FF2B5EF4-FFF2-40B4-BE49-F238E27FC236}">
                  <a16:creationId xmlns:a16="http://schemas.microsoft.com/office/drawing/2014/main" id="{5F9533D1-B6C6-4B39-B217-826BECFD0A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0" y="2928"/>
              <a:ext cx="105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S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  1, </a:t>
              </a:r>
            </a:p>
          </p:txBody>
        </p:sp>
      </p:grpSp>
      <p:grpSp>
        <p:nvGrpSpPr>
          <p:cNvPr id="5" name="Group 29">
            <a:extLst>
              <a:ext uri="{FF2B5EF4-FFF2-40B4-BE49-F238E27FC236}">
                <a16:creationId xmlns:a16="http://schemas.microsoft.com/office/drawing/2014/main" id="{A4CEC0B2-2789-45F6-92F6-7987D93767E9}"/>
              </a:ext>
            </a:extLst>
          </p:cNvPr>
          <p:cNvGrpSpPr>
            <a:grpSpLocks/>
          </p:cNvGrpSpPr>
          <p:nvPr/>
        </p:nvGrpSpPr>
        <p:grpSpPr bwMode="auto">
          <a:xfrm>
            <a:off x="7241704" y="4508277"/>
            <a:ext cx="1752600" cy="457200"/>
            <a:chOff x="4656" y="3282"/>
            <a:chExt cx="1104" cy="288"/>
          </a:xfrm>
        </p:grpSpPr>
        <p:sp>
          <p:nvSpPr>
            <p:cNvPr id="98341" name="Line 30">
              <a:extLst>
                <a:ext uri="{FF2B5EF4-FFF2-40B4-BE49-F238E27FC236}">
                  <a16:creationId xmlns:a16="http://schemas.microsoft.com/office/drawing/2014/main" id="{DB6893BC-86BA-4928-B76B-F724909BAE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96" y="3423"/>
              <a:ext cx="14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98342" name="Text Box 31">
              <a:extLst>
                <a:ext uri="{FF2B5EF4-FFF2-40B4-BE49-F238E27FC236}">
                  <a16:creationId xmlns:a16="http://schemas.microsoft.com/office/drawing/2014/main" id="{1B5E446C-E4A9-4D8C-A1DA-8BD464159F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" y="3282"/>
              <a:ext cx="110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S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  1, </a:t>
              </a:r>
            </a:p>
          </p:txBody>
        </p:sp>
      </p:grpSp>
      <p:grpSp>
        <p:nvGrpSpPr>
          <p:cNvPr id="6" name="Group 32">
            <a:extLst>
              <a:ext uri="{FF2B5EF4-FFF2-40B4-BE49-F238E27FC236}">
                <a16:creationId xmlns:a16="http://schemas.microsoft.com/office/drawing/2014/main" id="{293BFC0F-399F-4B1B-81AE-E2C74CA91F03}"/>
              </a:ext>
            </a:extLst>
          </p:cNvPr>
          <p:cNvGrpSpPr>
            <a:grpSpLocks/>
          </p:cNvGrpSpPr>
          <p:nvPr/>
        </p:nvGrpSpPr>
        <p:grpSpPr bwMode="auto">
          <a:xfrm>
            <a:off x="3355504" y="2733452"/>
            <a:ext cx="1066800" cy="2030412"/>
            <a:chOff x="2112" y="2081"/>
            <a:chExt cx="672" cy="1279"/>
          </a:xfrm>
        </p:grpSpPr>
        <p:sp>
          <p:nvSpPr>
            <p:cNvPr id="98336" name="AutoShape 33">
              <a:extLst>
                <a:ext uri="{FF2B5EF4-FFF2-40B4-BE49-F238E27FC236}">
                  <a16:creationId xmlns:a16="http://schemas.microsoft.com/office/drawing/2014/main" id="{F6D9D111-3162-4892-83C4-A37F18631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208"/>
              <a:ext cx="144" cy="1056"/>
            </a:xfrm>
            <a:prstGeom prst="leftBrace">
              <a:avLst>
                <a:gd name="adj1" fmla="val 61111"/>
                <a:gd name="adj2" fmla="val 50000"/>
              </a:avLst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grpSp>
          <p:nvGrpSpPr>
            <p:cNvPr id="98337" name="Group 34">
              <a:extLst>
                <a:ext uri="{FF2B5EF4-FFF2-40B4-BE49-F238E27FC236}">
                  <a16:creationId xmlns:a16="http://schemas.microsoft.com/office/drawing/2014/main" id="{10E1D377-DFFE-4FD9-9088-E7C1B2CF9D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6" y="2081"/>
              <a:ext cx="528" cy="1279"/>
              <a:chOff x="2256" y="2081"/>
              <a:chExt cx="528" cy="1279"/>
            </a:xfrm>
          </p:grpSpPr>
          <p:sp>
            <p:nvSpPr>
              <p:cNvPr id="98338" name="Text Box 35">
                <a:extLst>
                  <a:ext uri="{FF2B5EF4-FFF2-40B4-BE49-F238E27FC236}">
                    <a16:creationId xmlns:a16="http://schemas.microsoft.com/office/drawing/2014/main" id="{C9F800AC-F1CA-4AEA-B7F0-0C8EA99683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04" y="2081"/>
                <a:ext cx="43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en-US" altLang="zh-CN" sz="2400" b="1">
                    <a:latin typeface="Times New Roman" panose="02020603050405020304" pitchFamily="18" charset="0"/>
                  </a:rPr>
                  <a:t>= 0</a:t>
                </a:r>
              </a:p>
            </p:txBody>
          </p:sp>
          <p:sp>
            <p:nvSpPr>
              <p:cNvPr id="98339" name="Text Box 36">
                <a:extLst>
                  <a:ext uri="{FF2B5EF4-FFF2-40B4-BE49-F238E27FC236}">
                    <a16:creationId xmlns:a16="http://schemas.microsoft.com/office/drawing/2014/main" id="{957D95B1-D13F-472A-B483-286752C557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56" y="2544"/>
                <a:ext cx="52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＞ 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98340" name="Text Box 37">
                <a:extLst>
                  <a:ext uri="{FF2B5EF4-FFF2-40B4-BE49-F238E27FC236}">
                    <a16:creationId xmlns:a16="http://schemas.microsoft.com/office/drawing/2014/main" id="{80FF5A1C-CA0C-4726-8EDB-72E19C17B0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56" y="3072"/>
                <a:ext cx="43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kumimoji="1" lang="zh-CN" altLang="en-US" sz="2000" b="1">
                    <a:latin typeface="Times New Roman" panose="02020603050405020304" pitchFamily="18" charset="0"/>
                  </a:rPr>
                  <a:t>＜ </a:t>
                </a:r>
                <a:r>
                  <a:rPr kumimoji="1" lang="en-US" altLang="zh-CN" sz="2400" b="1">
                    <a:latin typeface="Times New Roman" panose="02020603050405020304" pitchFamily="18" charset="0"/>
                  </a:rPr>
                  <a:t>0</a:t>
                </a:r>
              </a:p>
            </p:txBody>
          </p:sp>
        </p:grpSp>
      </p:grpSp>
      <p:sp>
        <p:nvSpPr>
          <p:cNvPr id="95270" name="Text Box 38">
            <a:extLst>
              <a:ext uri="{FF2B5EF4-FFF2-40B4-BE49-F238E27FC236}">
                <a16:creationId xmlns:a16="http://schemas.microsoft.com/office/drawing/2014/main" id="{F8A51D89-6D00-45F5-AB80-1F7E514809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6904" y="3697064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>
                <a:schemeClr val="folHlink"/>
              </a:buClr>
              <a:buFont typeface="Wingdings" panose="05000000000000000000" pitchFamily="2" charset="2"/>
              <a:buChar char="ü"/>
            </a:pPr>
            <a:r>
              <a:rPr kumimoji="1" lang="en-US" altLang="zh-CN" sz="2400" b="1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95271" name="Text Box 39">
            <a:extLst>
              <a:ext uri="{FF2B5EF4-FFF2-40B4-BE49-F238E27FC236}">
                <a16:creationId xmlns:a16="http://schemas.microsoft.com/office/drawing/2014/main" id="{EDD92ED1-A071-427B-B663-508CDA0A79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6904" y="4154264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>
                <a:schemeClr val="folHlink"/>
              </a:buClr>
              <a:buFont typeface="Wingdings" panose="05000000000000000000" pitchFamily="2" charset="2"/>
              <a:buChar char="ü"/>
            </a:pPr>
            <a:r>
              <a:rPr kumimoji="1" lang="en-US" altLang="zh-CN" sz="2400" b="1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95272" name="Text Box 40">
            <a:extLst>
              <a:ext uri="{FF2B5EF4-FFF2-40B4-BE49-F238E27FC236}">
                <a16:creationId xmlns:a16="http://schemas.microsoft.com/office/drawing/2014/main" id="{84646E7E-1DB1-438E-8764-A0936381DB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9904" y="3239864"/>
            <a:ext cx="1066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j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95273" name="Text Box 41">
            <a:extLst>
              <a:ext uri="{FF2B5EF4-FFF2-40B4-BE49-F238E27FC236}">
                <a16:creationId xmlns:a16="http://schemas.microsoft.com/office/drawing/2014/main" id="{38DAF212-8FB5-42CC-9AE3-8FB5D40E82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9904" y="3670077"/>
            <a:ext cx="1752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j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+1 </a:t>
            </a:r>
          </a:p>
        </p:txBody>
      </p:sp>
      <p:sp>
        <p:nvSpPr>
          <p:cNvPr id="95274" name="Text Box 42">
            <a:extLst>
              <a:ext uri="{FF2B5EF4-FFF2-40B4-BE49-F238E27FC236}">
                <a16:creationId xmlns:a16="http://schemas.microsoft.com/office/drawing/2014/main" id="{7810FF70-1024-40F6-9513-F5ED12F125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9904" y="4078064"/>
            <a:ext cx="1676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j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+1</a:t>
            </a:r>
          </a:p>
        </p:txBody>
      </p:sp>
      <p:sp>
        <p:nvSpPr>
          <p:cNvPr id="95275" name="Text Box 43">
            <a:extLst>
              <a:ext uri="{FF2B5EF4-FFF2-40B4-BE49-F238E27FC236}">
                <a16:creationId xmlns:a16="http://schemas.microsoft.com/office/drawing/2014/main" id="{5AF1A2BF-3C25-4AD5-92D8-6034B3C971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9904" y="4508277"/>
            <a:ext cx="1066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en-US" altLang="zh-CN" sz="2400" b="1" i="1">
                <a:latin typeface="Times New Roman" panose="02020603050405020304" pitchFamily="18" charset="0"/>
              </a:rPr>
              <a:t>j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45" name="矩形 44">
            <a:extLst>
              <a:ext uri="{FF2B5EF4-FFF2-40B4-BE49-F238E27FC236}">
                <a16:creationId xmlns:a16="http://schemas.microsoft.com/office/drawing/2014/main" id="{5809026B-A0C0-4991-A300-58302BB9B84D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95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95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95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95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95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95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95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6" presetClass="entr" presetSubtype="4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7" dur="500"/>
                                        <p:tgtEl>
                                          <p:spTgt spid="95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95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95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95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95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95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95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16" presetClass="entr" presetSubtype="4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92" dur="500"/>
                                        <p:tgtEl>
                                          <p:spTgt spid="95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7" dur="500"/>
                                        <p:tgtEl>
                                          <p:spTgt spid="95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2" dur="500"/>
                                        <p:tgtEl>
                                          <p:spTgt spid="95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2" dur="500"/>
                                        <p:tgtEl>
                                          <p:spTgt spid="95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7" dur="500"/>
                                        <p:tgtEl>
                                          <p:spTgt spid="95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7" dur="500"/>
                                        <p:tgtEl>
                                          <p:spTgt spid="95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 nodeType="clickPar">
                      <p:stCondLst>
                        <p:cond delay="indefinite"/>
                      </p:stCondLst>
                      <p:childTnLst>
                        <p:par>
                          <p:cTn id="1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2" dur="500"/>
                                        <p:tgtEl>
                                          <p:spTgt spid="95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7" dur="500"/>
                                        <p:tgtEl>
                                          <p:spTgt spid="95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236" grpId="0" autoUpdateAnimBg="0"/>
      <p:bldP spid="95237" grpId="0" autoUpdateAnimBg="0"/>
      <p:bldP spid="95238" grpId="0" autoUpdateAnimBg="0"/>
      <p:bldP spid="95239" grpId="0" autoUpdateAnimBg="0"/>
      <p:bldP spid="95240" grpId="0" autoUpdateAnimBg="0"/>
      <p:bldP spid="95241" grpId="0" autoUpdateAnimBg="0"/>
      <p:bldP spid="95242" grpId="0" autoUpdateAnimBg="0"/>
      <p:bldP spid="95243" grpId="0" autoUpdateAnimBg="0"/>
      <p:bldP spid="95244" grpId="0" autoUpdateAnimBg="0"/>
      <p:bldP spid="95245" grpId="0" autoUpdateAnimBg="0"/>
      <p:bldP spid="95246" grpId="0" autoUpdateAnimBg="0"/>
      <p:bldP spid="95247" grpId="0" autoUpdateAnimBg="0"/>
      <p:bldP spid="95248" grpId="0" autoUpdateAnimBg="0"/>
      <p:bldP spid="95249" grpId="0" autoUpdateAnimBg="0"/>
      <p:bldP spid="95250" grpId="0" animBg="1"/>
      <p:bldP spid="95251" grpId="0" animBg="1"/>
      <p:bldP spid="95270" grpId="0" autoUpdateAnimBg="0"/>
      <p:bldP spid="95271" grpId="0" autoUpdateAnimBg="0"/>
      <p:bldP spid="95272" grpId="0" autoUpdateAnimBg="0"/>
      <p:bldP spid="95273" grpId="0" autoUpdateAnimBg="0"/>
      <p:bldP spid="95274" grpId="0" autoUpdateAnimBg="0"/>
      <p:bldP spid="95275" grpId="0" autoUpdateAnimBg="0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Text Box 2">
            <a:extLst>
              <a:ext uri="{FF2B5EF4-FFF2-40B4-BE49-F238E27FC236}">
                <a16:creationId xmlns:a16="http://schemas.microsoft.com/office/drawing/2014/main" id="{B5C75FB0-1AE0-4A59-95DE-CA414A885E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05221" y="184150"/>
            <a:ext cx="1440339" cy="5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b="1" dirty="0">
                <a:solidFill>
                  <a:srgbClr val="FF0000"/>
                </a:solidFill>
                <a:latin typeface="Times New Roman" panose="02020603050405020304" pitchFamily="18" charset="0"/>
              </a:rPr>
              <a:t>例</a:t>
            </a:r>
            <a:r>
              <a:rPr kumimoji="1" lang="en-US" altLang="zh-CN" b="1" dirty="0">
                <a:solidFill>
                  <a:srgbClr val="FF0000"/>
                </a:solidFill>
                <a:latin typeface="Times New Roman" panose="02020603050405020304" pitchFamily="18" charset="0"/>
              </a:rPr>
              <a:t>2.5-1</a:t>
            </a:r>
            <a:endParaRPr kumimoji="1" lang="zh-CN" altLang="en-US" b="1" dirty="0">
              <a:solidFill>
                <a:srgbClr val="FF00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A224B0FD-B6EE-416B-8BBA-D999FB4D18B1}"/>
              </a:ext>
            </a:extLst>
          </p:cNvPr>
          <p:cNvGrpSpPr>
            <a:grpSpLocks/>
          </p:cNvGrpSpPr>
          <p:nvPr/>
        </p:nvGrpSpPr>
        <p:grpSpPr bwMode="auto">
          <a:xfrm>
            <a:off x="488950" y="165100"/>
            <a:ext cx="7158038" cy="1168399"/>
            <a:chOff x="308" y="157"/>
            <a:chExt cx="4509" cy="736"/>
          </a:xfrm>
        </p:grpSpPr>
        <p:sp>
          <p:nvSpPr>
            <p:cNvPr id="99362" name="Text Box 4">
              <a:extLst>
                <a:ext uri="{FF2B5EF4-FFF2-40B4-BE49-F238E27FC236}">
                  <a16:creationId xmlns:a16="http://schemas.microsoft.com/office/drawing/2014/main" id="{80D2DE16-FC15-475E-B4D3-213E602263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9" y="157"/>
              <a:ext cx="4008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 i="1" dirty="0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 dirty="0">
                  <a:latin typeface="Times New Roman" panose="02020603050405020304" pitchFamily="18" charset="0"/>
                </a:rPr>
                <a:t> = 0.1101</a:t>
              </a:r>
              <a:r>
                <a:rPr kumimoji="1" lang="en-US" altLang="zh-CN" sz="1000" b="1" dirty="0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kumimoji="1" lang="en-US" altLang="zh-CN" sz="10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b="1" dirty="0">
                  <a:latin typeface="Times New Roman" panose="02020603050405020304" pitchFamily="18" charset="0"/>
                </a:rPr>
                <a:t>2</a:t>
              </a:r>
              <a:r>
                <a:rPr kumimoji="1" lang="en-US" altLang="zh-CN" b="1" baseline="45000" dirty="0">
                  <a:latin typeface="Times New Roman" panose="02020603050405020304" pitchFamily="18" charset="0"/>
                </a:rPr>
                <a:t>01</a:t>
              </a:r>
              <a:r>
                <a:rPr kumimoji="1" lang="en-US" altLang="zh-CN" b="1" dirty="0">
                  <a:latin typeface="Times New Roman" panose="02020603050405020304" pitchFamily="18" charset="0"/>
                </a:rPr>
                <a:t>   </a:t>
              </a:r>
              <a:r>
                <a:rPr kumimoji="1" lang="en-US" altLang="zh-CN" b="1" i="1" dirty="0">
                  <a:latin typeface="Times New Roman" panose="02020603050405020304" pitchFamily="18" charset="0"/>
                </a:rPr>
                <a:t>y</a:t>
              </a:r>
              <a:r>
                <a:rPr kumimoji="1" lang="en-US" altLang="zh-CN" b="1" dirty="0">
                  <a:latin typeface="Times New Roman" panose="02020603050405020304" pitchFamily="18" charset="0"/>
                </a:rPr>
                <a:t> = (</a:t>
              </a:r>
              <a:r>
                <a:rPr kumimoji="1" lang="en-US" altLang="zh-CN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–0.1010)</a:t>
              </a:r>
              <a:r>
                <a:rPr kumimoji="1" lang="en-US" altLang="zh-CN" sz="10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kumimoji="1" lang="en-US" altLang="zh-CN" sz="10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b="1" dirty="0">
                  <a:latin typeface="Times New Roman" panose="02020603050405020304" pitchFamily="18" charset="0"/>
                </a:rPr>
                <a:t>2</a:t>
              </a:r>
              <a:r>
                <a:rPr kumimoji="1" lang="en-US" altLang="zh-CN" b="1" baseline="45000" dirty="0">
                  <a:latin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99363" name="Text Box 5">
              <a:extLst>
                <a:ext uri="{FF2B5EF4-FFF2-40B4-BE49-F238E27FC236}">
                  <a16:creationId xmlns:a16="http://schemas.microsoft.com/office/drawing/2014/main" id="{699F00E8-5B61-417E-ABD5-06DFC274D7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" y="528"/>
              <a:ext cx="12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求 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1000" b="1" i="1">
                  <a:latin typeface="Times New Roman" panose="02020603050405020304" pitchFamily="18" charset="0"/>
                </a:rPr>
                <a:t> 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+</a:t>
              </a: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y</a:t>
              </a:r>
            </a:p>
          </p:txBody>
        </p:sp>
      </p:grpSp>
      <p:sp>
        <p:nvSpPr>
          <p:cNvPr id="96262" name="Text Box 6">
            <a:extLst>
              <a:ext uri="{FF2B5EF4-FFF2-40B4-BE49-F238E27FC236}">
                <a16:creationId xmlns:a16="http://schemas.microsoft.com/office/drawing/2014/main" id="{56259B65-8692-47EE-BD71-67A50D7A9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287463"/>
            <a:ext cx="898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解：</a:t>
            </a:r>
          </a:p>
        </p:txBody>
      </p:sp>
      <p:sp>
        <p:nvSpPr>
          <p:cNvPr id="96263" name="Text Box 7">
            <a:extLst>
              <a:ext uri="{FF2B5EF4-FFF2-40B4-BE49-F238E27FC236}">
                <a16:creationId xmlns:a16="http://schemas.microsoft.com/office/drawing/2014/main" id="{E92AED40-B8B4-4A79-823F-B5F8C41CE7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1600" y="1309688"/>
            <a:ext cx="72913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00, 01; 00.1101      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00, 11; 11.0110 </a:t>
            </a:r>
          </a:p>
        </p:txBody>
      </p:sp>
      <p:sp>
        <p:nvSpPr>
          <p:cNvPr id="96264" name="Text Box 8">
            <a:extLst>
              <a:ext uri="{FF2B5EF4-FFF2-40B4-BE49-F238E27FC236}">
                <a16:creationId xmlns:a16="http://schemas.microsoft.com/office/drawing/2014/main" id="{16F20C74-11D9-47CB-B31D-29465DE2F3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897063"/>
            <a:ext cx="22256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dirty="0">
                <a:latin typeface="Times New Roman" panose="02020603050405020304" pitchFamily="18" charset="0"/>
              </a:rPr>
              <a:t>1. </a:t>
            </a:r>
            <a:r>
              <a:rPr kumimoji="1" lang="zh-CN" altLang="en-US" sz="2800" b="1" dirty="0">
                <a:latin typeface="Times New Roman" panose="02020603050405020304" pitchFamily="18" charset="0"/>
              </a:rPr>
              <a:t>对阶</a:t>
            </a:r>
          </a:p>
        </p:txBody>
      </p:sp>
      <p:sp>
        <p:nvSpPr>
          <p:cNvPr id="96265" name="Text Box 9">
            <a:extLst>
              <a:ext uri="{FF2B5EF4-FFF2-40B4-BE49-F238E27FC236}">
                <a16:creationId xmlns:a16="http://schemas.microsoft.com/office/drawing/2014/main" id="{DEFDC1F7-00AD-4468-A8B5-77907C4E5C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4463" y="2538413"/>
            <a:ext cx="27384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>
                <a:latin typeface="Times New Roman" panose="02020603050405020304" pitchFamily="18" charset="0"/>
              </a:rPr>
              <a:t>Δ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j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j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– [</a:t>
            </a:r>
            <a:r>
              <a:rPr kumimoji="1" lang="en-US" altLang="zh-CN" sz="24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j</a:t>
            </a:r>
            <a:r>
              <a:rPr kumimoji="1" lang="en-US" altLang="zh-CN" sz="2400" b="1" i="1" baseline="-25000"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</a:p>
        </p:txBody>
      </p:sp>
      <p:sp>
        <p:nvSpPr>
          <p:cNvPr id="96266" name="Text Box 10">
            <a:extLst>
              <a:ext uri="{FF2B5EF4-FFF2-40B4-BE49-F238E27FC236}">
                <a16:creationId xmlns:a16="http://schemas.microsoft.com/office/drawing/2014/main" id="{AE7DB36B-A29D-4DC7-801B-91F5E4D4A6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7688" y="2538413"/>
            <a:ext cx="11953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= 00, 01</a:t>
            </a:r>
          </a:p>
        </p:txBody>
      </p:sp>
      <p:sp>
        <p:nvSpPr>
          <p:cNvPr id="96267" name="Text Box 11">
            <a:extLst>
              <a:ext uri="{FF2B5EF4-FFF2-40B4-BE49-F238E27FC236}">
                <a16:creationId xmlns:a16="http://schemas.microsoft.com/office/drawing/2014/main" id="{5F065819-7407-4805-A5A8-1B0BF14D29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2928938"/>
            <a:ext cx="946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11, 01</a:t>
            </a:r>
          </a:p>
        </p:txBody>
      </p:sp>
      <p:sp>
        <p:nvSpPr>
          <p:cNvPr id="96268" name="Text Box 12">
            <a:extLst>
              <a:ext uri="{FF2B5EF4-FFF2-40B4-BE49-F238E27FC236}">
                <a16:creationId xmlns:a16="http://schemas.microsoft.com/office/drawing/2014/main" id="{5608B5BC-A9C3-45AD-AC22-72A12F53F6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3300413"/>
            <a:ext cx="946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11, 10</a:t>
            </a:r>
          </a:p>
        </p:txBody>
      </p:sp>
      <p:sp>
        <p:nvSpPr>
          <p:cNvPr id="96269" name="Text Box 13">
            <a:extLst>
              <a:ext uri="{FF2B5EF4-FFF2-40B4-BE49-F238E27FC236}">
                <a16:creationId xmlns:a16="http://schemas.microsoft.com/office/drawing/2014/main" id="{26A3721F-CF34-4982-8ADD-9030E7AFA0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1600" y="3671888"/>
            <a:ext cx="32766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阶差为负（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10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）</a:t>
            </a:r>
          </a:p>
        </p:txBody>
      </p:sp>
      <p:grpSp>
        <p:nvGrpSpPr>
          <p:cNvPr id="3" name="Group 14">
            <a:extLst>
              <a:ext uri="{FF2B5EF4-FFF2-40B4-BE49-F238E27FC236}">
                <a16:creationId xmlns:a16="http://schemas.microsoft.com/office/drawing/2014/main" id="{EC6C9ADB-0AC2-4D26-A027-5F4E3E0D6BC2}"/>
              </a:ext>
            </a:extLst>
          </p:cNvPr>
          <p:cNvGrpSpPr>
            <a:grpSpLocks/>
          </p:cNvGrpSpPr>
          <p:nvPr/>
        </p:nvGrpSpPr>
        <p:grpSpPr bwMode="auto">
          <a:xfrm>
            <a:off x="2500313" y="5199063"/>
            <a:ext cx="2470150" cy="519112"/>
            <a:chOff x="1424" y="3170"/>
            <a:chExt cx="1556" cy="327"/>
          </a:xfrm>
        </p:grpSpPr>
        <p:sp>
          <p:nvSpPr>
            <p:cNvPr id="99360" name="Text Box 15">
              <a:extLst>
                <a:ext uri="{FF2B5EF4-FFF2-40B4-BE49-F238E27FC236}">
                  <a16:creationId xmlns:a16="http://schemas.microsoft.com/office/drawing/2014/main" id="{1751B933-5AA6-4840-A219-A3A8B3C70E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4" y="3202"/>
              <a:ext cx="6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[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S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r>
                <a:rPr kumimoji="1" lang="en-US" altLang="zh-CN" sz="2400" b="1" baseline="-15000">
                  <a:latin typeface="Times New Roman" panose="02020603050405020304" pitchFamily="18" charset="0"/>
                  <a:cs typeface="Times New Roman" panose="02020603050405020304" pitchFamily="18" charset="0"/>
                </a:rPr>
                <a:t>'</a:t>
              </a:r>
              <a:r>
                <a:rPr kumimoji="1" lang="en-US" altLang="zh-CN" sz="24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endParaRPr kumimoji="1" lang="en-US" altLang="zh-CN" sz="2400" b="1">
                <a:latin typeface="Times New Roman" panose="02020603050405020304" pitchFamily="18" charset="0"/>
              </a:endParaRPr>
            </a:p>
          </p:txBody>
        </p:sp>
        <p:sp>
          <p:nvSpPr>
            <p:cNvPr id="99361" name="Text Box 16">
              <a:extLst>
                <a:ext uri="{FF2B5EF4-FFF2-40B4-BE49-F238E27FC236}">
                  <a16:creationId xmlns:a16="http://schemas.microsoft.com/office/drawing/2014/main" id="{93B65EE0-49D7-41C9-8DD9-80B30F94FA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4" y="3170"/>
              <a:ext cx="9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=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00.0011</a:t>
              </a:r>
            </a:p>
          </p:txBody>
        </p:sp>
      </p:grpSp>
      <p:grpSp>
        <p:nvGrpSpPr>
          <p:cNvPr id="4" name="Group 17">
            <a:extLst>
              <a:ext uri="{FF2B5EF4-FFF2-40B4-BE49-F238E27FC236}">
                <a16:creationId xmlns:a16="http://schemas.microsoft.com/office/drawing/2014/main" id="{25B7D096-1FC9-4277-A221-2B13CFD1992B}"/>
              </a:ext>
            </a:extLst>
          </p:cNvPr>
          <p:cNvGrpSpPr>
            <a:grpSpLocks/>
          </p:cNvGrpSpPr>
          <p:nvPr/>
        </p:nvGrpSpPr>
        <p:grpSpPr bwMode="auto">
          <a:xfrm>
            <a:off x="2408238" y="5580063"/>
            <a:ext cx="2562225" cy="519112"/>
            <a:chOff x="1366" y="3410"/>
            <a:chExt cx="1614" cy="327"/>
          </a:xfrm>
        </p:grpSpPr>
        <p:sp>
          <p:nvSpPr>
            <p:cNvPr id="99358" name="Text Box 18">
              <a:extLst>
                <a:ext uri="{FF2B5EF4-FFF2-40B4-BE49-F238E27FC236}">
                  <a16:creationId xmlns:a16="http://schemas.microsoft.com/office/drawing/2014/main" id="{7D203C9C-4645-44F3-B3CC-A3058F7B64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66" y="3416"/>
              <a:ext cx="93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 [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S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]</a:t>
              </a:r>
              <a:r>
                <a:rPr kumimoji="1" lang="zh-CN" altLang="en-US" sz="2400" b="1" baseline="-25000">
                  <a:latin typeface="Times New Roman" panose="02020603050405020304" pitchFamily="18" charset="0"/>
                </a:rPr>
                <a:t>补</a:t>
              </a:r>
              <a:endParaRPr kumimoji="1" lang="zh-CN" altLang="en-US" sz="2400" b="1" baseline="-15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359" name="Text Box 19">
              <a:extLst>
                <a:ext uri="{FF2B5EF4-FFF2-40B4-BE49-F238E27FC236}">
                  <a16:creationId xmlns:a16="http://schemas.microsoft.com/office/drawing/2014/main" id="{F53AEF27-06D1-4A43-8D72-789FD8085D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4" y="3410"/>
              <a:ext cx="9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=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11.0110</a:t>
              </a:r>
            </a:p>
          </p:txBody>
        </p:sp>
      </p:grpSp>
      <p:sp>
        <p:nvSpPr>
          <p:cNvPr id="96276" name="Text Box 20">
            <a:extLst>
              <a:ext uri="{FF2B5EF4-FFF2-40B4-BE49-F238E27FC236}">
                <a16:creationId xmlns:a16="http://schemas.microsoft.com/office/drawing/2014/main" id="{3B4D05BB-2798-4532-8E3D-6699D20F2D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2063" y="5957888"/>
            <a:ext cx="1174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11.1001</a:t>
            </a:r>
          </a:p>
        </p:txBody>
      </p:sp>
      <p:sp>
        <p:nvSpPr>
          <p:cNvPr id="96277" name="Line 21">
            <a:extLst>
              <a:ext uri="{FF2B5EF4-FFF2-40B4-BE49-F238E27FC236}">
                <a16:creationId xmlns:a16="http://schemas.microsoft.com/office/drawing/2014/main" id="{1E9C541C-8CF7-40D4-B828-B06686D0CA0D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8188" y="6034088"/>
            <a:ext cx="34290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96278" name="Line 22">
            <a:extLst>
              <a:ext uri="{FF2B5EF4-FFF2-40B4-BE49-F238E27FC236}">
                <a16:creationId xmlns:a16="http://schemas.microsoft.com/office/drawing/2014/main" id="{DDCBC146-80C5-43D9-8E43-7AE3F0AA9E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410200" y="3376613"/>
            <a:ext cx="15240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5" name="Group 23">
            <a:extLst>
              <a:ext uri="{FF2B5EF4-FFF2-40B4-BE49-F238E27FC236}">
                <a16:creationId xmlns:a16="http://schemas.microsoft.com/office/drawing/2014/main" id="{49DE8467-17B0-41F5-803D-3706437EE23B}"/>
              </a:ext>
            </a:extLst>
          </p:cNvPr>
          <p:cNvGrpSpPr>
            <a:grpSpLocks/>
          </p:cNvGrpSpPr>
          <p:nvPr/>
        </p:nvGrpSpPr>
        <p:grpSpPr bwMode="auto">
          <a:xfrm>
            <a:off x="4397375" y="3681413"/>
            <a:ext cx="2917825" cy="457200"/>
            <a:chOff x="2770" y="2319"/>
            <a:chExt cx="1838" cy="288"/>
          </a:xfrm>
        </p:grpSpPr>
        <p:sp>
          <p:nvSpPr>
            <p:cNvPr id="99356" name="Text Box 24">
              <a:extLst>
                <a:ext uri="{FF2B5EF4-FFF2-40B4-BE49-F238E27FC236}">
                  <a16:creationId xmlns:a16="http://schemas.microsoft.com/office/drawing/2014/main" id="{DA4D0B54-B8F9-4F92-B0D6-1D7EB71B03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0" y="2319"/>
              <a:ext cx="183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∴ 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S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     2     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j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+ 2</a:t>
              </a:r>
            </a:p>
          </p:txBody>
        </p:sp>
        <p:sp>
          <p:nvSpPr>
            <p:cNvPr id="99357" name="Line 25">
              <a:extLst>
                <a:ext uri="{FF2B5EF4-FFF2-40B4-BE49-F238E27FC236}">
                  <a16:creationId xmlns:a16="http://schemas.microsoft.com/office/drawing/2014/main" id="{6F58DDF4-7BE1-4BBA-9114-5F24170B8B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0" y="2463"/>
              <a:ext cx="240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96282" name="Text Box 26">
            <a:extLst>
              <a:ext uri="{FF2B5EF4-FFF2-40B4-BE49-F238E27FC236}">
                <a16:creationId xmlns:a16="http://schemas.microsoft.com/office/drawing/2014/main" id="{817AADC3-B228-4B49-9B8E-9D2DA4A79C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1675" y="6262688"/>
            <a:ext cx="63341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∴ 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+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00, 11; 11. 1001</a:t>
            </a:r>
          </a:p>
        </p:txBody>
      </p:sp>
      <p:sp>
        <p:nvSpPr>
          <p:cNvPr id="96283" name="Text Box 27">
            <a:extLst>
              <a:ext uri="{FF2B5EF4-FFF2-40B4-BE49-F238E27FC236}">
                <a16:creationId xmlns:a16="http://schemas.microsoft.com/office/drawing/2014/main" id="{D211AAB0-7C62-4FE5-ADC4-27469AAC2E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525" y="4129088"/>
            <a:ext cx="25304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②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对阶</a:t>
            </a:r>
          </a:p>
        </p:txBody>
      </p:sp>
      <p:sp>
        <p:nvSpPr>
          <p:cNvPr id="96284" name="Text Box 28">
            <a:extLst>
              <a:ext uri="{FF2B5EF4-FFF2-40B4-BE49-F238E27FC236}">
                <a16:creationId xmlns:a16="http://schemas.microsoft.com/office/drawing/2014/main" id="{AAD4EFA8-1FA0-4C5E-A1CB-B0F1112540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7650" y="4129088"/>
            <a:ext cx="31130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solidFill>
                  <a:schemeClr val="folHlink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补</a:t>
            </a:r>
            <a:r>
              <a:rPr kumimoji="1" lang="en-US" altLang="zh-CN" sz="2400" b="1" baseline="-15000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'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=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00, 11; 00.0011</a:t>
            </a:r>
          </a:p>
        </p:txBody>
      </p:sp>
      <p:sp>
        <p:nvSpPr>
          <p:cNvPr id="96285" name="Text Box 29">
            <a:extLst>
              <a:ext uri="{FF2B5EF4-FFF2-40B4-BE49-F238E27FC236}">
                <a16:creationId xmlns:a16="http://schemas.microsoft.com/office/drawing/2014/main" id="{BE1B88C2-B6C8-4F85-B9B1-C33305EE2B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3005138"/>
            <a:ext cx="3571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96286" name="Text Box 30">
            <a:extLst>
              <a:ext uri="{FF2B5EF4-FFF2-40B4-BE49-F238E27FC236}">
                <a16:creationId xmlns:a16="http://schemas.microsoft.com/office/drawing/2014/main" id="{3164BBB2-531E-4724-A64D-8DC941E260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638" y="5618163"/>
            <a:ext cx="3571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96287" name="Text Box 31">
            <a:extLst>
              <a:ext uri="{FF2B5EF4-FFF2-40B4-BE49-F238E27FC236}">
                <a16:creationId xmlns:a16="http://schemas.microsoft.com/office/drawing/2014/main" id="{BE389F08-28B8-49E3-A80E-DAEDCE7140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113" y="5219700"/>
            <a:ext cx="2286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对阶后的</a:t>
            </a:r>
            <a:r>
              <a:rPr kumimoji="1" lang="en-US" altLang="zh-CN" sz="20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S</a:t>
            </a:r>
            <a:r>
              <a:rPr kumimoji="1" lang="en-US" altLang="zh-CN" sz="2000" b="1" i="1" baseline="-25000">
                <a:latin typeface="Times New Roman" panose="02020603050405020304" pitchFamily="18" charset="0"/>
              </a:rPr>
              <a:t>x</a:t>
            </a:r>
            <a:r>
              <a:rPr kumimoji="1" lang="en-US" altLang="zh-CN" sz="20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000" b="1" baseline="-15000">
                <a:latin typeface="Times New Roman" panose="02020603050405020304" pitchFamily="18" charset="0"/>
                <a:cs typeface="Times New Roman" panose="02020603050405020304" pitchFamily="18" charset="0"/>
              </a:rPr>
              <a:t>'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96289" name="Text Box 33">
            <a:extLst>
              <a:ext uri="{FF2B5EF4-FFF2-40B4-BE49-F238E27FC236}">
                <a16:creationId xmlns:a16="http://schemas.microsoft.com/office/drawing/2014/main" id="{DFEF9CBF-B7E2-417F-A4B9-B35D877CFF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525" y="2520950"/>
            <a:ext cx="28352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①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求阶差</a:t>
            </a:r>
          </a:p>
        </p:txBody>
      </p:sp>
      <p:sp>
        <p:nvSpPr>
          <p:cNvPr id="96290" name="Text Box 34">
            <a:extLst>
              <a:ext uri="{FF2B5EF4-FFF2-40B4-BE49-F238E27FC236}">
                <a16:creationId xmlns:a16="http://schemas.microsoft.com/office/drawing/2014/main" id="{E5B80DE3-B166-4FFA-8131-93148CEB60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4738688"/>
            <a:ext cx="3581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2.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尾数求和</a:t>
            </a:r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C85BEDE6-BFD8-4BD1-A491-2CF1EE394C44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96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96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96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96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96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96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96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96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51" dur="500"/>
                                        <p:tgtEl>
                                          <p:spTgt spid="96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96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96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1" dur="500"/>
                                        <p:tgtEl>
                                          <p:spTgt spid="96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6" dur="500"/>
                                        <p:tgtEl>
                                          <p:spTgt spid="96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1" dur="500"/>
                                        <p:tgtEl>
                                          <p:spTgt spid="96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1" dur="500"/>
                                        <p:tgtEl>
                                          <p:spTgt spid="96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1" dur="500"/>
                                        <p:tgtEl>
                                          <p:spTgt spid="96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3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05" dur="500"/>
                                        <p:tgtEl>
                                          <p:spTgt spid="96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0" dur="500"/>
                                        <p:tgtEl>
                                          <p:spTgt spid="96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5" dur="500"/>
                                        <p:tgtEl>
                                          <p:spTgt spid="96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262" grpId="0" autoUpdateAnimBg="0"/>
      <p:bldP spid="96263" grpId="0" autoUpdateAnimBg="0"/>
      <p:bldP spid="96264" grpId="0" autoUpdateAnimBg="0"/>
      <p:bldP spid="96265" grpId="0" autoUpdateAnimBg="0"/>
      <p:bldP spid="96266" grpId="0" autoUpdateAnimBg="0"/>
      <p:bldP spid="96267" grpId="0" autoUpdateAnimBg="0"/>
      <p:bldP spid="96268" grpId="0" autoUpdateAnimBg="0"/>
      <p:bldP spid="96269" grpId="0" autoUpdateAnimBg="0"/>
      <p:bldP spid="96276" grpId="0" autoUpdateAnimBg="0"/>
      <p:bldP spid="96282" grpId="0" autoUpdateAnimBg="0"/>
      <p:bldP spid="96283" grpId="0" autoUpdateAnimBg="0"/>
      <p:bldP spid="96284" grpId="0" autoUpdateAnimBg="0"/>
      <p:bldP spid="96285" grpId="0" autoUpdateAnimBg="0"/>
      <p:bldP spid="96286" grpId="0" autoUpdateAnimBg="0"/>
      <p:bldP spid="96287" grpId="0" autoUpdateAnimBg="0"/>
      <p:bldP spid="96289" grpId="0" autoUpdateAnimBg="0"/>
      <p:bldP spid="96290" grpId="0" autoUpdateAnimBg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Text Box 2">
            <a:extLst>
              <a:ext uri="{FF2B5EF4-FFF2-40B4-BE49-F238E27FC236}">
                <a16:creationId xmlns:a16="http://schemas.microsoft.com/office/drawing/2014/main" id="{2BE9FEF6-25B1-4FFF-A9AD-06B5A1FFA6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196850"/>
            <a:ext cx="201771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 dirty="0">
                <a:latin typeface="Times New Roman" panose="02020603050405020304" pitchFamily="18" charset="0"/>
              </a:rPr>
              <a:t>3. </a:t>
            </a:r>
            <a:r>
              <a:rPr kumimoji="1" lang="zh-CN" altLang="en-US" sz="3600" b="1" dirty="0">
                <a:latin typeface="Times New Roman" panose="02020603050405020304" pitchFamily="18" charset="0"/>
              </a:rPr>
              <a:t>规格化</a:t>
            </a:r>
          </a:p>
        </p:txBody>
      </p:sp>
      <p:sp>
        <p:nvSpPr>
          <p:cNvPr id="97283" name="Text Box 3">
            <a:extLst>
              <a:ext uri="{FF2B5EF4-FFF2-40B4-BE49-F238E27FC236}">
                <a16:creationId xmlns:a16="http://schemas.microsoft.com/office/drawing/2014/main" id="{5FC45781-67F4-4838-A714-B441A8A43B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904875"/>
            <a:ext cx="3886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(1)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规格化数的定义</a:t>
            </a:r>
          </a:p>
        </p:txBody>
      </p:sp>
      <p:sp>
        <p:nvSpPr>
          <p:cNvPr id="97284" name="Text Box 4">
            <a:extLst>
              <a:ext uri="{FF2B5EF4-FFF2-40B4-BE49-F238E27FC236}">
                <a16:creationId xmlns:a16="http://schemas.microsoft.com/office/drawing/2014/main" id="{E69D0D85-0A6B-465A-9BFD-8356C1CF6F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2017713"/>
            <a:ext cx="41910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(2)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规格化数的判断</a:t>
            </a: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3A32B947-F02F-4660-92BB-4D63D4EBBBA9}"/>
              </a:ext>
            </a:extLst>
          </p:cNvPr>
          <p:cNvGrpSpPr>
            <a:grpSpLocks/>
          </p:cNvGrpSpPr>
          <p:nvPr/>
        </p:nvGrpSpPr>
        <p:grpSpPr bwMode="auto">
          <a:xfrm>
            <a:off x="2193925" y="1360488"/>
            <a:ext cx="3282950" cy="766762"/>
            <a:chOff x="1382" y="857"/>
            <a:chExt cx="2068" cy="483"/>
          </a:xfrm>
        </p:grpSpPr>
        <p:sp>
          <p:nvSpPr>
            <p:cNvPr id="100404" name="Text Box 6">
              <a:extLst>
                <a:ext uri="{FF2B5EF4-FFF2-40B4-BE49-F238E27FC236}">
                  <a16:creationId xmlns:a16="http://schemas.microsoft.com/office/drawing/2014/main" id="{A7352164-0D72-4C37-98DB-733939BF3E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2" y="954"/>
              <a:ext cx="206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latin typeface="Times New Roman" panose="02020603050405020304" pitchFamily="18" charset="0"/>
                </a:rPr>
                <a:t>r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= 2           ≤ |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S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| 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＜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00405" name="Text Box 7">
              <a:extLst>
                <a:ext uri="{FF2B5EF4-FFF2-40B4-BE49-F238E27FC236}">
                  <a16:creationId xmlns:a16="http://schemas.microsoft.com/office/drawing/2014/main" id="{4F3D497D-92A6-4789-B844-2F6F36F8E1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0" y="857"/>
              <a:ext cx="22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10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200" b="1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00406" name="Text Box 8">
              <a:extLst>
                <a:ext uri="{FF2B5EF4-FFF2-40B4-BE49-F238E27FC236}">
                  <a16:creationId xmlns:a16="http://schemas.microsoft.com/office/drawing/2014/main" id="{C8AD7467-76EB-4771-BE2A-7E48D2B6D1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1071"/>
              <a:ext cx="20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200" b="1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00407" name="Line 9">
              <a:extLst>
                <a:ext uri="{FF2B5EF4-FFF2-40B4-BE49-F238E27FC236}">
                  <a16:creationId xmlns:a16="http://schemas.microsoft.com/office/drawing/2014/main" id="{48BD811F-7D14-4C93-A6C5-E8F156FF11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1104"/>
              <a:ext cx="213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97290" name="Text Box 10">
            <a:extLst>
              <a:ext uri="{FF2B5EF4-FFF2-40B4-BE49-F238E27FC236}">
                <a16:creationId xmlns:a16="http://schemas.microsoft.com/office/drawing/2014/main" id="{59E7284E-C2A7-42F8-A89B-D65089F16E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" y="2657475"/>
            <a:ext cx="143351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S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＞</a:t>
            </a:r>
            <a:r>
              <a:rPr kumimoji="1" lang="en-US" altLang="zh-CN" sz="2800" b="1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97291" name="Text Box 11">
            <a:extLst>
              <a:ext uri="{FF2B5EF4-FFF2-40B4-BE49-F238E27FC236}">
                <a16:creationId xmlns:a16="http://schemas.microsoft.com/office/drawing/2014/main" id="{BEFCCEAE-4376-4D58-A2F3-D6E4230217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124200"/>
            <a:ext cx="15652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真值</a:t>
            </a:r>
          </a:p>
        </p:txBody>
      </p:sp>
      <p:sp>
        <p:nvSpPr>
          <p:cNvPr id="97292" name="Text Box 12">
            <a:extLst>
              <a:ext uri="{FF2B5EF4-FFF2-40B4-BE49-F238E27FC236}">
                <a16:creationId xmlns:a16="http://schemas.microsoft.com/office/drawing/2014/main" id="{DC2EE3ED-8459-405E-9350-3A442A25D9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657600"/>
            <a:ext cx="14938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原码</a:t>
            </a:r>
          </a:p>
        </p:txBody>
      </p:sp>
      <p:sp>
        <p:nvSpPr>
          <p:cNvPr id="97293" name="Text Box 13">
            <a:extLst>
              <a:ext uri="{FF2B5EF4-FFF2-40B4-BE49-F238E27FC236}">
                <a16:creationId xmlns:a16="http://schemas.microsoft.com/office/drawing/2014/main" id="{6AA8A542-9E62-42CE-9F4F-77CC084E57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4241800"/>
            <a:ext cx="15652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补码</a:t>
            </a:r>
          </a:p>
        </p:txBody>
      </p:sp>
      <p:sp>
        <p:nvSpPr>
          <p:cNvPr id="97294" name="Text Box 14">
            <a:extLst>
              <a:ext uri="{FF2B5EF4-FFF2-40B4-BE49-F238E27FC236}">
                <a16:creationId xmlns:a16="http://schemas.microsoft.com/office/drawing/2014/main" id="{8C724F31-6A14-4E62-BE59-31718B5E38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4800600"/>
            <a:ext cx="120491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反码</a:t>
            </a:r>
          </a:p>
        </p:txBody>
      </p:sp>
      <p:sp>
        <p:nvSpPr>
          <p:cNvPr id="97295" name="Text Box 15">
            <a:extLst>
              <a:ext uri="{FF2B5EF4-FFF2-40B4-BE49-F238E27FC236}">
                <a16:creationId xmlns:a16="http://schemas.microsoft.com/office/drawing/2014/main" id="{44228C59-6893-417F-A3CF-B88FFEE1ED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6325" y="2635250"/>
            <a:ext cx="23701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规格化形式</a:t>
            </a:r>
          </a:p>
        </p:txBody>
      </p:sp>
      <p:sp>
        <p:nvSpPr>
          <p:cNvPr id="97296" name="Text Box 16">
            <a:extLst>
              <a:ext uri="{FF2B5EF4-FFF2-40B4-BE49-F238E27FC236}">
                <a16:creationId xmlns:a16="http://schemas.microsoft.com/office/drawing/2014/main" id="{E29FC782-930C-4FEA-BC84-6EFC517E88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3325" y="2657475"/>
            <a:ext cx="10064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S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＜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97297" name="Text Box 17">
            <a:extLst>
              <a:ext uri="{FF2B5EF4-FFF2-40B4-BE49-F238E27FC236}">
                <a16:creationId xmlns:a16="http://schemas.microsoft.com/office/drawing/2014/main" id="{E203E0F2-ED69-4078-B739-7E1E48B3AA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2605088"/>
            <a:ext cx="19700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规格化形式</a:t>
            </a:r>
          </a:p>
        </p:txBody>
      </p:sp>
      <p:sp>
        <p:nvSpPr>
          <p:cNvPr id="97298" name="Text Box 18">
            <a:extLst>
              <a:ext uri="{FF2B5EF4-FFF2-40B4-BE49-F238E27FC236}">
                <a16:creationId xmlns:a16="http://schemas.microsoft.com/office/drawing/2014/main" id="{EF9ACAFE-B5F0-4590-9CA2-E928A797B4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5075" y="3124200"/>
            <a:ext cx="898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真值</a:t>
            </a:r>
          </a:p>
        </p:txBody>
      </p:sp>
      <p:sp>
        <p:nvSpPr>
          <p:cNvPr id="97299" name="Text Box 19">
            <a:extLst>
              <a:ext uri="{FF2B5EF4-FFF2-40B4-BE49-F238E27FC236}">
                <a16:creationId xmlns:a16="http://schemas.microsoft.com/office/drawing/2014/main" id="{6E84F777-94B6-4C99-8F60-8DB76C5D11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5075" y="3657600"/>
            <a:ext cx="898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原码</a:t>
            </a:r>
          </a:p>
        </p:txBody>
      </p:sp>
      <p:sp>
        <p:nvSpPr>
          <p:cNvPr id="97300" name="Text Box 20">
            <a:extLst>
              <a:ext uri="{FF2B5EF4-FFF2-40B4-BE49-F238E27FC236}">
                <a16:creationId xmlns:a16="http://schemas.microsoft.com/office/drawing/2014/main" id="{ABF94B42-FECD-4849-B24D-CF760E659C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5075" y="4241800"/>
            <a:ext cx="898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补码</a:t>
            </a:r>
          </a:p>
        </p:txBody>
      </p:sp>
      <p:sp>
        <p:nvSpPr>
          <p:cNvPr id="97301" name="Text Box 21">
            <a:extLst>
              <a:ext uri="{FF2B5EF4-FFF2-40B4-BE49-F238E27FC236}">
                <a16:creationId xmlns:a16="http://schemas.microsoft.com/office/drawing/2014/main" id="{BF829C52-12C2-466C-9E5A-7B66762E0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5075" y="4800600"/>
            <a:ext cx="898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反码</a:t>
            </a:r>
          </a:p>
        </p:txBody>
      </p:sp>
      <p:grpSp>
        <p:nvGrpSpPr>
          <p:cNvPr id="3" name="Group 22">
            <a:extLst>
              <a:ext uri="{FF2B5EF4-FFF2-40B4-BE49-F238E27FC236}">
                <a16:creationId xmlns:a16="http://schemas.microsoft.com/office/drawing/2014/main" id="{AF43732F-77D8-4FED-8DC4-610594FBBBA5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3090863"/>
            <a:ext cx="1928813" cy="542925"/>
            <a:chOff x="1536" y="1947"/>
            <a:chExt cx="1215" cy="342"/>
          </a:xfrm>
        </p:grpSpPr>
        <p:sp>
          <p:nvSpPr>
            <p:cNvPr id="100402" name="Text Box 23">
              <a:extLst>
                <a:ext uri="{FF2B5EF4-FFF2-40B4-BE49-F238E27FC236}">
                  <a16:creationId xmlns:a16="http://schemas.microsoft.com/office/drawing/2014/main" id="{C2662A32-7A6B-49B5-A69F-46CF51668A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6" y="1962"/>
              <a:ext cx="121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0.1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××     ×</a:t>
              </a:r>
            </a:p>
          </p:txBody>
        </p:sp>
        <p:sp>
          <p:nvSpPr>
            <p:cNvPr id="100403" name="Text Box 24">
              <a:extLst>
                <a:ext uri="{FF2B5EF4-FFF2-40B4-BE49-F238E27FC236}">
                  <a16:creationId xmlns:a16="http://schemas.microsoft.com/office/drawing/2014/main" id="{888B1F04-5E63-491E-8154-1371EAE9DA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6" y="1947"/>
              <a:ext cx="2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5400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4" name="Group 25">
            <a:extLst>
              <a:ext uri="{FF2B5EF4-FFF2-40B4-BE49-F238E27FC236}">
                <a16:creationId xmlns:a16="http://schemas.microsoft.com/office/drawing/2014/main" id="{2EFEC915-364C-4A2D-A3F4-C7BC9FDB6ED9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3657600"/>
            <a:ext cx="1928813" cy="533400"/>
            <a:chOff x="1536" y="2352"/>
            <a:chExt cx="1215" cy="336"/>
          </a:xfrm>
        </p:grpSpPr>
        <p:sp>
          <p:nvSpPr>
            <p:cNvPr id="100400" name="Text Box 26">
              <a:extLst>
                <a:ext uri="{FF2B5EF4-FFF2-40B4-BE49-F238E27FC236}">
                  <a16:creationId xmlns:a16="http://schemas.microsoft.com/office/drawing/2014/main" id="{653F123B-DD3F-4BEC-949B-3C2C0E8D15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6" y="2361"/>
              <a:ext cx="121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0.1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××     ×</a:t>
              </a:r>
            </a:p>
          </p:txBody>
        </p:sp>
        <p:sp>
          <p:nvSpPr>
            <p:cNvPr id="100401" name="Text Box 27">
              <a:extLst>
                <a:ext uri="{FF2B5EF4-FFF2-40B4-BE49-F238E27FC236}">
                  <a16:creationId xmlns:a16="http://schemas.microsoft.com/office/drawing/2014/main" id="{9CC85004-B111-4360-A8A2-4422132F17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2352"/>
              <a:ext cx="2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5400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5" name="Group 28">
            <a:extLst>
              <a:ext uri="{FF2B5EF4-FFF2-40B4-BE49-F238E27FC236}">
                <a16:creationId xmlns:a16="http://schemas.microsoft.com/office/drawing/2014/main" id="{1C7A0EA9-747B-40B6-8A59-EB0F5C640AF0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4241800"/>
            <a:ext cx="1928813" cy="533400"/>
            <a:chOff x="1536" y="2736"/>
            <a:chExt cx="1215" cy="336"/>
          </a:xfrm>
        </p:grpSpPr>
        <p:sp>
          <p:nvSpPr>
            <p:cNvPr id="100398" name="Text Box 29">
              <a:extLst>
                <a:ext uri="{FF2B5EF4-FFF2-40B4-BE49-F238E27FC236}">
                  <a16:creationId xmlns:a16="http://schemas.microsoft.com/office/drawing/2014/main" id="{AC4B1DE2-A960-4CEE-8FE6-616BBDC136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6" y="2745"/>
              <a:ext cx="121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0.1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××     ×</a:t>
              </a:r>
            </a:p>
          </p:txBody>
        </p:sp>
        <p:sp>
          <p:nvSpPr>
            <p:cNvPr id="100399" name="Text Box 30">
              <a:extLst>
                <a:ext uri="{FF2B5EF4-FFF2-40B4-BE49-F238E27FC236}">
                  <a16:creationId xmlns:a16="http://schemas.microsoft.com/office/drawing/2014/main" id="{0B8B0566-F219-47A7-8A66-CA55F3F68E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2736"/>
              <a:ext cx="2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5400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6" name="Group 31">
            <a:extLst>
              <a:ext uri="{FF2B5EF4-FFF2-40B4-BE49-F238E27FC236}">
                <a16:creationId xmlns:a16="http://schemas.microsoft.com/office/drawing/2014/main" id="{580AF85D-87F9-4779-852B-1736DA626CD8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4800600"/>
            <a:ext cx="1928813" cy="533400"/>
            <a:chOff x="1536" y="3072"/>
            <a:chExt cx="1215" cy="336"/>
          </a:xfrm>
        </p:grpSpPr>
        <p:sp>
          <p:nvSpPr>
            <p:cNvPr id="100396" name="Text Box 32">
              <a:extLst>
                <a:ext uri="{FF2B5EF4-FFF2-40B4-BE49-F238E27FC236}">
                  <a16:creationId xmlns:a16="http://schemas.microsoft.com/office/drawing/2014/main" id="{4E6F4A7D-691F-4416-9583-401D2D416D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6" y="3081"/>
              <a:ext cx="121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0.1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××     ×</a:t>
              </a:r>
            </a:p>
          </p:txBody>
        </p:sp>
        <p:sp>
          <p:nvSpPr>
            <p:cNvPr id="100397" name="Text Box 33">
              <a:extLst>
                <a:ext uri="{FF2B5EF4-FFF2-40B4-BE49-F238E27FC236}">
                  <a16:creationId xmlns:a16="http://schemas.microsoft.com/office/drawing/2014/main" id="{C850CA01-9739-4710-A500-8E17EDEE6F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3072"/>
              <a:ext cx="2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5400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97314" name="Text Box 34">
            <a:extLst>
              <a:ext uri="{FF2B5EF4-FFF2-40B4-BE49-F238E27FC236}">
                <a16:creationId xmlns:a16="http://schemas.microsoft.com/office/drawing/2014/main" id="{7E406D56-1A1C-4E3D-96C0-63D4E544F2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1925" y="5553075"/>
            <a:ext cx="68119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原码     不论正数</a:t>
            </a:r>
            <a:r>
              <a:rPr kumimoji="1" lang="zh-CN" altLang="en-US" sz="2800" b="1">
                <a:latin typeface="Times New Roman" panose="02020603050405020304" pitchFamily="18" charset="0"/>
              </a:rPr>
              <a:t>、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负数</a:t>
            </a:r>
            <a:r>
              <a:rPr kumimoji="1" lang="zh-CN" altLang="en-US" sz="2800" b="1">
                <a:latin typeface="Times New Roman" panose="02020603050405020304" pitchFamily="18" charset="0"/>
              </a:rPr>
              <a:t>，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第一数位为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97315" name="Text Box 35">
            <a:extLst>
              <a:ext uri="{FF2B5EF4-FFF2-40B4-BE49-F238E27FC236}">
                <a16:creationId xmlns:a16="http://schemas.microsoft.com/office/drawing/2014/main" id="{574536E9-1562-4CC0-A0C9-874EBF6949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1925" y="6162675"/>
            <a:ext cx="52276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补码     符号位和第 一数位不同</a:t>
            </a:r>
          </a:p>
        </p:txBody>
      </p:sp>
      <p:grpSp>
        <p:nvGrpSpPr>
          <p:cNvPr id="7" name="Group 36">
            <a:extLst>
              <a:ext uri="{FF2B5EF4-FFF2-40B4-BE49-F238E27FC236}">
                <a16:creationId xmlns:a16="http://schemas.microsoft.com/office/drawing/2014/main" id="{23E8AE2B-778A-41A0-AA4D-AAE5C186CABD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3048000"/>
            <a:ext cx="2514600" cy="554038"/>
            <a:chOff x="4032" y="1920"/>
            <a:chExt cx="1584" cy="349"/>
          </a:xfrm>
        </p:grpSpPr>
        <p:sp>
          <p:nvSpPr>
            <p:cNvPr id="100394" name="Text Box 37">
              <a:extLst>
                <a:ext uri="{FF2B5EF4-FFF2-40B4-BE49-F238E27FC236}">
                  <a16:creationId xmlns:a16="http://schemas.microsoft.com/office/drawing/2014/main" id="{938D727B-A94E-4C48-93AC-3B31B0ED98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2" y="1942"/>
              <a:ext cx="158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0.1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××      </a:t>
              </a:r>
              <a:r>
                <a:rPr kumimoji="1" lang="en-US" altLang="zh-CN" sz="14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×</a:t>
              </a:r>
            </a:p>
          </p:txBody>
        </p:sp>
        <p:sp>
          <p:nvSpPr>
            <p:cNvPr id="100395" name="Text Box 38">
              <a:extLst>
                <a:ext uri="{FF2B5EF4-FFF2-40B4-BE49-F238E27FC236}">
                  <a16:creationId xmlns:a16="http://schemas.microsoft.com/office/drawing/2014/main" id="{339D7964-29D7-4BB5-85B9-0AAE6C356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2" y="1920"/>
              <a:ext cx="2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1800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5865CAEF-831D-4928-A1AC-4DF076542B02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3652838"/>
            <a:ext cx="2005013" cy="538162"/>
            <a:chOff x="4224" y="2301"/>
            <a:chExt cx="1263" cy="339"/>
          </a:xfrm>
        </p:grpSpPr>
        <p:sp>
          <p:nvSpPr>
            <p:cNvPr id="100392" name="Text Box 40">
              <a:extLst>
                <a:ext uri="{FF2B5EF4-FFF2-40B4-BE49-F238E27FC236}">
                  <a16:creationId xmlns:a16="http://schemas.microsoft.com/office/drawing/2014/main" id="{BEA8FAC2-E439-43F5-855A-1AB8887746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" y="2313"/>
              <a:ext cx="126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1.1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××      ×</a:t>
              </a:r>
            </a:p>
          </p:txBody>
        </p:sp>
        <p:sp>
          <p:nvSpPr>
            <p:cNvPr id="100393" name="Text Box 41">
              <a:extLst>
                <a:ext uri="{FF2B5EF4-FFF2-40B4-BE49-F238E27FC236}">
                  <a16:creationId xmlns:a16="http://schemas.microsoft.com/office/drawing/2014/main" id="{A4E81916-432E-425F-8F37-011B9B4CB7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2" y="2301"/>
              <a:ext cx="2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1800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9" name="Group 42">
            <a:extLst>
              <a:ext uri="{FF2B5EF4-FFF2-40B4-BE49-F238E27FC236}">
                <a16:creationId xmlns:a16="http://schemas.microsoft.com/office/drawing/2014/main" id="{D03D0819-5529-49AD-A4DC-9B49AD425FA1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4162425"/>
            <a:ext cx="2005013" cy="561975"/>
            <a:chOff x="4224" y="2622"/>
            <a:chExt cx="1263" cy="354"/>
          </a:xfrm>
        </p:grpSpPr>
        <p:sp>
          <p:nvSpPr>
            <p:cNvPr id="100390" name="Text Box 43">
              <a:extLst>
                <a:ext uri="{FF2B5EF4-FFF2-40B4-BE49-F238E27FC236}">
                  <a16:creationId xmlns:a16="http://schemas.microsoft.com/office/drawing/2014/main" id="{027B1DA5-3A81-4629-B7D3-B3FF9F120B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" y="2649"/>
              <a:ext cx="126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1.0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××      ×</a:t>
              </a:r>
            </a:p>
          </p:txBody>
        </p:sp>
        <p:sp>
          <p:nvSpPr>
            <p:cNvPr id="100391" name="Text Box 44">
              <a:extLst>
                <a:ext uri="{FF2B5EF4-FFF2-40B4-BE49-F238E27FC236}">
                  <a16:creationId xmlns:a16="http://schemas.microsoft.com/office/drawing/2014/main" id="{5ACA32D8-CE93-42D9-BBD2-7F4E3C0B46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2" y="2622"/>
              <a:ext cx="2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1800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0" name="Group 45">
            <a:extLst>
              <a:ext uri="{FF2B5EF4-FFF2-40B4-BE49-F238E27FC236}">
                <a16:creationId xmlns:a16="http://schemas.microsoft.com/office/drawing/2014/main" id="{4C5F1303-FFF1-4140-B1F0-360A75BD23D9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4781550"/>
            <a:ext cx="2005013" cy="552450"/>
            <a:chOff x="4224" y="3012"/>
            <a:chExt cx="1263" cy="348"/>
          </a:xfrm>
        </p:grpSpPr>
        <p:sp>
          <p:nvSpPr>
            <p:cNvPr id="100388" name="Text Box 46">
              <a:extLst>
                <a:ext uri="{FF2B5EF4-FFF2-40B4-BE49-F238E27FC236}">
                  <a16:creationId xmlns:a16="http://schemas.microsoft.com/office/drawing/2014/main" id="{45EA3DF8-60F6-4220-A146-4F2E8F1260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" y="3033"/>
              <a:ext cx="126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1.0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××      ×</a:t>
              </a:r>
            </a:p>
          </p:txBody>
        </p:sp>
        <p:sp>
          <p:nvSpPr>
            <p:cNvPr id="100389" name="Text Box 47">
              <a:extLst>
                <a:ext uri="{FF2B5EF4-FFF2-40B4-BE49-F238E27FC236}">
                  <a16:creationId xmlns:a16="http://schemas.microsoft.com/office/drawing/2014/main" id="{D68A9A46-65E9-4AAC-85F8-E9B9B76DD7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2" y="3012"/>
              <a:ext cx="2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1800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1" name="Group 48">
            <a:extLst>
              <a:ext uri="{FF2B5EF4-FFF2-40B4-BE49-F238E27FC236}">
                <a16:creationId xmlns:a16="http://schemas.microsoft.com/office/drawing/2014/main" id="{AFD56B67-28F5-4F67-B074-9EE052A02192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3733800"/>
            <a:ext cx="4419600" cy="457200"/>
            <a:chOff x="1776" y="2352"/>
            <a:chExt cx="2784" cy="288"/>
          </a:xfrm>
        </p:grpSpPr>
        <p:sp>
          <p:nvSpPr>
            <p:cNvPr id="100386" name="AutoShape 49">
              <a:extLst>
                <a:ext uri="{FF2B5EF4-FFF2-40B4-BE49-F238E27FC236}">
                  <a16:creationId xmlns:a16="http://schemas.microsoft.com/office/drawing/2014/main" id="{DE6E4549-4C88-4B60-95C6-82E933B6E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2352"/>
              <a:ext cx="96" cy="288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100387" name="AutoShape 50">
              <a:extLst>
                <a:ext uri="{FF2B5EF4-FFF2-40B4-BE49-F238E27FC236}">
                  <a16:creationId xmlns:a16="http://schemas.microsoft.com/office/drawing/2014/main" id="{9754E679-CAAD-47D4-B3E1-BB940AAA8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2352"/>
              <a:ext cx="96" cy="288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grpSp>
        <p:nvGrpSpPr>
          <p:cNvPr id="12" name="Group 51">
            <a:extLst>
              <a:ext uri="{FF2B5EF4-FFF2-40B4-BE49-F238E27FC236}">
                <a16:creationId xmlns:a16="http://schemas.microsoft.com/office/drawing/2014/main" id="{B14B6408-46B9-421B-ACC1-6092E6D7E35D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4267200"/>
            <a:ext cx="4765675" cy="457200"/>
            <a:chOff x="1584" y="2688"/>
            <a:chExt cx="3002" cy="288"/>
          </a:xfrm>
        </p:grpSpPr>
        <p:sp>
          <p:nvSpPr>
            <p:cNvPr id="100384" name="AutoShape 52">
              <a:extLst>
                <a:ext uri="{FF2B5EF4-FFF2-40B4-BE49-F238E27FC236}">
                  <a16:creationId xmlns:a16="http://schemas.microsoft.com/office/drawing/2014/main" id="{3D370275-8876-4F2F-9B94-77D98A230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2688"/>
              <a:ext cx="295" cy="288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100385" name="AutoShape 53">
              <a:extLst>
                <a:ext uri="{FF2B5EF4-FFF2-40B4-BE49-F238E27FC236}">
                  <a16:creationId xmlns:a16="http://schemas.microsoft.com/office/drawing/2014/main" id="{11EC05EF-07A3-4316-BF13-776665D85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1" y="2688"/>
              <a:ext cx="295" cy="288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</p:grpSp>
      <p:sp>
        <p:nvSpPr>
          <p:cNvPr id="56" name="矩形 55">
            <a:extLst>
              <a:ext uri="{FF2B5EF4-FFF2-40B4-BE49-F238E27FC236}">
                <a16:creationId xmlns:a16="http://schemas.microsoft.com/office/drawing/2014/main" id="{63A06911-A61D-4640-A6A7-0F4B8A009628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97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97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97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97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97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97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97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97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97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97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97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97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2" dur="500"/>
                                        <p:tgtEl>
                                          <p:spTgt spid="97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2" dur="500"/>
                                        <p:tgtEl>
                                          <p:spTgt spid="97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2" dur="500"/>
                                        <p:tgtEl>
                                          <p:spTgt spid="97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 nodeType="clickPar">
                      <p:stCondLst>
                        <p:cond delay="indefinite"/>
                      </p:stCondLst>
                      <p:childTnLst>
                        <p:par>
                          <p:cTn id="1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2" dur="500"/>
                                        <p:tgtEl>
                                          <p:spTgt spid="97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283" grpId="0" autoUpdateAnimBg="0"/>
      <p:bldP spid="97284" grpId="0" autoUpdateAnimBg="0"/>
      <p:bldP spid="97290" grpId="0" autoUpdateAnimBg="0"/>
      <p:bldP spid="97291" grpId="0" autoUpdateAnimBg="0"/>
      <p:bldP spid="97292" grpId="0" autoUpdateAnimBg="0"/>
      <p:bldP spid="97293" grpId="0" autoUpdateAnimBg="0"/>
      <p:bldP spid="97294" grpId="0" autoUpdateAnimBg="0"/>
      <p:bldP spid="97295" grpId="0" autoUpdateAnimBg="0"/>
      <p:bldP spid="97296" grpId="0" autoUpdateAnimBg="0"/>
      <p:bldP spid="97297" grpId="0" autoUpdateAnimBg="0"/>
      <p:bldP spid="97298" grpId="0" autoUpdateAnimBg="0"/>
      <p:bldP spid="97299" grpId="0" autoUpdateAnimBg="0"/>
      <p:bldP spid="97300" grpId="0" autoUpdateAnimBg="0"/>
      <p:bldP spid="97301" grpId="0" autoUpdateAnimBg="0"/>
      <p:bldP spid="97314" grpId="0" autoUpdateAnimBg="0"/>
      <p:bldP spid="97315" grpId="0" autoUpdateAnimBg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Text Box 2">
            <a:extLst>
              <a:ext uri="{FF2B5EF4-FFF2-40B4-BE49-F238E27FC236}">
                <a16:creationId xmlns:a16="http://schemas.microsoft.com/office/drawing/2014/main" id="{F01D5699-3DA8-4E82-BAB8-E7A5A60EE8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00" y="231775"/>
            <a:ext cx="22860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 dirty="0">
                <a:latin typeface="Times New Roman" panose="02020603050405020304" pitchFamily="18" charset="0"/>
              </a:rPr>
              <a:t>例</a:t>
            </a:r>
            <a:r>
              <a:rPr kumimoji="1" lang="en-US" altLang="zh-CN" sz="3600" b="1" dirty="0">
                <a:latin typeface="Times New Roman" panose="02020603050405020304" pitchFamily="18" charset="0"/>
              </a:rPr>
              <a:t>2.5-2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04C1EF4C-8D06-4D80-9869-AFE91F2AADEC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247650"/>
            <a:ext cx="7861300" cy="1169988"/>
            <a:chOff x="720" y="156"/>
            <a:chExt cx="4952" cy="737"/>
          </a:xfrm>
        </p:grpSpPr>
        <p:sp>
          <p:nvSpPr>
            <p:cNvPr id="101406" name="Text Box 4">
              <a:extLst>
                <a:ext uri="{FF2B5EF4-FFF2-40B4-BE49-F238E27FC236}">
                  <a16:creationId xmlns:a16="http://schemas.microsoft.com/office/drawing/2014/main" id="{8A846AC6-9767-473B-AC77-6EA060CD46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1" y="156"/>
              <a:ext cx="362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= 0.1101</a:t>
              </a:r>
              <a:r>
                <a:rPr kumimoji="1" lang="en-US" altLang="zh-CN" sz="30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kumimoji="1" lang="en-US" altLang="zh-CN" sz="9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10</a:t>
              </a:r>
              <a:r>
                <a:rPr kumimoji="1" lang="en-US" altLang="zh-CN" b="1" baseline="45000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 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 = 0.1011</a:t>
              </a:r>
              <a:r>
                <a:rPr kumimoji="1" lang="en-US" altLang="zh-CN" sz="30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kumimoji="1" lang="en-US" altLang="zh-CN" sz="9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101407" name="Text Box 5">
              <a:extLst>
                <a:ext uri="{FF2B5EF4-FFF2-40B4-BE49-F238E27FC236}">
                  <a16:creationId xmlns:a16="http://schemas.microsoft.com/office/drawing/2014/main" id="{523C1F6C-4C54-444D-9801-ED768C50AE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528"/>
              <a:ext cx="49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b="1">
                  <a:latin typeface="Times New Roman" panose="02020603050405020304" pitchFamily="18" charset="0"/>
                </a:rPr>
                <a:t>求 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1000" b="1" i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b="1">
                  <a:latin typeface="Times New Roman" panose="02020603050405020304" pitchFamily="18" charset="0"/>
                </a:rPr>
                <a:t>+</a:t>
              </a:r>
              <a:r>
                <a:rPr kumimoji="1" lang="en-US" altLang="zh-CN" b="1" i="1">
                  <a:latin typeface="Times New Roman" panose="02020603050405020304" pitchFamily="18" charset="0"/>
                </a:rPr>
                <a:t>y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（除阶符、数符外，阶码取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3 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位，尾数取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6 </a:t>
              </a:r>
              <a:r>
                <a:rPr kumimoji="1" lang="zh-CN" altLang="en-US" sz="2400" b="1">
                  <a:latin typeface="Times New Roman" panose="02020603050405020304" pitchFamily="18" charset="0"/>
                </a:rPr>
                <a:t>位）</a:t>
              </a:r>
              <a:r>
                <a:rPr kumimoji="1" lang="zh-CN" altLang="en-US" sz="2800" b="1">
                  <a:latin typeface="Times New Roman" panose="02020603050405020304" pitchFamily="18" charset="0"/>
                </a:rPr>
                <a:t> </a:t>
              </a:r>
            </a:p>
          </p:txBody>
        </p:sp>
      </p:grpSp>
      <p:sp>
        <p:nvSpPr>
          <p:cNvPr id="100358" name="Text Box 6">
            <a:extLst>
              <a:ext uri="{FF2B5EF4-FFF2-40B4-BE49-F238E27FC236}">
                <a16:creationId xmlns:a16="http://schemas.microsoft.com/office/drawing/2014/main" id="{8E8600E0-2134-4E3F-BDF5-45D118E729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525" y="1374775"/>
            <a:ext cx="898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解：</a:t>
            </a:r>
          </a:p>
        </p:txBody>
      </p:sp>
      <p:sp>
        <p:nvSpPr>
          <p:cNvPr id="100359" name="Text Box 7">
            <a:extLst>
              <a:ext uri="{FF2B5EF4-FFF2-40B4-BE49-F238E27FC236}">
                <a16:creationId xmlns:a16="http://schemas.microsoft.com/office/drawing/2014/main" id="{D66F956E-7772-40ED-8187-935AE9E62C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1447800"/>
            <a:ext cx="34940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00, 010; 00. 110100</a:t>
            </a:r>
          </a:p>
        </p:txBody>
      </p:sp>
      <p:sp>
        <p:nvSpPr>
          <p:cNvPr id="100360" name="Text Box 8">
            <a:extLst>
              <a:ext uri="{FF2B5EF4-FFF2-40B4-BE49-F238E27FC236}">
                <a16:creationId xmlns:a16="http://schemas.microsoft.com/office/drawing/2014/main" id="{5B1024FF-5B1F-4B88-A151-7C3594BE68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1828800"/>
            <a:ext cx="3476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00, 001; 00. 101100</a:t>
            </a:r>
          </a:p>
        </p:txBody>
      </p:sp>
      <p:sp>
        <p:nvSpPr>
          <p:cNvPr id="100361" name="Text Box 9">
            <a:extLst>
              <a:ext uri="{FF2B5EF4-FFF2-40B4-BE49-F238E27FC236}">
                <a16:creationId xmlns:a16="http://schemas.microsoft.com/office/drawing/2014/main" id="{DEF0DE18-09B5-4471-BA98-644B0C93C5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3325" y="2362200"/>
            <a:ext cx="22256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①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对阶</a:t>
            </a:r>
          </a:p>
        </p:txBody>
      </p:sp>
      <p:sp>
        <p:nvSpPr>
          <p:cNvPr id="100362" name="Text Box 10">
            <a:extLst>
              <a:ext uri="{FF2B5EF4-FFF2-40B4-BE49-F238E27FC236}">
                <a16:creationId xmlns:a16="http://schemas.microsoft.com/office/drawing/2014/main" id="{DE80ACE8-2A5A-4661-A256-912BB55AD5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3325" y="4800600"/>
            <a:ext cx="29114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②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尾数求和</a:t>
            </a:r>
          </a:p>
        </p:txBody>
      </p:sp>
      <p:sp>
        <p:nvSpPr>
          <p:cNvPr id="100363" name="Text Box 11">
            <a:extLst>
              <a:ext uri="{FF2B5EF4-FFF2-40B4-BE49-F238E27FC236}">
                <a16:creationId xmlns:a16="http://schemas.microsoft.com/office/drawing/2014/main" id="{A8BDF868-E15D-4217-A057-9F49A29F5F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0075" y="2768600"/>
            <a:ext cx="3140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>
                <a:latin typeface="Times New Roman" panose="02020603050405020304" pitchFamily="18" charset="0"/>
              </a:rPr>
              <a:t>Δ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j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j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– [</a:t>
            </a:r>
            <a:r>
              <a:rPr kumimoji="1" lang="en-US" altLang="zh-CN" sz="24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j</a:t>
            </a:r>
            <a:r>
              <a:rPr kumimoji="1" lang="en-US" altLang="zh-CN" sz="2400" b="1" i="1" baseline="-25000"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100364" name="Text Box 12">
            <a:extLst>
              <a:ext uri="{FF2B5EF4-FFF2-40B4-BE49-F238E27FC236}">
                <a16:creationId xmlns:a16="http://schemas.microsoft.com/office/drawing/2014/main" id="{52806E21-B8E7-4475-BC22-4E3468BE20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5800" y="2768600"/>
            <a:ext cx="3200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=  00, 010</a:t>
            </a:r>
          </a:p>
        </p:txBody>
      </p:sp>
      <p:sp>
        <p:nvSpPr>
          <p:cNvPr id="100365" name="Text Box 13">
            <a:extLst>
              <a:ext uri="{FF2B5EF4-FFF2-40B4-BE49-F238E27FC236}">
                <a16:creationId xmlns:a16="http://schemas.microsoft.com/office/drawing/2014/main" id="{314A2C2A-429D-44A2-997F-310520F350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9800" y="3048000"/>
            <a:ext cx="1571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 11, 111</a:t>
            </a:r>
          </a:p>
        </p:txBody>
      </p:sp>
      <p:sp>
        <p:nvSpPr>
          <p:cNvPr id="100366" name="Text Box 14">
            <a:extLst>
              <a:ext uri="{FF2B5EF4-FFF2-40B4-BE49-F238E27FC236}">
                <a16:creationId xmlns:a16="http://schemas.microsoft.com/office/drawing/2014/main" id="{A93F7416-F3DA-44A5-AB20-F193A21D17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3600" y="3429000"/>
            <a:ext cx="2133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100, 001</a:t>
            </a:r>
          </a:p>
        </p:txBody>
      </p:sp>
      <p:sp>
        <p:nvSpPr>
          <p:cNvPr id="100367" name="AutoShape 15">
            <a:extLst>
              <a:ext uri="{FF2B5EF4-FFF2-40B4-BE49-F238E27FC236}">
                <a16:creationId xmlns:a16="http://schemas.microsoft.com/office/drawing/2014/main" id="{0A5BA4BD-4AFC-4209-A109-4626A30ED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3600" y="3495675"/>
            <a:ext cx="228600" cy="339725"/>
          </a:xfrm>
          <a:prstGeom prst="wedgeRoundRectCallout">
            <a:avLst>
              <a:gd name="adj1" fmla="val -162500"/>
              <a:gd name="adj2" fmla="val 50000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kumimoji="1" lang="zh-CN" altLang="zh-CN" sz="2400" b="1">
              <a:latin typeface="Times New Roman" panose="02020603050405020304" pitchFamily="18" charset="0"/>
            </a:endParaRPr>
          </a:p>
        </p:txBody>
      </p:sp>
      <p:sp>
        <p:nvSpPr>
          <p:cNvPr id="100368" name="Line 16">
            <a:extLst>
              <a:ext uri="{FF2B5EF4-FFF2-40B4-BE49-F238E27FC236}">
                <a16:creationId xmlns:a16="http://schemas.microsoft.com/office/drawing/2014/main" id="{3CC28EEB-E768-47B9-BB55-1F1CB19AE4B3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5800" y="3444875"/>
            <a:ext cx="14478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0369" name="Text Box 17">
            <a:extLst>
              <a:ext uri="{FF2B5EF4-FFF2-40B4-BE49-F238E27FC236}">
                <a16:creationId xmlns:a16="http://schemas.microsoft.com/office/drawing/2014/main" id="{C3EA1F1C-A43B-41C8-A8A4-804B5D831F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9125" y="3810000"/>
            <a:ext cx="2378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阶差为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+1</a:t>
            </a:r>
          </a:p>
        </p:txBody>
      </p:sp>
      <p:grpSp>
        <p:nvGrpSpPr>
          <p:cNvPr id="3" name="Group 18">
            <a:extLst>
              <a:ext uri="{FF2B5EF4-FFF2-40B4-BE49-F238E27FC236}">
                <a16:creationId xmlns:a16="http://schemas.microsoft.com/office/drawing/2014/main" id="{98A80121-EE83-4482-AA9D-F6E8DED062AA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3810000"/>
            <a:ext cx="3200400" cy="457200"/>
            <a:chOff x="2448" y="2400"/>
            <a:chExt cx="2016" cy="288"/>
          </a:xfrm>
        </p:grpSpPr>
        <p:sp>
          <p:nvSpPr>
            <p:cNvPr id="101404" name="Text Box 19">
              <a:extLst>
                <a:ext uri="{FF2B5EF4-FFF2-40B4-BE49-F238E27FC236}">
                  <a16:creationId xmlns:a16="http://schemas.microsoft.com/office/drawing/2014/main" id="{2CC46084-D6E7-4327-8050-8A61ECE63F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48" y="2400"/>
              <a:ext cx="201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∴ 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S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     1,   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j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+1</a:t>
              </a:r>
            </a:p>
          </p:txBody>
        </p:sp>
        <p:sp>
          <p:nvSpPr>
            <p:cNvPr id="101405" name="Line 20">
              <a:extLst>
                <a:ext uri="{FF2B5EF4-FFF2-40B4-BE49-F238E27FC236}">
                  <a16:creationId xmlns:a16="http://schemas.microsoft.com/office/drawing/2014/main" id="{C7238182-CDF5-4040-83DA-25F2AB622F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0" y="2544"/>
              <a:ext cx="28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00373" name="Text Box 21">
            <a:extLst>
              <a:ext uri="{FF2B5EF4-FFF2-40B4-BE49-F238E27FC236}">
                <a16:creationId xmlns:a16="http://schemas.microsoft.com/office/drawing/2014/main" id="{9AB2BC19-70F4-4795-B670-165EF1A4BC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0" y="4267200"/>
            <a:ext cx="5943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∴ [</a:t>
            </a:r>
            <a:r>
              <a:rPr kumimoji="1" lang="en-US" altLang="zh-CN" sz="2400" b="1" i="1">
                <a:solidFill>
                  <a:schemeClr val="folHlink"/>
                </a:solidFill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补</a:t>
            </a:r>
            <a:r>
              <a:rPr kumimoji="1" lang="en-US" altLang="zh-CN" sz="2000" b="1" baseline="-15000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'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 = 00, 010; 00. 010110</a:t>
            </a:r>
          </a:p>
        </p:txBody>
      </p:sp>
      <p:sp>
        <p:nvSpPr>
          <p:cNvPr id="100374" name="Text Box 22">
            <a:extLst>
              <a:ext uri="{FF2B5EF4-FFF2-40B4-BE49-F238E27FC236}">
                <a16:creationId xmlns:a16="http://schemas.microsoft.com/office/drawing/2014/main" id="{4B687204-FB24-46F1-87B0-FFA8A32D71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5257800"/>
            <a:ext cx="25542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S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zh-CN" altLang="en-US" sz="10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00. 110100</a:t>
            </a:r>
          </a:p>
        </p:txBody>
      </p:sp>
      <p:sp>
        <p:nvSpPr>
          <p:cNvPr id="100375" name="Text Box 23">
            <a:extLst>
              <a:ext uri="{FF2B5EF4-FFF2-40B4-BE49-F238E27FC236}">
                <a16:creationId xmlns:a16="http://schemas.microsoft.com/office/drawing/2014/main" id="{2BB8E527-3194-4776-BC1A-D391E4BDEF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5680075"/>
            <a:ext cx="3200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S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000" b="1" baseline="-25000">
                <a:latin typeface="Times New Roman" panose="02020603050405020304" pitchFamily="18" charset="0"/>
                <a:cs typeface="Times New Roman" panose="02020603050405020304" pitchFamily="18" charset="0"/>
              </a:rPr>
              <a:t>'</a:t>
            </a:r>
            <a:r>
              <a:rPr kumimoji="1" lang="en-US" altLang="zh-CN" sz="800" b="1">
                <a:latin typeface="Times New Roman" panose="02020603050405020304" pitchFamily="18" charset="0"/>
              </a:rPr>
              <a:t>  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00. 010110</a:t>
            </a:r>
          </a:p>
        </p:txBody>
      </p:sp>
      <p:sp>
        <p:nvSpPr>
          <p:cNvPr id="100376" name="Text Box 24">
            <a:extLst>
              <a:ext uri="{FF2B5EF4-FFF2-40B4-BE49-F238E27FC236}">
                <a16:creationId xmlns:a16="http://schemas.microsoft.com/office/drawing/2014/main" id="{1262B269-A834-4E17-AAD2-6C6565EE7D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60925" y="5729288"/>
            <a:ext cx="36734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对阶后的</a:t>
            </a:r>
            <a:r>
              <a:rPr kumimoji="1" lang="en-US" altLang="zh-CN" sz="20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 i="1">
                <a:latin typeface="Times New Roman" panose="02020603050405020304" pitchFamily="18" charset="0"/>
              </a:rPr>
              <a:t>S</a:t>
            </a:r>
            <a:r>
              <a:rPr kumimoji="1" lang="en-US" altLang="zh-CN" sz="2000" b="1" i="1" baseline="-25000">
                <a:latin typeface="Times New Roman" panose="02020603050405020304" pitchFamily="18" charset="0"/>
              </a:rPr>
              <a:t>y</a:t>
            </a:r>
            <a:r>
              <a:rPr kumimoji="1" lang="en-US" altLang="zh-CN" sz="20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000" b="1" baseline="-25000">
                <a:latin typeface="Times New Roman" panose="02020603050405020304" pitchFamily="18" charset="0"/>
                <a:cs typeface="Times New Roman" panose="02020603050405020304" pitchFamily="18" charset="0"/>
              </a:rPr>
              <a:t>'</a:t>
            </a:r>
            <a:endParaRPr kumimoji="1" lang="en-US" altLang="zh-CN" sz="2000" b="1" baseline="-25000">
              <a:latin typeface="Times New Roman" panose="02020603050405020304" pitchFamily="18" charset="0"/>
            </a:endParaRPr>
          </a:p>
        </p:txBody>
      </p:sp>
      <p:sp>
        <p:nvSpPr>
          <p:cNvPr id="100377" name="Line 25">
            <a:extLst>
              <a:ext uri="{FF2B5EF4-FFF2-40B4-BE49-F238E27FC236}">
                <a16:creationId xmlns:a16="http://schemas.microsoft.com/office/drawing/2014/main" id="{6C3D6399-D709-4DF9-B8CA-4FC9CB9A4EE9}"/>
              </a:ext>
            </a:extLst>
          </p:cNvPr>
          <p:cNvSpPr>
            <a:spLocks noChangeShapeType="1"/>
          </p:cNvSpPr>
          <p:nvPr/>
        </p:nvSpPr>
        <p:spPr bwMode="auto">
          <a:xfrm>
            <a:off x="1371600" y="6172200"/>
            <a:ext cx="32766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0378" name="Text Box 26">
            <a:extLst>
              <a:ext uri="{FF2B5EF4-FFF2-40B4-BE49-F238E27FC236}">
                <a16:creationId xmlns:a16="http://schemas.microsoft.com/office/drawing/2014/main" id="{18104CA6-C29C-4BFE-8747-4618767931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11475" y="6172200"/>
            <a:ext cx="1555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01. 001010</a:t>
            </a:r>
          </a:p>
        </p:txBody>
      </p:sp>
      <p:sp>
        <p:nvSpPr>
          <p:cNvPr id="100379" name="Text Box 27">
            <a:extLst>
              <a:ext uri="{FF2B5EF4-FFF2-40B4-BE49-F238E27FC236}">
                <a16:creationId xmlns:a16="http://schemas.microsoft.com/office/drawing/2014/main" id="{538AA4E6-D632-4450-8C01-BA6B9AF586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3850" y="5705475"/>
            <a:ext cx="387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00380" name="Text Box 28">
            <a:extLst>
              <a:ext uri="{FF2B5EF4-FFF2-40B4-BE49-F238E27FC236}">
                <a16:creationId xmlns:a16="http://schemas.microsoft.com/office/drawing/2014/main" id="{07ECBF85-246B-4896-B3BE-2F1292C47E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2150" y="3089275"/>
            <a:ext cx="3571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00381" name="Text Box 29">
            <a:extLst>
              <a:ext uri="{FF2B5EF4-FFF2-40B4-BE49-F238E27FC236}">
                <a16:creationId xmlns:a16="http://schemas.microsoft.com/office/drawing/2014/main" id="{E0357DB0-B832-4B92-A9FB-D55240B6A9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0600" y="6172200"/>
            <a:ext cx="35052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尾数溢出需右规</a:t>
            </a:r>
          </a:p>
        </p:txBody>
      </p:sp>
      <p:sp>
        <p:nvSpPr>
          <p:cNvPr id="101403" name="AutoShape 3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F1AABCC9-077B-4FC1-8C7B-893146127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sp>
        <p:nvSpPr>
          <p:cNvPr id="32" name="矩形 31">
            <a:extLst>
              <a:ext uri="{FF2B5EF4-FFF2-40B4-BE49-F238E27FC236}">
                <a16:creationId xmlns:a16="http://schemas.microsoft.com/office/drawing/2014/main" id="{6989A947-792F-441E-8A83-D39A8913F7DB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00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00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00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00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00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00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00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00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51" dur="500"/>
                                        <p:tgtEl>
                                          <p:spTgt spid="100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100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61" dur="500"/>
                                        <p:tgtEl>
                                          <p:spTgt spid="100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100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6" dur="500"/>
                                        <p:tgtEl>
                                          <p:spTgt spid="100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1" dur="500"/>
                                        <p:tgtEl>
                                          <p:spTgt spid="100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6" dur="500"/>
                                        <p:tgtEl>
                                          <p:spTgt spid="100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1" dur="500"/>
                                        <p:tgtEl>
                                          <p:spTgt spid="100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6" dur="500"/>
                                        <p:tgtEl>
                                          <p:spTgt spid="100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1" dur="500"/>
                                        <p:tgtEl>
                                          <p:spTgt spid="100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3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05" dur="500"/>
                                        <p:tgtEl>
                                          <p:spTgt spid="100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0" dur="500"/>
                                        <p:tgtEl>
                                          <p:spTgt spid="100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5" dur="500"/>
                                        <p:tgtEl>
                                          <p:spTgt spid="100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358" grpId="0" autoUpdateAnimBg="0"/>
      <p:bldP spid="100359" grpId="0" autoUpdateAnimBg="0"/>
      <p:bldP spid="100360" grpId="0" autoUpdateAnimBg="0"/>
      <p:bldP spid="100361" grpId="0" autoUpdateAnimBg="0"/>
      <p:bldP spid="100362" grpId="0" autoUpdateAnimBg="0"/>
      <p:bldP spid="100363" grpId="0" autoUpdateAnimBg="0"/>
      <p:bldP spid="100364" grpId="0" autoUpdateAnimBg="0"/>
      <p:bldP spid="100365" grpId="0" autoUpdateAnimBg="0"/>
      <p:bldP spid="100366" grpId="0" autoUpdateAnimBg="0"/>
      <p:bldP spid="100367" grpId="0" animBg="1" autoUpdateAnimBg="0"/>
      <p:bldP spid="100369" grpId="0" autoUpdateAnimBg="0"/>
      <p:bldP spid="100373" grpId="0" autoUpdateAnimBg="0"/>
      <p:bldP spid="100374" grpId="0" autoUpdateAnimBg="0"/>
      <p:bldP spid="100375" grpId="0" autoUpdateAnimBg="0"/>
      <p:bldP spid="100376" grpId="0" autoUpdateAnimBg="0"/>
      <p:bldP spid="100378" grpId="0" autoUpdateAnimBg="0"/>
      <p:bldP spid="100379" grpId="0" autoUpdateAnimBg="0"/>
      <p:bldP spid="100380" grpId="0" autoUpdateAnimBg="0"/>
      <p:bldP spid="100381" grpId="0" autoUpdateAnimBg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Text Box 2">
            <a:extLst>
              <a:ext uri="{FF2B5EF4-FFF2-40B4-BE49-F238E27FC236}">
                <a16:creationId xmlns:a16="http://schemas.microsoft.com/office/drawing/2014/main" id="{74CAD55C-FF8A-49FE-A4E3-950764BFBA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279400"/>
            <a:ext cx="251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③ </a:t>
            </a:r>
            <a:r>
              <a:rPr kumimoji="1" lang="zh-CN" altLang="en-US" b="1">
                <a:latin typeface="Times New Roman" panose="02020603050405020304" pitchFamily="18" charset="0"/>
              </a:rPr>
              <a:t>右规</a:t>
            </a:r>
          </a:p>
        </p:txBody>
      </p:sp>
      <p:sp>
        <p:nvSpPr>
          <p:cNvPr id="101379" name="Text Box 3">
            <a:extLst>
              <a:ext uri="{FF2B5EF4-FFF2-40B4-BE49-F238E27FC236}">
                <a16:creationId xmlns:a16="http://schemas.microsoft.com/office/drawing/2014/main" id="{41B70772-6AA8-4B1C-B905-4212A6476E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4725" y="990600"/>
            <a:ext cx="62642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900" b="1" i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+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00, 010; 01. 001010</a:t>
            </a:r>
          </a:p>
        </p:txBody>
      </p:sp>
      <p:sp>
        <p:nvSpPr>
          <p:cNvPr id="101380" name="Text Box 4">
            <a:extLst>
              <a:ext uri="{FF2B5EF4-FFF2-40B4-BE49-F238E27FC236}">
                <a16:creationId xmlns:a16="http://schemas.microsoft.com/office/drawing/2014/main" id="{43CD4733-6F5C-4C7F-82EA-54F27A3E8A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2300288"/>
            <a:ext cx="5791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900" b="1" i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+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00, 011; 00. 100101</a:t>
            </a:r>
          </a:p>
        </p:txBody>
      </p:sp>
      <p:sp>
        <p:nvSpPr>
          <p:cNvPr id="101381" name="Text Box 5">
            <a:extLst>
              <a:ext uri="{FF2B5EF4-FFF2-40B4-BE49-F238E27FC236}">
                <a16:creationId xmlns:a16="http://schemas.microsoft.com/office/drawing/2014/main" id="{29B81A00-22BE-457B-BBAB-8F90D2ADB5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25" y="1644650"/>
            <a:ext cx="40544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右规后</a:t>
            </a:r>
          </a:p>
        </p:txBody>
      </p:sp>
      <p:sp>
        <p:nvSpPr>
          <p:cNvPr id="102406" name="Text Box 6">
            <a:extLst>
              <a:ext uri="{FF2B5EF4-FFF2-40B4-BE49-F238E27FC236}">
                <a16:creationId xmlns:a16="http://schemas.microsoft.com/office/drawing/2014/main" id="{15837C24-B9EE-451E-AC40-7B89EC9D43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7725" y="3016250"/>
            <a:ext cx="1841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kumimoji="1" lang="zh-CN" altLang="zh-CN" sz="2800" b="1">
              <a:latin typeface="Times New Roman" panose="02020603050405020304" pitchFamily="18" charset="0"/>
            </a:endParaRPr>
          </a:p>
        </p:txBody>
      </p:sp>
      <p:sp>
        <p:nvSpPr>
          <p:cNvPr id="101383" name="Text Box 7">
            <a:extLst>
              <a:ext uri="{FF2B5EF4-FFF2-40B4-BE49-F238E27FC236}">
                <a16:creationId xmlns:a16="http://schemas.microsoft.com/office/drawing/2014/main" id="{ED63D45D-FD36-4DB2-AE79-5BECBFA0C2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2947988"/>
            <a:ext cx="586740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∴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900" b="1" i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+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0. 100101</a:t>
            </a:r>
            <a:r>
              <a:rPr kumimoji="1" lang="en-US" altLang="zh-CN" sz="900" b="1">
                <a:latin typeface="Times New Roman" panose="02020603050405020304" pitchFamily="18" charset="0"/>
              </a:rPr>
              <a:t> </a:t>
            </a:r>
            <a:r>
              <a:rPr kumimoji="1" lang="en-US" altLang="zh-CN" sz="3000" b="1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kumimoji="1" lang="en-US" altLang="zh-CN" sz="9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2</a:t>
            </a:r>
            <a:r>
              <a:rPr kumimoji="1" lang="en-US" altLang="zh-CN" sz="2400" b="1" baseline="45000">
                <a:latin typeface="Times New Roman" panose="02020603050405020304" pitchFamily="18" charset="0"/>
              </a:rPr>
              <a:t>11</a:t>
            </a:r>
          </a:p>
        </p:txBody>
      </p:sp>
      <p:sp>
        <p:nvSpPr>
          <p:cNvPr id="101384" name="Text Box 8">
            <a:extLst>
              <a:ext uri="{FF2B5EF4-FFF2-40B4-BE49-F238E27FC236}">
                <a16:creationId xmlns:a16="http://schemas.microsoft.com/office/drawing/2014/main" id="{8112731B-8B3A-48D3-A2F6-ED7EC4051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125" y="3482975"/>
            <a:ext cx="32162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4.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舍入</a:t>
            </a:r>
          </a:p>
        </p:txBody>
      </p:sp>
      <p:sp>
        <p:nvSpPr>
          <p:cNvPr id="101385" name="Text Box 9">
            <a:extLst>
              <a:ext uri="{FF2B5EF4-FFF2-40B4-BE49-F238E27FC236}">
                <a16:creationId xmlns:a16="http://schemas.microsoft.com/office/drawing/2014/main" id="{F3177AD7-94F0-4021-B1B3-34243F8D59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078288"/>
            <a:ext cx="8305800" cy="1203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在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对阶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和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右规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过程中，可能出现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尾数末位丢失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引起误差，需考虑舍入</a:t>
            </a:r>
          </a:p>
        </p:txBody>
      </p:sp>
      <p:sp>
        <p:nvSpPr>
          <p:cNvPr id="101386" name="Text Box 10">
            <a:extLst>
              <a:ext uri="{FF2B5EF4-FFF2-40B4-BE49-F238E27FC236}">
                <a16:creationId xmlns:a16="http://schemas.microsoft.com/office/drawing/2014/main" id="{34EABD9F-5AE2-4FDA-B416-FFA7A752A7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25" y="5400675"/>
            <a:ext cx="32162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(1)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0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舍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1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入法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101387" name="Text Box 11">
            <a:extLst>
              <a:ext uri="{FF2B5EF4-FFF2-40B4-BE49-F238E27FC236}">
                <a16:creationId xmlns:a16="http://schemas.microsoft.com/office/drawing/2014/main" id="{78255C93-4C9F-414B-85B7-1E774BBB02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25" y="6086475"/>
            <a:ext cx="35972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(2)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恒置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“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1”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法</a:t>
            </a:r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0152A7AF-0DF3-42FB-BEE4-269FD6D526FB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01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01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01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01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01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01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01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01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379" grpId="0" autoUpdateAnimBg="0"/>
      <p:bldP spid="101380" grpId="0" autoUpdateAnimBg="0"/>
      <p:bldP spid="101381" grpId="0" autoUpdateAnimBg="0"/>
      <p:bldP spid="101383" grpId="0" autoUpdateAnimBg="0"/>
      <p:bldP spid="101384" grpId="0" autoUpdateAnimBg="0"/>
      <p:bldP spid="101385" grpId="0" autoUpdateAnimBg="0"/>
      <p:bldP spid="101386" grpId="0" autoUpdateAnimBg="0"/>
      <p:bldP spid="101387" grpId="0" autoUpdateAnimBg="0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Text Box 2">
            <a:extLst>
              <a:ext uri="{FF2B5EF4-FFF2-40B4-BE49-F238E27FC236}">
                <a16:creationId xmlns:a16="http://schemas.microsoft.com/office/drawing/2014/main" id="{900A2713-6103-4874-B191-566EDF7E3F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460375"/>
            <a:ext cx="1609736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 dirty="0">
                <a:latin typeface="Times New Roman" panose="02020603050405020304" pitchFamily="18" charset="0"/>
              </a:rPr>
              <a:t>例</a:t>
            </a:r>
            <a:r>
              <a:rPr kumimoji="1" lang="en-US" altLang="zh-CN" sz="3600" b="1" dirty="0">
                <a:latin typeface="Times New Roman" panose="02020603050405020304" pitchFamily="18" charset="0"/>
              </a:rPr>
              <a:t>2.5-3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3444E727-05B3-480E-BCAB-66AF5A3C13CF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457200"/>
            <a:ext cx="7631113" cy="1204913"/>
            <a:chOff x="912" y="288"/>
            <a:chExt cx="4807" cy="759"/>
          </a:xfrm>
        </p:grpSpPr>
        <p:sp>
          <p:nvSpPr>
            <p:cNvPr id="103447" name="Text Box 4">
              <a:extLst>
                <a:ext uri="{FF2B5EF4-FFF2-40B4-BE49-F238E27FC236}">
                  <a16:creationId xmlns:a16="http://schemas.microsoft.com/office/drawing/2014/main" id="{A89E4BCB-1C1D-4D66-8622-4387B8D8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26" y="352"/>
              <a:ext cx="285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= (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—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)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×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-5   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 i="1"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 = (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—)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×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-4 </a:t>
              </a:r>
            </a:p>
          </p:txBody>
        </p:sp>
        <p:sp>
          <p:nvSpPr>
            <p:cNvPr id="103448" name="Text Box 5">
              <a:extLst>
                <a:ext uri="{FF2B5EF4-FFF2-40B4-BE49-F238E27FC236}">
                  <a16:creationId xmlns:a16="http://schemas.microsoft.com/office/drawing/2014/main" id="{2A4B5037-A85B-472C-9841-0360BF5204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2" y="288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5</a:t>
              </a:r>
            </a:p>
          </p:txBody>
        </p:sp>
        <p:sp>
          <p:nvSpPr>
            <p:cNvPr id="103449" name="Text Box 6">
              <a:extLst>
                <a:ext uri="{FF2B5EF4-FFF2-40B4-BE49-F238E27FC236}">
                  <a16:creationId xmlns:a16="http://schemas.microsoft.com/office/drawing/2014/main" id="{DEA85450-843B-41F4-84A8-E328EC22E3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2" y="50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8</a:t>
              </a:r>
            </a:p>
          </p:txBody>
        </p:sp>
        <p:sp>
          <p:nvSpPr>
            <p:cNvPr id="103450" name="Text Box 7">
              <a:extLst>
                <a:ext uri="{FF2B5EF4-FFF2-40B4-BE49-F238E27FC236}">
                  <a16:creationId xmlns:a16="http://schemas.microsoft.com/office/drawing/2014/main" id="{F479AD05-40ED-4163-82F2-4C027EF21F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6" y="288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103451" name="Text Box 8">
              <a:extLst>
                <a:ext uri="{FF2B5EF4-FFF2-40B4-BE49-F238E27FC236}">
                  <a16:creationId xmlns:a16="http://schemas.microsoft.com/office/drawing/2014/main" id="{09E5A18F-954A-4D75-90D3-C862A6B20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6" y="50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8</a:t>
              </a:r>
            </a:p>
          </p:txBody>
        </p:sp>
        <p:sp>
          <p:nvSpPr>
            <p:cNvPr id="103452" name="Text Box 9">
              <a:extLst>
                <a:ext uri="{FF2B5EF4-FFF2-40B4-BE49-F238E27FC236}">
                  <a16:creationId xmlns:a16="http://schemas.microsoft.com/office/drawing/2014/main" id="{92D1376D-C66D-428A-BEAE-CB4B901CF3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2" y="720"/>
              <a:ext cx="480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800" b="1" dirty="0">
                  <a:latin typeface="Times New Roman" panose="02020603050405020304" pitchFamily="18" charset="0"/>
                </a:rPr>
                <a:t>求 </a:t>
              </a:r>
              <a:r>
                <a:rPr kumimoji="1" lang="en-US" altLang="zh-CN" sz="2800" b="1" i="1" dirty="0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900" b="1" i="1" dirty="0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8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9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sz="2800" b="1" i="1" dirty="0">
                  <a:latin typeface="Times New Roman" panose="02020603050405020304" pitchFamily="18" charset="0"/>
                </a:rPr>
                <a:t>y</a:t>
              </a:r>
              <a:r>
                <a:rPr kumimoji="1" lang="zh-CN" altLang="en-US" sz="2400" b="1" dirty="0">
                  <a:latin typeface="Times New Roman" panose="02020603050405020304" pitchFamily="18" charset="0"/>
                </a:rPr>
                <a:t>（除阶符、数符外，阶码取 </a:t>
              </a:r>
              <a:r>
                <a:rPr kumimoji="1" lang="en-US" altLang="zh-CN" sz="2400" b="1" dirty="0">
                  <a:latin typeface="Times New Roman" panose="02020603050405020304" pitchFamily="18" charset="0"/>
                </a:rPr>
                <a:t>3 </a:t>
              </a:r>
              <a:r>
                <a:rPr kumimoji="1" lang="zh-CN" altLang="en-US" sz="2400" b="1" dirty="0">
                  <a:latin typeface="Times New Roman" panose="02020603050405020304" pitchFamily="18" charset="0"/>
                </a:rPr>
                <a:t>位，尾数取 </a:t>
              </a:r>
              <a:r>
                <a:rPr kumimoji="1" lang="en-US" altLang="zh-CN" sz="2400" b="1" dirty="0">
                  <a:latin typeface="Times New Roman" panose="02020603050405020304" pitchFamily="18" charset="0"/>
                </a:rPr>
                <a:t>6 </a:t>
              </a:r>
              <a:r>
                <a:rPr kumimoji="1" lang="zh-CN" altLang="en-US" sz="2400" b="1" dirty="0">
                  <a:latin typeface="Times New Roman" panose="02020603050405020304" pitchFamily="18" charset="0"/>
                </a:rPr>
                <a:t>位）</a:t>
              </a:r>
            </a:p>
          </p:txBody>
        </p:sp>
      </p:grpSp>
      <p:sp>
        <p:nvSpPr>
          <p:cNvPr id="102410" name="Text Box 10">
            <a:extLst>
              <a:ext uri="{FF2B5EF4-FFF2-40B4-BE49-F238E27FC236}">
                <a16:creationId xmlns:a16="http://schemas.microsoft.com/office/drawing/2014/main" id="{9873646D-9692-474F-BFCB-141C8C9F0F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7525" y="1766888"/>
            <a:ext cx="898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解：</a:t>
            </a:r>
          </a:p>
        </p:txBody>
      </p:sp>
      <p:sp>
        <p:nvSpPr>
          <p:cNvPr id="102411" name="Text Box 11">
            <a:extLst>
              <a:ext uri="{FF2B5EF4-FFF2-40B4-BE49-F238E27FC236}">
                <a16:creationId xmlns:a16="http://schemas.microsoft.com/office/drawing/2014/main" id="{3B69245B-ED01-4789-BEDD-AA8F7AC7E7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2438400"/>
            <a:ext cx="34940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11, 011; 11. 011000</a:t>
            </a:r>
          </a:p>
        </p:txBody>
      </p:sp>
      <p:sp>
        <p:nvSpPr>
          <p:cNvPr id="102412" name="Text Box 12">
            <a:extLst>
              <a:ext uri="{FF2B5EF4-FFF2-40B4-BE49-F238E27FC236}">
                <a16:creationId xmlns:a16="http://schemas.microsoft.com/office/drawing/2014/main" id="{4F7875C8-1B8B-426D-9A52-CE68B5F016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2438400"/>
            <a:ext cx="3476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11, 100; 00. 111000</a:t>
            </a:r>
          </a:p>
        </p:txBody>
      </p:sp>
      <p:sp>
        <p:nvSpPr>
          <p:cNvPr id="102413" name="Text Box 13">
            <a:extLst>
              <a:ext uri="{FF2B5EF4-FFF2-40B4-BE49-F238E27FC236}">
                <a16:creationId xmlns:a16="http://schemas.microsoft.com/office/drawing/2014/main" id="{BC56B2CF-1038-40AC-8F4B-1CBDDEA6C7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3325" y="3073400"/>
            <a:ext cx="11795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① </a:t>
            </a:r>
            <a:r>
              <a:rPr kumimoji="1" lang="zh-CN" altLang="en-US" sz="2400" b="1">
                <a:latin typeface="Times New Roman" panose="02020603050405020304" pitchFamily="18" charset="0"/>
              </a:rPr>
              <a:t>对阶</a:t>
            </a:r>
          </a:p>
        </p:txBody>
      </p:sp>
      <p:sp>
        <p:nvSpPr>
          <p:cNvPr id="102414" name="Text Box 14">
            <a:extLst>
              <a:ext uri="{FF2B5EF4-FFF2-40B4-BE49-F238E27FC236}">
                <a16:creationId xmlns:a16="http://schemas.microsoft.com/office/drawing/2014/main" id="{E784F30B-FE6D-4E65-9EDB-6BCE6FB100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2925" y="3632200"/>
            <a:ext cx="2693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[</a:t>
            </a:r>
            <a:r>
              <a:rPr kumimoji="1" lang="en-US" altLang="zh-CN" sz="2000" b="1">
                <a:latin typeface="Times New Roman" panose="02020603050405020304" pitchFamily="18" charset="0"/>
              </a:rPr>
              <a:t>Δ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j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</a:rPr>
              <a:t>= [</a:t>
            </a:r>
            <a:r>
              <a:rPr kumimoji="1" lang="en-US" altLang="zh-CN" sz="2400" b="1" i="1">
                <a:latin typeface="Times New Roman" panose="02020603050405020304" pitchFamily="18" charset="0"/>
              </a:rPr>
              <a:t>j</a:t>
            </a:r>
            <a:r>
              <a:rPr kumimoji="1" lang="en-US" altLang="zh-CN" sz="2400" b="1" i="1" baseline="-25000"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– [</a:t>
            </a:r>
            <a:r>
              <a:rPr kumimoji="1" lang="en-US" altLang="zh-CN" sz="24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j</a:t>
            </a:r>
            <a:r>
              <a:rPr kumimoji="1" lang="en-US" altLang="zh-CN" sz="2400" b="1" i="1" baseline="-25000"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400" b="1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102415" name="Text Box 15">
            <a:extLst>
              <a:ext uri="{FF2B5EF4-FFF2-40B4-BE49-F238E27FC236}">
                <a16:creationId xmlns:a16="http://schemas.microsoft.com/office/drawing/2014/main" id="{B2CBD332-C048-401E-955F-3AA8796F09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35475" y="3667125"/>
            <a:ext cx="18891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=  11, 011</a:t>
            </a:r>
          </a:p>
        </p:txBody>
      </p:sp>
      <p:sp>
        <p:nvSpPr>
          <p:cNvPr id="102416" name="Text Box 16">
            <a:extLst>
              <a:ext uri="{FF2B5EF4-FFF2-40B4-BE49-F238E27FC236}">
                <a16:creationId xmlns:a16="http://schemas.microsoft.com/office/drawing/2014/main" id="{20DF4E29-3A2B-40D1-905D-933AB13FA1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68838" y="4038600"/>
            <a:ext cx="21891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 00, 100</a:t>
            </a:r>
          </a:p>
        </p:txBody>
      </p:sp>
      <p:sp>
        <p:nvSpPr>
          <p:cNvPr id="102417" name="Text Box 17">
            <a:extLst>
              <a:ext uri="{FF2B5EF4-FFF2-40B4-BE49-F238E27FC236}">
                <a16:creationId xmlns:a16="http://schemas.microsoft.com/office/drawing/2014/main" id="{AF2DD902-2440-4A32-87D8-8300B7277A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713" y="4495800"/>
            <a:ext cx="16398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 11, 111</a:t>
            </a:r>
          </a:p>
        </p:txBody>
      </p:sp>
      <p:sp>
        <p:nvSpPr>
          <p:cNvPr id="102418" name="Line 18">
            <a:extLst>
              <a:ext uri="{FF2B5EF4-FFF2-40B4-BE49-F238E27FC236}">
                <a16:creationId xmlns:a16="http://schemas.microsoft.com/office/drawing/2014/main" id="{37230410-526B-43E3-9B12-072F1959FEA2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9600" y="4495800"/>
            <a:ext cx="1447800" cy="0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2419" name="Text Box 19">
            <a:extLst>
              <a:ext uri="{FF2B5EF4-FFF2-40B4-BE49-F238E27FC236}">
                <a16:creationId xmlns:a16="http://schemas.microsoft.com/office/drawing/2014/main" id="{06E03681-D1E7-4B19-95E4-654D62F7CC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9125" y="5181600"/>
            <a:ext cx="14843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Times New Roman" panose="02020603050405020304" pitchFamily="18" charset="0"/>
              </a:rPr>
              <a:t>阶差为 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400" b="1">
                <a:latin typeface="Times New Roman" panose="02020603050405020304" pitchFamily="18" charset="0"/>
              </a:rPr>
              <a:t>1</a:t>
            </a:r>
          </a:p>
        </p:txBody>
      </p:sp>
      <p:grpSp>
        <p:nvGrpSpPr>
          <p:cNvPr id="3" name="Group 20">
            <a:extLst>
              <a:ext uri="{FF2B5EF4-FFF2-40B4-BE49-F238E27FC236}">
                <a16:creationId xmlns:a16="http://schemas.microsoft.com/office/drawing/2014/main" id="{DEADA4FA-AA7C-4606-88D2-4AA88D69706C}"/>
              </a:ext>
            </a:extLst>
          </p:cNvPr>
          <p:cNvGrpSpPr>
            <a:grpSpLocks/>
          </p:cNvGrpSpPr>
          <p:nvPr/>
        </p:nvGrpSpPr>
        <p:grpSpPr bwMode="auto">
          <a:xfrm>
            <a:off x="3946525" y="5181600"/>
            <a:ext cx="2379663" cy="457200"/>
            <a:chOff x="2486" y="3072"/>
            <a:chExt cx="1499" cy="288"/>
          </a:xfrm>
        </p:grpSpPr>
        <p:sp>
          <p:nvSpPr>
            <p:cNvPr id="103445" name="Text Box 21">
              <a:extLst>
                <a:ext uri="{FF2B5EF4-FFF2-40B4-BE49-F238E27FC236}">
                  <a16:creationId xmlns:a16="http://schemas.microsoft.com/office/drawing/2014/main" id="{E1C86293-919A-4475-A98E-3219EADF05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86" y="3072"/>
              <a:ext cx="149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∴ 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S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      1,    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j</a:t>
              </a:r>
              <a:r>
                <a:rPr kumimoji="1" lang="en-US" altLang="zh-CN" sz="2400" b="1" i="1" baseline="-25000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+</a:t>
              </a:r>
              <a:r>
                <a:rPr kumimoji="1" lang="en-US" altLang="zh-CN" sz="1200" b="1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03446" name="Line 22">
              <a:extLst>
                <a:ext uri="{FF2B5EF4-FFF2-40B4-BE49-F238E27FC236}">
                  <a16:creationId xmlns:a16="http://schemas.microsoft.com/office/drawing/2014/main" id="{2ED5E343-DF61-4E9B-98EB-56317FC96B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3216"/>
              <a:ext cx="28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02423" name="Text Box 23">
            <a:extLst>
              <a:ext uri="{FF2B5EF4-FFF2-40B4-BE49-F238E27FC236}">
                <a16:creationId xmlns:a16="http://schemas.microsoft.com/office/drawing/2014/main" id="{52FCD8EA-D929-4E82-8613-CC5794848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0825" y="5943600"/>
            <a:ext cx="39227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∴ [</a:t>
            </a:r>
            <a:r>
              <a:rPr kumimoji="1" lang="en-US" altLang="zh-CN" sz="2400" b="1" i="1">
                <a:solidFill>
                  <a:schemeClr val="folHlink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]</a:t>
            </a:r>
            <a:r>
              <a:rPr kumimoji="1" lang="zh-CN" altLang="en-US" sz="2000" b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补</a:t>
            </a:r>
            <a:r>
              <a:rPr kumimoji="1" lang="en-US" altLang="zh-CN" sz="2000" b="1" baseline="-25000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'</a:t>
            </a:r>
            <a:r>
              <a:rPr kumimoji="1" lang="en-US" altLang="zh-CN" sz="2400" b="1">
                <a:solidFill>
                  <a:schemeClr val="folHlink"/>
                </a:solidFill>
                <a:latin typeface="Times New Roman" panose="02020603050405020304" pitchFamily="18" charset="0"/>
              </a:rPr>
              <a:t> = 11, 100; 11. 101100</a:t>
            </a:r>
          </a:p>
        </p:txBody>
      </p:sp>
      <p:sp>
        <p:nvSpPr>
          <p:cNvPr id="102424" name="Text Box 24">
            <a:extLst>
              <a:ext uri="{FF2B5EF4-FFF2-40B4-BE49-F238E27FC236}">
                <a16:creationId xmlns:a16="http://schemas.microsoft.com/office/drawing/2014/main" id="{BA5D389F-42E7-4A22-9055-C29918EFB3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1819275"/>
            <a:ext cx="309721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(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– 0.101000)</a:t>
            </a:r>
            <a:r>
              <a:rPr kumimoji="1" lang="en-US" altLang="zh-CN" sz="2400" b="1">
                <a:latin typeface="Times New Roman" panose="02020603050405020304" pitchFamily="18" charset="0"/>
              </a:rPr>
              <a:t>×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en-US" altLang="zh-CN" sz="2000" b="1" baseline="45000">
                <a:latin typeface="Times New Roman" panose="02020603050405020304" pitchFamily="18" charset="0"/>
                <a:cs typeface="Times New Roman" panose="02020603050405020304" pitchFamily="18" charset="0"/>
              </a:rPr>
              <a:t>-101</a:t>
            </a:r>
          </a:p>
        </p:txBody>
      </p:sp>
      <p:sp>
        <p:nvSpPr>
          <p:cNvPr id="102425" name="Text Box 25">
            <a:extLst>
              <a:ext uri="{FF2B5EF4-FFF2-40B4-BE49-F238E27FC236}">
                <a16:creationId xmlns:a16="http://schemas.microsoft.com/office/drawing/2014/main" id="{5602E086-AAD3-433A-A5F1-74D1546A62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7188" y="1828800"/>
            <a:ext cx="292258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(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 0.111000)</a:t>
            </a:r>
            <a:r>
              <a:rPr kumimoji="1" lang="en-US" altLang="zh-CN" sz="2400" b="1">
                <a:latin typeface="Times New Roman" panose="02020603050405020304" pitchFamily="18" charset="0"/>
              </a:rPr>
              <a:t>×</a:t>
            </a:r>
            <a:r>
              <a:rPr kumimoji="1" lang="en-US" altLang="zh-CN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en-US" altLang="zh-CN" sz="2000" b="1" baseline="45000">
                <a:latin typeface="Times New Roman" panose="02020603050405020304" pitchFamily="18" charset="0"/>
                <a:cs typeface="Times New Roman" panose="02020603050405020304" pitchFamily="18" charset="0"/>
              </a:rPr>
              <a:t>-100</a:t>
            </a:r>
          </a:p>
        </p:txBody>
      </p:sp>
      <p:sp>
        <p:nvSpPr>
          <p:cNvPr id="102426" name="Text Box 26">
            <a:extLst>
              <a:ext uri="{FF2B5EF4-FFF2-40B4-BE49-F238E27FC236}">
                <a16:creationId xmlns:a16="http://schemas.microsoft.com/office/drawing/2014/main" id="{74DBC69D-483E-4427-B5D9-EB09E5CB4A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9600" y="4038600"/>
            <a:ext cx="3571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03444" name="AutoShape 28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A1B18F63-76B1-445E-91B0-DD409374B4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7D56E5AD-2E5D-425A-A3AD-FFF0638E3F0C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02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02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02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02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02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02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02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02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102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102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61" dur="500"/>
                                        <p:tgtEl>
                                          <p:spTgt spid="10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102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1" dur="500"/>
                                        <p:tgtEl>
                                          <p:spTgt spid="10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1" dur="500"/>
                                        <p:tgtEl>
                                          <p:spTgt spid="102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410" grpId="0" autoUpdateAnimBg="0"/>
      <p:bldP spid="102411" grpId="0" autoUpdateAnimBg="0"/>
      <p:bldP spid="102412" grpId="0" autoUpdateAnimBg="0"/>
      <p:bldP spid="102413" grpId="0" autoUpdateAnimBg="0"/>
      <p:bldP spid="102414" grpId="0" autoUpdateAnimBg="0"/>
      <p:bldP spid="102415" grpId="0" autoUpdateAnimBg="0"/>
      <p:bldP spid="102416" grpId="0" autoUpdateAnimBg="0"/>
      <p:bldP spid="102417" grpId="0" autoUpdateAnimBg="0"/>
      <p:bldP spid="102419" grpId="0" autoUpdateAnimBg="0"/>
      <p:bldP spid="102423" grpId="0" autoUpdateAnimBg="0"/>
      <p:bldP spid="102424" grpId="0" autoUpdateAnimBg="0"/>
      <p:bldP spid="102425" grpId="0" autoUpdateAnimBg="0"/>
      <p:bldP spid="102426" grpId="0" autoUpdateAnimBg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Text Box 2">
            <a:extLst>
              <a:ext uri="{FF2B5EF4-FFF2-40B4-BE49-F238E27FC236}">
                <a16:creationId xmlns:a16="http://schemas.microsoft.com/office/drawing/2014/main" id="{D0B5ABA2-DD82-42A8-8B88-D8979099CB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511175"/>
            <a:ext cx="37544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② </a:t>
            </a:r>
            <a:r>
              <a:rPr kumimoji="1" lang="zh-CN" altLang="en-US" b="1">
                <a:latin typeface="Times New Roman" panose="02020603050405020304" pitchFamily="18" charset="0"/>
              </a:rPr>
              <a:t>尾数求和</a:t>
            </a:r>
          </a:p>
        </p:txBody>
      </p:sp>
      <p:sp>
        <p:nvSpPr>
          <p:cNvPr id="103427" name="Text Box 3">
            <a:extLst>
              <a:ext uri="{FF2B5EF4-FFF2-40B4-BE49-F238E27FC236}">
                <a16:creationId xmlns:a16="http://schemas.microsoft.com/office/drawing/2014/main" id="{1A0CB19C-E622-4119-BE96-B09715B2CE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1143000"/>
            <a:ext cx="30305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S</a:t>
            </a:r>
            <a:r>
              <a:rPr kumimoji="1" lang="en-US" altLang="zh-CN" sz="2800" b="1" i="1" baseline="-25000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en-US" altLang="zh-CN" sz="2400" b="1" baseline="-25000">
                <a:cs typeface="Arial" panose="020B0604020202020204" pitchFamily="34" charset="0"/>
              </a:rPr>
              <a:t>´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</a:t>
            </a:r>
            <a:r>
              <a:rPr kumimoji="1" lang="en-US" altLang="zh-CN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11. 101100</a:t>
            </a:r>
          </a:p>
        </p:txBody>
      </p:sp>
      <p:sp>
        <p:nvSpPr>
          <p:cNvPr id="103428" name="Text Box 4">
            <a:extLst>
              <a:ext uri="{FF2B5EF4-FFF2-40B4-BE49-F238E27FC236}">
                <a16:creationId xmlns:a16="http://schemas.microsoft.com/office/drawing/2014/main" id="{2E5A1339-2F2A-4340-8C6C-CAD65540C6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5950" y="1624013"/>
            <a:ext cx="30892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S</a:t>
            </a:r>
            <a:r>
              <a:rPr kumimoji="1" lang="en-US" altLang="zh-CN" sz="2800" b="1" i="1" baseline="-25000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11. 001000</a:t>
            </a:r>
          </a:p>
        </p:txBody>
      </p:sp>
      <p:sp>
        <p:nvSpPr>
          <p:cNvPr id="103429" name="Line 5">
            <a:extLst>
              <a:ext uri="{FF2B5EF4-FFF2-40B4-BE49-F238E27FC236}">
                <a16:creationId xmlns:a16="http://schemas.microsoft.com/office/drawing/2014/main" id="{43686443-002E-48BE-B59A-19DA0919516F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2133600"/>
            <a:ext cx="3403600" cy="9525"/>
          </a:xfrm>
          <a:prstGeom prst="line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3430" name="Text Box 6">
            <a:extLst>
              <a:ext uri="{FF2B5EF4-FFF2-40B4-BE49-F238E27FC236}">
                <a16:creationId xmlns:a16="http://schemas.microsoft.com/office/drawing/2014/main" id="{313F6D29-9C73-449B-B699-354139FC93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2725" y="1676400"/>
            <a:ext cx="387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03431" name="Text Box 7">
            <a:extLst>
              <a:ext uri="{FF2B5EF4-FFF2-40B4-BE49-F238E27FC236}">
                <a16:creationId xmlns:a16="http://schemas.microsoft.com/office/drawing/2014/main" id="{E0CC0B55-7ECC-4FD2-AA56-4F502FE45B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8950" y="2133600"/>
            <a:ext cx="20955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110. 110100</a:t>
            </a:r>
          </a:p>
        </p:txBody>
      </p:sp>
      <p:sp>
        <p:nvSpPr>
          <p:cNvPr id="103432" name="Text Box 8">
            <a:extLst>
              <a:ext uri="{FF2B5EF4-FFF2-40B4-BE49-F238E27FC236}">
                <a16:creationId xmlns:a16="http://schemas.microsoft.com/office/drawing/2014/main" id="{FE949337-70DF-4376-B822-BA8E002AA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2590800"/>
            <a:ext cx="28908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>
                <a:latin typeface="Times New Roman" panose="02020603050405020304" pitchFamily="18" charset="0"/>
              </a:rPr>
              <a:t>③ </a:t>
            </a:r>
            <a:r>
              <a:rPr kumimoji="1" lang="zh-CN" altLang="en-US" b="1">
                <a:latin typeface="Times New Roman" panose="02020603050405020304" pitchFamily="18" charset="0"/>
              </a:rPr>
              <a:t>右规</a:t>
            </a:r>
          </a:p>
        </p:txBody>
      </p:sp>
      <p:sp>
        <p:nvSpPr>
          <p:cNvPr id="103433" name="Text Box 9">
            <a:extLst>
              <a:ext uri="{FF2B5EF4-FFF2-40B4-BE49-F238E27FC236}">
                <a16:creationId xmlns:a16="http://schemas.microsoft.com/office/drawing/2014/main" id="{FE3911E4-C013-44C2-B52A-5962CFAA3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8475" y="3200400"/>
            <a:ext cx="45735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–</a:t>
            </a:r>
            <a:r>
              <a:rPr kumimoji="1" lang="en-US" altLang="zh-CN" sz="2800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11, 100; 10. 110100</a:t>
            </a:r>
          </a:p>
        </p:txBody>
      </p:sp>
      <p:sp>
        <p:nvSpPr>
          <p:cNvPr id="103434" name="Text Box 10">
            <a:extLst>
              <a:ext uri="{FF2B5EF4-FFF2-40B4-BE49-F238E27FC236}">
                <a16:creationId xmlns:a16="http://schemas.microsoft.com/office/drawing/2014/main" id="{4ECF5A05-E39C-4DFC-852E-3A92F43157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8475" y="4419600"/>
            <a:ext cx="4535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[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–</a:t>
            </a:r>
            <a:r>
              <a:rPr kumimoji="1" lang="en-US" altLang="zh-CN" sz="1600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]</a:t>
            </a:r>
            <a:r>
              <a:rPr kumimoji="1" lang="zh-CN" altLang="en-US" sz="2400" b="1" baseline="-25000">
                <a:latin typeface="Times New Roman" panose="02020603050405020304" pitchFamily="18" charset="0"/>
              </a:rPr>
              <a:t>补</a:t>
            </a:r>
            <a:r>
              <a:rPr kumimoji="1" lang="zh-CN" altLang="en-US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= 11, 101; 11. 011010</a:t>
            </a:r>
          </a:p>
        </p:txBody>
      </p:sp>
      <p:sp>
        <p:nvSpPr>
          <p:cNvPr id="103435" name="Text Box 11">
            <a:extLst>
              <a:ext uri="{FF2B5EF4-FFF2-40B4-BE49-F238E27FC236}">
                <a16:creationId xmlns:a16="http://schemas.microsoft.com/office/drawing/2014/main" id="{8C14B42E-99C3-4F81-806A-4D9F38A065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9525" y="3810000"/>
            <a:ext cx="125571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右规后</a:t>
            </a:r>
          </a:p>
        </p:txBody>
      </p:sp>
      <p:sp>
        <p:nvSpPr>
          <p:cNvPr id="103436" name="Text Box 12">
            <a:extLst>
              <a:ext uri="{FF2B5EF4-FFF2-40B4-BE49-F238E27FC236}">
                <a16:creationId xmlns:a16="http://schemas.microsoft.com/office/drawing/2014/main" id="{41C6859C-803C-49DE-A9BF-BFE78D65C1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3550" y="5181600"/>
            <a:ext cx="42068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∴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y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= (</a:t>
            </a:r>
            <a:r>
              <a:rPr kumimoji="1" lang="en-US" altLang="zh-CN" sz="2800" b="1">
                <a:latin typeface="Times New Roman" panose="02020603050405020304" pitchFamily="18" charset="0"/>
                <a:cs typeface="Times New Roman" panose="02020603050405020304" pitchFamily="18" charset="0"/>
              </a:rPr>
              <a:t>–0.100110)</a:t>
            </a:r>
            <a:r>
              <a:rPr kumimoji="1" lang="en-US" altLang="zh-CN" sz="2400" b="1">
                <a:latin typeface="Times New Roman" panose="02020603050405020304" pitchFamily="18" charset="0"/>
              </a:rPr>
              <a:t>×</a:t>
            </a:r>
            <a:r>
              <a:rPr kumimoji="1" lang="en-US" altLang="zh-CN" sz="2800" b="1">
                <a:latin typeface="Times New Roman" panose="02020603050405020304" pitchFamily="18" charset="0"/>
              </a:rPr>
              <a:t>2</a:t>
            </a:r>
            <a:r>
              <a:rPr kumimoji="1" lang="en-US" altLang="zh-CN" sz="2400" b="1" baseline="45000">
                <a:latin typeface="Times New Roman" panose="02020603050405020304" pitchFamily="18" charset="0"/>
              </a:rPr>
              <a:t>-11</a:t>
            </a:r>
          </a:p>
        </p:txBody>
      </p:sp>
      <p:grpSp>
        <p:nvGrpSpPr>
          <p:cNvPr id="2" name="Group 13">
            <a:extLst>
              <a:ext uri="{FF2B5EF4-FFF2-40B4-BE49-F238E27FC236}">
                <a16:creationId xmlns:a16="http://schemas.microsoft.com/office/drawing/2014/main" id="{2620164F-1256-4046-8AC4-1B026FBAB072}"/>
              </a:ext>
            </a:extLst>
          </p:cNvPr>
          <p:cNvGrpSpPr>
            <a:grpSpLocks/>
          </p:cNvGrpSpPr>
          <p:nvPr/>
        </p:nvGrpSpPr>
        <p:grpSpPr bwMode="auto">
          <a:xfrm>
            <a:off x="2987675" y="5791200"/>
            <a:ext cx="2022475" cy="762000"/>
            <a:chOff x="1839" y="3648"/>
            <a:chExt cx="1274" cy="480"/>
          </a:xfrm>
        </p:grpSpPr>
        <p:sp>
          <p:nvSpPr>
            <p:cNvPr id="104465" name="Text Box 14">
              <a:extLst>
                <a:ext uri="{FF2B5EF4-FFF2-40B4-BE49-F238E27FC236}">
                  <a16:creationId xmlns:a16="http://schemas.microsoft.com/office/drawing/2014/main" id="{CAEDA0B2-E74B-4506-8CC4-510C7FEBD7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39" y="3705"/>
              <a:ext cx="127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800" b="1">
                  <a:latin typeface="Times New Roman" panose="02020603050405020304" pitchFamily="18" charset="0"/>
                </a:rPr>
                <a:t>= (</a:t>
              </a:r>
              <a:r>
                <a:rPr kumimoji="1" lang="en-US" altLang="zh-CN" sz="28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—)</a:t>
              </a:r>
              <a:r>
                <a:rPr kumimoji="1" lang="en-US" altLang="zh-CN" sz="2400" b="1">
                  <a:latin typeface="Times New Roman" panose="02020603050405020304" pitchFamily="18" charset="0"/>
                </a:rPr>
                <a:t>×</a:t>
              </a:r>
              <a:r>
                <a:rPr kumimoji="1" lang="en-US" altLang="zh-CN" sz="2800" b="1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2800" b="1" baseline="45000">
                  <a:latin typeface="Times New Roman" panose="02020603050405020304" pitchFamily="18" charset="0"/>
                </a:rPr>
                <a:t>-3</a:t>
              </a:r>
            </a:p>
          </p:txBody>
        </p:sp>
        <p:sp>
          <p:nvSpPr>
            <p:cNvPr id="104466" name="Text Box 15">
              <a:extLst>
                <a:ext uri="{FF2B5EF4-FFF2-40B4-BE49-F238E27FC236}">
                  <a16:creationId xmlns:a16="http://schemas.microsoft.com/office/drawing/2014/main" id="{994E4B1E-436C-442D-AB20-C95A3148DD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8" y="3648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19</a:t>
              </a:r>
            </a:p>
          </p:txBody>
        </p:sp>
        <p:sp>
          <p:nvSpPr>
            <p:cNvPr id="104467" name="Text Box 16">
              <a:extLst>
                <a:ext uri="{FF2B5EF4-FFF2-40B4-BE49-F238E27FC236}">
                  <a16:creationId xmlns:a16="http://schemas.microsoft.com/office/drawing/2014/main" id="{8FD2DD19-5257-4D01-9540-AA6A38593D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8" y="3840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32</a:t>
              </a:r>
            </a:p>
          </p:txBody>
        </p:sp>
      </p:grpSp>
      <p:sp>
        <p:nvSpPr>
          <p:cNvPr id="103441" name="AutoShape 17">
            <a:extLst>
              <a:ext uri="{FF2B5EF4-FFF2-40B4-BE49-F238E27FC236}">
                <a16:creationId xmlns:a16="http://schemas.microsoft.com/office/drawing/2014/main" id="{8CCC9E38-F660-43BF-B72C-B4B2B92B1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1500" y="2230438"/>
            <a:ext cx="228600" cy="339725"/>
          </a:xfrm>
          <a:prstGeom prst="wedgeRoundRectCallout">
            <a:avLst>
              <a:gd name="adj1" fmla="val -162500"/>
              <a:gd name="adj2" fmla="val 50000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kumimoji="1" lang="zh-CN" altLang="zh-CN" sz="2400" b="1">
              <a:latin typeface="Times New Roman" panose="02020603050405020304" pitchFamily="18" charset="0"/>
            </a:endParaRP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DB28580F-17B6-49FD-B7CC-EEE91754F171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03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03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03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1" dur="500"/>
                                        <p:tgtEl>
                                          <p:spTgt spid="103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103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1" dur="500"/>
                                        <p:tgtEl>
                                          <p:spTgt spid="103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103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500"/>
                                        <p:tgtEl>
                                          <p:spTgt spid="103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103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103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103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427" grpId="0" autoUpdateAnimBg="0"/>
      <p:bldP spid="103428" grpId="0" autoUpdateAnimBg="0"/>
      <p:bldP spid="103430" grpId="0" autoUpdateAnimBg="0"/>
      <p:bldP spid="103431" grpId="0" autoUpdateAnimBg="0"/>
      <p:bldP spid="103432" grpId="0" autoUpdateAnimBg="0"/>
      <p:bldP spid="103433" grpId="0" autoUpdateAnimBg="0"/>
      <p:bldP spid="103434" grpId="0" autoUpdateAnimBg="0"/>
      <p:bldP spid="103435" grpId="0" autoUpdateAnimBg="0"/>
      <p:bldP spid="103436" grpId="0" autoUpdateAnimBg="0"/>
      <p:bldP spid="103441" grpId="0" animBg="1" autoUpdateAnimBg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Text Box 2">
            <a:extLst>
              <a:ext uri="{FF2B5EF4-FFF2-40B4-BE49-F238E27FC236}">
                <a16:creationId xmlns:a16="http://schemas.microsoft.com/office/drawing/2014/main" id="{465C378F-0751-4D15-B504-10A01206CA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273050"/>
            <a:ext cx="353853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Times New Roman" panose="02020603050405020304" pitchFamily="18" charset="0"/>
              </a:rPr>
              <a:t>5. </a:t>
            </a:r>
            <a:r>
              <a:rPr kumimoji="1" lang="zh-CN" altLang="en-US" sz="3600" b="1">
                <a:latin typeface="Times New Roman" panose="02020603050405020304" pitchFamily="18" charset="0"/>
              </a:rPr>
              <a:t>溢出判断</a:t>
            </a:r>
          </a:p>
        </p:txBody>
      </p:sp>
      <p:sp>
        <p:nvSpPr>
          <p:cNvPr id="104451" name="Text Box 3">
            <a:extLst>
              <a:ext uri="{FF2B5EF4-FFF2-40B4-BE49-F238E27FC236}">
                <a16:creationId xmlns:a16="http://schemas.microsoft.com/office/drawing/2014/main" id="{52611B67-7BE3-453E-8A87-2555344287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914400"/>
            <a:ext cx="7761288" cy="1563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15000"/>
              </a:lnSpc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       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设机器数为补码，尾数为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规格化形式，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并假</a:t>
            </a:r>
          </a:p>
          <a:p>
            <a:pPr eaLnBrk="1" hangingPunct="1">
              <a:lnSpc>
                <a:spcPct val="115000"/>
              </a:lnSpc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Times New Roman" panose="02020603050405020304" pitchFamily="18" charset="0"/>
              </a:rPr>
              <a:t>设阶符取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2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位，阶码的数值部分取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7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位，数符取 </a:t>
            </a:r>
          </a:p>
          <a:p>
            <a:pPr eaLnBrk="1" hangingPunct="1">
              <a:lnSpc>
                <a:spcPct val="115000"/>
              </a:lnSpc>
              <a:spcBef>
                <a:spcPct val="0"/>
              </a:spcBef>
              <a:buFontTx/>
              <a:buNone/>
            </a:pPr>
            <a:r>
              <a:rPr kumimoji="1" lang="en-US" altLang="zh-CN" sz="2800" b="1">
                <a:latin typeface="Times New Roman" panose="02020603050405020304" pitchFamily="18" charset="0"/>
              </a:rPr>
              <a:t>2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位，尾数取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n</a:t>
            </a:r>
            <a:r>
              <a:rPr kumimoji="1" lang="en-US" altLang="zh-CN" sz="2800" b="1"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位，则该 </a:t>
            </a:r>
            <a:r>
              <a:rPr kumimoji="1" lang="zh-CN" altLang="en-US" sz="2800" b="1">
                <a:solidFill>
                  <a:schemeClr val="folHlink"/>
                </a:solidFill>
                <a:latin typeface="Times New Roman" panose="02020603050405020304" pitchFamily="18" charset="0"/>
              </a:rPr>
              <a:t>补码 </a:t>
            </a:r>
            <a:r>
              <a:rPr kumimoji="1" lang="zh-CN" altLang="en-US" sz="2800" b="1">
                <a:latin typeface="Times New Roman" panose="02020603050405020304" pitchFamily="18" charset="0"/>
              </a:rPr>
              <a:t>在数轴上的表示为</a:t>
            </a:r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A9528985-B10A-43BE-A64B-CA9431DD1066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951163"/>
            <a:ext cx="7315200" cy="935037"/>
            <a:chOff x="480" y="1859"/>
            <a:chExt cx="4608" cy="589"/>
          </a:xfrm>
        </p:grpSpPr>
        <p:sp>
          <p:nvSpPr>
            <p:cNvPr id="105514" name="Line 5">
              <a:extLst>
                <a:ext uri="{FF2B5EF4-FFF2-40B4-BE49-F238E27FC236}">
                  <a16:creationId xmlns:a16="http://schemas.microsoft.com/office/drawing/2014/main" id="{24FFED49-BE12-462F-AD45-41428F346C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" y="2448"/>
              <a:ext cx="460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5515" name="Rectangle 6">
              <a:extLst>
                <a:ext uri="{FF2B5EF4-FFF2-40B4-BE49-F238E27FC236}">
                  <a16:creationId xmlns:a16="http://schemas.microsoft.com/office/drawing/2014/main" id="{00F4BDBA-8A04-4677-AA85-0CC14BC1A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2160"/>
              <a:ext cx="732" cy="286"/>
            </a:xfrm>
            <a:prstGeom prst="rect">
              <a:avLst/>
            </a:prstGeom>
            <a:solidFill>
              <a:schemeClr val="folHlink">
                <a:alpha val="50195"/>
              </a:schemeClr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105516" name="Rectangle 7">
              <a:extLst>
                <a:ext uri="{FF2B5EF4-FFF2-40B4-BE49-F238E27FC236}">
                  <a16:creationId xmlns:a16="http://schemas.microsoft.com/office/drawing/2014/main" id="{4013C199-2FD3-4DC5-848C-51BD779DC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0" y="2160"/>
              <a:ext cx="732" cy="286"/>
            </a:xfrm>
            <a:prstGeom prst="rect">
              <a:avLst/>
            </a:prstGeom>
            <a:solidFill>
              <a:schemeClr val="folHlink">
                <a:alpha val="50195"/>
              </a:schemeClr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105517" name="Rectangle 8">
              <a:extLst>
                <a:ext uri="{FF2B5EF4-FFF2-40B4-BE49-F238E27FC236}">
                  <a16:creationId xmlns:a16="http://schemas.microsoft.com/office/drawing/2014/main" id="{941FA2C2-6DFA-4280-B911-8E548516B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2162"/>
              <a:ext cx="732" cy="286"/>
            </a:xfrm>
            <a:prstGeom prst="rect">
              <a:avLst/>
            </a:prstGeom>
            <a:solidFill>
              <a:schemeClr val="folHlink">
                <a:alpha val="50195"/>
              </a:schemeClr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105518" name="Text Box 9">
              <a:extLst>
                <a:ext uri="{FF2B5EF4-FFF2-40B4-BE49-F238E27FC236}">
                  <a16:creationId xmlns:a16="http://schemas.microsoft.com/office/drawing/2014/main" id="{9C7EDF11-6D95-4E20-BCBC-9784D023C0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6" y="1859"/>
              <a:ext cx="43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000" b="1">
                  <a:latin typeface="Times New Roman" panose="02020603050405020304" pitchFamily="18" charset="0"/>
                </a:rPr>
                <a:t>上溢</a:t>
              </a:r>
            </a:p>
          </p:txBody>
        </p:sp>
        <p:sp>
          <p:nvSpPr>
            <p:cNvPr id="105519" name="Text Box 10">
              <a:extLst>
                <a:ext uri="{FF2B5EF4-FFF2-40B4-BE49-F238E27FC236}">
                  <a16:creationId xmlns:a16="http://schemas.microsoft.com/office/drawing/2014/main" id="{86686425-92C3-4353-B2AE-E2A45C4468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6" y="1859"/>
              <a:ext cx="43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000" b="1">
                  <a:latin typeface="Times New Roman" panose="02020603050405020304" pitchFamily="18" charset="0"/>
                </a:rPr>
                <a:t>下溢</a:t>
              </a:r>
            </a:p>
          </p:txBody>
        </p:sp>
        <p:sp>
          <p:nvSpPr>
            <p:cNvPr id="105520" name="Text Box 11">
              <a:extLst>
                <a:ext uri="{FF2B5EF4-FFF2-40B4-BE49-F238E27FC236}">
                  <a16:creationId xmlns:a16="http://schemas.microsoft.com/office/drawing/2014/main" id="{6D14FCFF-A9D0-40E0-8219-341794C202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6" y="1859"/>
              <a:ext cx="43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000" b="1">
                  <a:latin typeface="Times New Roman" panose="02020603050405020304" pitchFamily="18" charset="0"/>
                </a:rPr>
                <a:t>上溢</a:t>
              </a:r>
            </a:p>
          </p:txBody>
        </p:sp>
        <p:sp>
          <p:nvSpPr>
            <p:cNvPr id="105521" name="Text Box 12">
              <a:extLst>
                <a:ext uri="{FF2B5EF4-FFF2-40B4-BE49-F238E27FC236}">
                  <a16:creationId xmlns:a16="http://schemas.microsoft.com/office/drawing/2014/main" id="{86182B62-990D-4B90-901E-D132947534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1962"/>
              <a:ext cx="760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200" b="1">
                  <a:latin typeface="Times New Roman" panose="02020603050405020304" pitchFamily="18" charset="0"/>
                </a:rPr>
                <a:t>    </a:t>
              </a:r>
              <a:r>
                <a:rPr kumimoji="1" lang="zh-CN" altLang="en-US" sz="2000" b="1">
                  <a:latin typeface="Times New Roman" panose="02020603050405020304" pitchFamily="18" charset="0"/>
                </a:rPr>
                <a:t>对应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000" b="1">
                  <a:latin typeface="Times New Roman" panose="02020603050405020304" pitchFamily="18" charset="0"/>
                </a:rPr>
                <a:t>负浮点数</a:t>
              </a:r>
            </a:p>
          </p:txBody>
        </p:sp>
        <p:sp>
          <p:nvSpPr>
            <p:cNvPr id="105522" name="Text Box 13">
              <a:extLst>
                <a:ext uri="{FF2B5EF4-FFF2-40B4-BE49-F238E27FC236}">
                  <a16:creationId xmlns:a16="http://schemas.microsoft.com/office/drawing/2014/main" id="{C722888F-2C38-4EA0-B767-5C0F57B4E3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0" y="1968"/>
              <a:ext cx="760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200" b="1">
                  <a:latin typeface="Times New Roman" panose="02020603050405020304" pitchFamily="18" charset="0"/>
                </a:rPr>
                <a:t>    </a:t>
              </a:r>
              <a:r>
                <a:rPr kumimoji="1" lang="zh-CN" altLang="en-US" sz="2000" b="1">
                  <a:latin typeface="Times New Roman" panose="02020603050405020304" pitchFamily="18" charset="0"/>
                </a:rPr>
                <a:t>对应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000" b="1">
                  <a:latin typeface="Times New Roman" panose="02020603050405020304" pitchFamily="18" charset="0"/>
                </a:rPr>
                <a:t>正浮点数</a:t>
              </a:r>
            </a:p>
          </p:txBody>
        </p:sp>
      </p:grpSp>
      <p:grpSp>
        <p:nvGrpSpPr>
          <p:cNvPr id="3" name="Group 14">
            <a:extLst>
              <a:ext uri="{FF2B5EF4-FFF2-40B4-BE49-F238E27FC236}">
                <a16:creationId xmlns:a16="http://schemas.microsoft.com/office/drawing/2014/main" id="{28048B8C-94C4-42D0-B979-5CBB5E5A3F7A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4595813"/>
            <a:ext cx="2554288" cy="463550"/>
            <a:chOff x="480" y="2799"/>
            <a:chExt cx="1609" cy="292"/>
          </a:xfrm>
        </p:grpSpPr>
        <p:sp>
          <p:nvSpPr>
            <p:cNvPr id="105512" name="Text Box 15">
              <a:extLst>
                <a:ext uri="{FF2B5EF4-FFF2-40B4-BE49-F238E27FC236}">
                  <a16:creationId xmlns:a16="http://schemas.microsoft.com/office/drawing/2014/main" id="{849AC826-FBF1-48D4-A289-2BE8C31F5D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" y="2841"/>
              <a:ext cx="16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00,1111111;11.00      0</a:t>
              </a:r>
            </a:p>
          </p:txBody>
        </p:sp>
        <p:sp>
          <p:nvSpPr>
            <p:cNvPr id="105513" name="Text Box 16">
              <a:extLst>
                <a:ext uri="{FF2B5EF4-FFF2-40B4-BE49-F238E27FC236}">
                  <a16:creationId xmlns:a16="http://schemas.microsoft.com/office/drawing/2014/main" id="{30B19DE7-C05C-4A4A-B1B0-B41AA84714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00" y="2799"/>
              <a:ext cx="31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… </a:t>
              </a:r>
            </a:p>
          </p:txBody>
        </p:sp>
      </p:grpSp>
      <p:grpSp>
        <p:nvGrpSpPr>
          <p:cNvPr id="4" name="Group 17">
            <a:extLst>
              <a:ext uri="{FF2B5EF4-FFF2-40B4-BE49-F238E27FC236}">
                <a16:creationId xmlns:a16="http://schemas.microsoft.com/office/drawing/2014/main" id="{6FB33ED4-DCF7-472A-BEAC-B95DE607988E}"/>
              </a:ext>
            </a:extLst>
          </p:cNvPr>
          <p:cNvGrpSpPr>
            <a:grpSpLocks/>
          </p:cNvGrpSpPr>
          <p:nvPr/>
        </p:nvGrpSpPr>
        <p:grpSpPr bwMode="auto">
          <a:xfrm>
            <a:off x="6030913" y="4595813"/>
            <a:ext cx="2427287" cy="463550"/>
            <a:chOff x="3799" y="2799"/>
            <a:chExt cx="1529" cy="292"/>
          </a:xfrm>
        </p:grpSpPr>
        <p:sp>
          <p:nvSpPr>
            <p:cNvPr id="105510" name="Text Box 18">
              <a:extLst>
                <a:ext uri="{FF2B5EF4-FFF2-40B4-BE49-F238E27FC236}">
                  <a16:creationId xmlns:a16="http://schemas.microsoft.com/office/drawing/2014/main" id="{B0021D0E-A379-4DB6-8E7C-EDCFB0D54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9" y="2841"/>
              <a:ext cx="15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00,1111111;00.11    1</a:t>
              </a:r>
            </a:p>
          </p:txBody>
        </p:sp>
        <p:sp>
          <p:nvSpPr>
            <p:cNvPr id="105511" name="Text Box 19">
              <a:extLst>
                <a:ext uri="{FF2B5EF4-FFF2-40B4-BE49-F238E27FC236}">
                  <a16:creationId xmlns:a16="http://schemas.microsoft.com/office/drawing/2014/main" id="{DBDBDA9F-41B0-482C-BA8D-A8323C463E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6" y="2799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5" name="Group 20">
            <a:extLst>
              <a:ext uri="{FF2B5EF4-FFF2-40B4-BE49-F238E27FC236}">
                <a16:creationId xmlns:a16="http://schemas.microsoft.com/office/drawing/2014/main" id="{B05D52CD-829F-48C6-87FE-8CFDC1993BE2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6019800"/>
            <a:ext cx="2554288" cy="442913"/>
            <a:chOff x="1248" y="3705"/>
            <a:chExt cx="1609" cy="279"/>
          </a:xfrm>
        </p:grpSpPr>
        <p:sp>
          <p:nvSpPr>
            <p:cNvPr id="105508" name="Text Box 21">
              <a:extLst>
                <a:ext uri="{FF2B5EF4-FFF2-40B4-BE49-F238E27FC236}">
                  <a16:creationId xmlns:a16="http://schemas.microsoft.com/office/drawing/2014/main" id="{404FE3FE-568C-4858-B14F-C8CF5E8962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8" y="3734"/>
              <a:ext cx="16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11,0000000;11.011    1</a:t>
              </a:r>
            </a:p>
          </p:txBody>
        </p:sp>
        <p:sp>
          <p:nvSpPr>
            <p:cNvPr id="105509" name="Text Box 22">
              <a:extLst>
                <a:ext uri="{FF2B5EF4-FFF2-40B4-BE49-F238E27FC236}">
                  <a16:creationId xmlns:a16="http://schemas.microsoft.com/office/drawing/2014/main" id="{701AEEE6-413D-4788-9848-53A477CF7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8" y="3705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6" name="Group 23">
            <a:extLst>
              <a:ext uri="{FF2B5EF4-FFF2-40B4-BE49-F238E27FC236}">
                <a16:creationId xmlns:a16="http://schemas.microsoft.com/office/drawing/2014/main" id="{E3C040A0-5503-48B8-9D9A-42FB40412A89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5295900"/>
            <a:ext cx="2681288" cy="471488"/>
            <a:chOff x="2688" y="3255"/>
            <a:chExt cx="1689" cy="297"/>
          </a:xfrm>
        </p:grpSpPr>
        <p:sp>
          <p:nvSpPr>
            <p:cNvPr id="105506" name="Text Box 24">
              <a:extLst>
                <a:ext uri="{FF2B5EF4-FFF2-40B4-BE49-F238E27FC236}">
                  <a16:creationId xmlns:a16="http://schemas.microsoft.com/office/drawing/2014/main" id="{BFBD93B0-A9A5-4506-ABEE-51469FA3B3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8" y="3302"/>
              <a:ext cx="168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11,0000000;00.100      0</a:t>
              </a:r>
            </a:p>
          </p:txBody>
        </p:sp>
        <p:sp>
          <p:nvSpPr>
            <p:cNvPr id="105507" name="Text Box 25">
              <a:extLst>
                <a:ext uri="{FF2B5EF4-FFF2-40B4-BE49-F238E27FC236}">
                  <a16:creationId xmlns:a16="http://schemas.microsoft.com/office/drawing/2014/main" id="{E902F185-D7EB-46A5-9B0A-8A1C4CBA6C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4" y="3255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000" b="1"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04474" name="Text Box 26">
            <a:extLst>
              <a:ext uri="{FF2B5EF4-FFF2-40B4-BE49-F238E27FC236}">
                <a16:creationId xmlns:a16="http://schemas.microsoft.com/office/drawing/2014/main" id="{83B6E1D9-02D6-4D34-B772-4C0134F578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9525" y="5029200"/>
            <a:ext cx="12366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latin typeface="Times New Roman" panose="02020603050405020304" pitchFamily="18" charset="0"/>
              </a:rPr>
              <a:t>2</a:t>
            </a:r>
            <a:r>
              <a:rPr kumimoji="1" lang="en-US" altLang="zh-CN" sz="2000" b="1" baseline="45000">
                <a:latin typeface="Times New Roman" panose="02020603050405020304" pitchFamily="18" charset="0"/>
              </a:rPr>
              <a:t>127</a:t>
            </a:r>
            <a:r>
              <a:rPr kumimoji="1" lang="en-US" altLang="zh-CN" sz="2000" b="1">
                <a:latin typeface="Times New Roman" panose="02020603050405020304" pitchFamily="18" charset="0"/>
              </a:rPr>
              <a:t>×(</a:t>
            </a:r>
            <a:r>
              <a:rPr kumimoji="1" lang="en-US" altLang="zh-CN" sz="20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000" b="1">
                <a:latin typeface="Times New Roman" panose="02020603050405020304" pitchFamily="18" charset="0"/>
              </a:rPr>
              <a:t>1)</a:t>
            </a:r>
          </a:p>
        </p:txBody>
      </p:sp>
      <p:sp>
        <p:nvSpPr>
          <p:cNvPr id="104475" name="Text Box 27">
            <a:extLst>
              <a:ext uri="{FF2B5EF4-FFF2-40B4-BE49-F238E27FC236}">
                <a16:creationId xmlns:a16="http://schemas.microsoft.com/office/drawing/2014/main" id="{BAF04FF7-1AF2-48B1-8595-7A8B4C09A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4738" y="6461125"/>
            <a:ext cx="19764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000" b="1">
                <a:latin typeface="Times New Roman" panose="02020603050405020304" pitchFamily="18" charset="0"/>
              </a:rPr>
              <a:t> 2</a:t>
            </a:r>
            <a:r>
              <a:rPr kumimoji="1" lang="en-US" altLang="zh-CN" sz="2000" b="1" baseline="45000">
                <a:latin typeface="Times New Roman" panose="02020603050405020304" pitchFamily="18" charset="0"/>
              </a:rPr>
              <a:t>-128</a:t>
            </a:r>
            <a:r>
              <a:rPr kumimoji="1" lang="en-US" altLang="zh-CN" sz="2000" b="1">
                <a:latin typeface="Times New Roman" panose="02020603050405020304" pitchFamily="18" charset="0"/>
              </a:rPr>
              <a:t>×(2</a:t>
            </a:r>
            <a:r>
              <a:rPr kumimoji="1" lang="en-US" altLang="zh-CN" sz="2000" b="1" baseline="45000">
                <a:latin typeface="Times New Roman" panose="02020603050405020304" pitchFamily="18" charset="0"/>
              </a:rPr>
              <a:t>-1</a:t>
            </a:r>
            <a:r>
              <a:rPr kumimoji="1" lang="en-US" altLang="zh-CN" sz="2000" b="1">
                <a:latin typeface="Times New Roman" panose="02020603050405020304" pitchFamily="18" charset="0"/>
              </a:rPr>
              <a:t>+ 2</a:t>
            </a:r>
            <a:r>
              <a:rPr kumimoji="1" lang="en-US" altLang="zh-CN" sz="2000" b="1" baseline="45000">
                <a:latin typeface="Times New Roman" panose="02020603050405020304" pitchFamily="18" charset="0"/>
              </a:rPr>
              <a:t>-</a:t>
            </a:r>
            <a:r>
              <a:rPr kumimoji="1" lang="en-US" altLang="zh-CN" sz="2000" b="1" i="1" baseline="45000">
                <a:latin typeface="Times New Roman" panose="02020603050405020304" pitchFamily="18" charset="0"/>
              </a:rPr>
              <a:t>n</a:t>
            </a:r>
            <a:r>
              <a:rPr kumimoji="1" lang="en-US" altLang="zh-CN" sz="2000" b="1"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104476" name="Text Box 28">
            <a:extLst>
              <a:ext uri="{FF2B5EF4-FFF2-40B4-BE49-F238E27FC236}">
                <a16:creationId xmlns:a16="http://schemas.microsoft.com/office/drawing/2014/main" id="{19F8E6EF-D07A-4542-B18A-C5D5D5230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1563" y="5775325"/>
            <a:ext cx="11350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latin typeface="Times New Roman" panose="02020603050405020304" pitchFamily="18" charset="0"/>
              </a:rPr>
              <a:t>2</a:t>
            </a:r>
            <a:r>
              <a:rPr kumimoji="1" lang="en-US" altLang="zh-CN" sz="2000" b="1" baseline="45000">
                <a:latin typeface="Times New Roman" panose="02020603050405020304" pitchFamily="18" charset="0"/>
              </a:rPr>
              <a:t>-128</a:t>
            </a:r>
            <a:r>
              <a:rPr kumimoji="1" lang="en-US" altLang="zh-CN" sz="2000" b="1">
                <a:latin typeface="Times New Roman" panose="02020603050405020304" pitchFamily="18" charset="0"/>
              </a:rPr>
              <a:t>×2</a:t>
            </a:r>
            <a:r>
              <a:rPr kumimoji="1" lang="en-US" altLang="zh-CN" sz="2000" b="1" baseline="45000">
                <a:latin typeface="Times New Roman" panose="02020603050405020304" pitchFamily="18" charset="0"/>
              </a:rPr>
              <a:t>-1</a:t>
            </a:r>
            <a:endParaRPr kumimoji="1" lang="en-US" altLang="zh-CN" sz="2000" b="1">
              <a:latin typeface="Times New Roman" panose="02020603050405020304" pitchFamily="18" charset="0"/>
            </a:endParaRPr>
          </a:p>
        </p:txBody>
      </p:sp>
      <p:sp>
        <p:nvSpPr>
          <p:cNvPr id="104477" name="Text Box 29">
            <a:extLst>
              <a:ext uri="{FF2B5EF4-FFF2-40B4-BE49-F238E27FC236}">
                <a16:creationId xmlns:a16="http://schemas.microsoft.com/office/drawing/2014/main" id="{B82E8F85-6B9F-4362-A050-C6D7D86F72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1138" y="5029200"/>
            <a:ext cx="15113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latin typeface="Times New Roman" panose="02020603050405020304" pitchFamily="18" charset="0"/>
              </a:rPr>
              <a:t>2</a:t>
            </a:r>
            <a:r>
              <a:rPr kumimoji="1" lang="en-US" altLang="zh-CN" sz="2000" b="1" baseline="45000">
                <a:latin typeface="Times New Roman" panose="02020603050405020304" pitchFamily="18" charset="0"/>
              </a:rPr>
              <a:t>127</a:t>
            </a:r>
            <a:r>
              <a:rPr kumimoji="1" lang="en-US" altLang="zh-CN" sz="2000" b="1">
                <a:latin typeface="Times New Roman" panose="02020603050405020304" pitchFamily="18" charset="0"/>
              </a:rPr>
              <a:t>×(1</a:t>
            </a:r>
            <a:r>
              <a:rPr kumimoji="1" lang="en-US" altLang="zh-CN" sz="2000" b="1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kumimoji="1" lang="en-US" altLang="zh-CN" sz="2000" b="1">
                <a:latin typeface="Times New Roman" panose="02020603050405020304" pitchFamily="18" charset="0"/>
              </a:rPr>
              <a:t>2</a:t>
            </a:r>
            <a:r>
              <a:rPr kumimoji="1" lang="en-US" altLang="zh-CN" sz="2000" b="1" baseline="45000">
                <a:latin typeface="Times New Roman" panose="02020603050405020304" pitchFamily="18" charset="0"/>
              </a:rPr>
              <a:t>-</a:t>
            </a:r>
            <a:r>
              <a:rPr kumimoji="1" lang="en-US" altLang="zh-CN" sz="2000" b="1" i="1" baseline="45000">
                <a:latin typeface="Times New Roman" panose="02020603050405020304" pitchFamily="18" charset="0"/>
              </a:rPr>
              <a:t>n</a:t>
            </a:r>
            <a:r>
              <a:rPr kumimoji="1" lang="en-US" altLang="zh-CN" sz="2000" b="1">
                <a:latin typeface="Times New Roman" panose="02020603050405020304" pitchFamily="18" charset="0"/>
              </a:rPr>
              <a:t>)</a:t>
            </a:r>
          </a:p>
        </p:txBody>
      </p:sp>
      <p:grpSp>
        <p:nvGrpSpPr>
          <p:cNvPr id="7" name="Group 30">
            <a:extLst>
              <a:ext uri="{FF2B5EF4-FFF2-40B4-BE49-F238E27FC236}">
                <a16:creationId xmlns:a16="http://schemas.microsoft.com/office/drawing/2014/main" id="{52CE01BA-3193-47A2-A06A-607BEC80FD5B}"/>
              </a:ext>
            </a:extLst>
          </p:cNvPr>
          <p:cNvGrpSpPr>
            <a:grpSpLocks/>
          </p:cNvGrpSpPr>
          <p:nvPr/>
        </p:nvGrpSpPr>
        <p:grpSpPr bwMode="auto">
          <a:xfrm>
            <a:off x="1282700" y="3886200"/>
            <a:ext cx="1841500" cy="838200"/>
            <a:chOff x="808" y="2448"/>
            <a:chExt cx="1160" cy="528"/>
          </a:xfrm>
        </p:grpSpPr>
        <p:sp>
          <p:nvSpPr>
            <p:cNvPr id="105504" name="Line 31">
              <a:extLst>
                <a:ext uri="{FF2B5EF4-FFF2-40B4-BE49-F238E27FC236}">
                  <a16:creationId xmlns:a16="http://schemas.microsoft.com/office/drawing/2014/main" id="{1EBE7F2A-7FED-4978-AA14-6636A48E6E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0" y="2448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5505" name="Text Box 32">
              <a:extLst>
                <a:ext uri="{FF2B5EF4-FFF2-40B4-BE49-F238E27FC236}">
                  <a16:creationId xmlns:a16="http://schemas.microsoft.com/office/drawing/2014/main" id="{D0310B94-7609-466F-8983-88BFF4AB5F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8" y="2707"/>
              <a:ext cx="116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200" b="1">
                  <a:latin typeface="Times New Roman" panose="02020603050405020304" pitchFamily="18" charset="0"/>
                </a:rPr>
                <a:t>最小负数</a:t>
              </a:r>
            </a:p>
          </p:txBody>
        </p:sp>
      </p:grpSp>
      <p:grpSp>
        <p:nvGrpSpPr>
          <p:cNvPr id="8" name="Group 33">
            <a:extLst>
              <a:ext uri="{FF2B5EF4-FFF2-40B4-BE49-F238E27FC236}">
                <a16:creationId xmlns:a16="http://schemas.microsoft.com/office/drawing/2014/main" id="{AE11B5A2-48A2-4823-BE3F-08E750481AAB}"/>
              </a:ext>
            </a:extLst>
          </p:cNvPr>
          <p:cNvGrpSpPr>
            <a:grpSpLocks/>
          </p:cNvGrpSpPr>
          <p:nvPr/>
        </p:nvGrpSpPr>
        <p:grpSpPr bwMode="auto">
          <a:xfrm>
            <a:off x="2933700" y="3886200"/>
            <a:ext cx="1308100" cy="2255838"/>
            <a:chOff x="1848" y="2448"/>
            <a:chExt cx="824" cy="1421"/>
          </a:xfrm>
        </p:grpSpPr>
        <p:sp>
          <p:nvSpPr>
            <p:cNvPr id="105502" name="Line 34">
              <a:extLst>
                <a:ext uri="{FF2B5EF4-FFF2-40B4-BE49-F238E27FC236}">
                  <a16:creationId xmlns:a16="http://schemas.microsoft.com/office/drawing/2014/main" id="{9694C3C6-4CDA-4D17-A272-12D99E231B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00" y="2448"/>
              <a:ext cx="0" cy="115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5503" name="Text Box 35">
              <a:extLst>
                <a:ext uri="{FF2B5EF4-FFF2-40B4-BE49-F238E27FC236}">
                  <a16:creationId xmlns:a16="http://schemas.microsoft.com/office/drawing/2014/main" id="{F1B45E16-ED86-4062-8929-E74A97B0CE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8" y="3600"/>
              <a:ext cx="82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200" b="1">
                  <a:latin typeface="Times New Roman" panose="02020603050405020304" pitchFamily="18" charset="0"/>
                </a:rPr>
                <a:t>最大负数</a:t>
              </a:r>
            </a:p>
          </p:txBody>
        </p:sp>
      </p:grpSp>
      <p:grpSp>
        <p:nvGrpSpPr>
          <p:cNvPr id="9" name="Group 36">
            <a:extLst>
              <a:ext uri="{FF2B5EF4-FFF2-40B4-BE49-F238E27FC236}">
                <a16:creationId xmlns:a16="http://schemas.microsoft.com/office/drawing/2014/main" id="{6825D053-4764-4CD0-9A85-1A9ADB9FD91F}"/>
              </a:ext>
            </a:extLst>
          </p:cNvPr>
          <p:cNvGrpSpPr>
            <a:grpSpLocks/>
          </p:cNvGrpSpPr>
          <p:nvPr/>
        </p:nvGrpSpPr>
        <p:grpSpPr bwMode="auto">
          <a:xfrm>
            <a:off x="4584700" y="3886200"/>
            <a:ext cx="1308100" cy="1525588"/>
            <a:chOff x="2888" y="2448"/>
            <a:chExt cx="824" cy="961"/>
          </a:xfrm>
        </p:grpSpPr>
        <p:sp>
          <p:nvSpPr>
            <p:cNvPr id="105500" name="Line 37">
              <a:extLst>
                <a:ext uri="{FF2B5EF4-FFF2-40B4-BE49-F238E27FC236}">
                  <a16:creationId xmlns:a16="http://schemas.microsoft.com/office/drawing/2014/main" id="{89FF824E-E1D8-4215-A854-0A9866C720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0" y="2448"/>
              <a:ext cx="0" cy="72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5501" name="Text Box 38">
              <a:extLst>
                <a:ext uri="{FF2B5EF4-FFF2-40B4-BE49-F238E27FC236}">
                  <a16:creationId xmlns:a16="http://schemas.microsoft.com/office/drawing/2014/main" id="{A1A4B98E-728C-4586-BE37-00B78BD24B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8" y="3140"/>
              <a:ext cx="82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200" b="1">
                  <a:latin typeface="Times New Roman" panose="02020603050405020304" pitchFamily="18" charset="0"/>
                </a:rPr>
                <a:t>最小正数</a:t>
              </a:r>
            </a:p>
          </p:txBody>
        </p:sp>
      </p:grpSp>
      <p:grpSp>
        <p:nvGrpSpPr>
          <p:cNvPr id="10" name="Group 39">
            <a:extLst>
              <a:ext uri="{FF2B5EF4-FFF2-40B4-BE49-F238E27FC236}">
                <a16:creationId xmlns:a16="http://schemas.microsoft.com/office/drawing/2014/main" id="{7BF3C1A0-9A39-4D9C-A492-AE1736F774C7}"/>
              </a:ext>
            </a:extLst>
          </p:cNvPr>
          <p:cNvGrpSpPr>
            <a:grpSpLocks/>
          </p:cNvGrpSpPr>
          <p:nvPr/>
        </p:nvGrpSpPr>
        <p:grpSpPr bwMode="auto">
          <a:xfrm>
            <a:off x="6235700" y="3886200"/>
            <a:ext cx="1308100" cy="838200"/>
            <a:chOff x="3928" y="2448"/>
            <a:chExt cx="824" cy="528"/>
          </a:xfrm>
        </p:grpSpPr>
        <p:sp>
          <p:nvSpPr>
            <p:cNvPr id="105498" name="Line 40">
              <a:extLst>
                <a:ext uri="{FF2B5EF4-FFF2-40B4-BE49-F238E27FC236}">
                  <a16:creationId xmlns:a16="http://schemas.microsoft.com/office/drawing/2014/main" id="{E789F04D-E604-4CD8-B4F8-D03CFB6772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20" y="2448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5499" name="Text Box 41">
              <a:extLst>
                <a:ext uri="{FF2B5EF4-FFF2-40B4-BE49-F238E27FC236}">
                  <a16:creationId xmlns:a16="http://schemas.microsoft.com/office/drawing/2014/main" id="{92B99065-24E6-430F-A199-2F7C30C0F3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8" y="2707"/>
              <a:ext cx="82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zh-CN" altLang="en-US" sz="2200" b="1">
                  <a:latin typeface="Times New Roman" panose="02020603050405020304" pitchFamily="18" charset="0"/>
                </a:rPr>
                <a:t>最大正数</a:t>
              </a:r>
            </a:p>
          </p:txBody>
        </p:sp>
      </p:grpSp>
      <p:grpSp>
        <p:nvGrpSpPr>
          <p:cNvPr id="11" name="Group 42">
            <a:extLst>
              <a:ext uri="{FF2B5EF4-FFF2-40B4-BE49-F238E27FC236}">
                <a16:creationId xmlns:a16="http://schemas.microsoft.com/office/drawing/2014/main" id="{E0E1814D-82AC-41CC-8E68-A7A08F5AEDF1}"/>
              </a:ext>
            </a:extLst>
          </p:cNvPr>
          <p:cNvGrpSpPr>
            <a:grpSpLocks/>
          </p:cNvGrpSpPr>
          <p:nvPr/>
        </p:nvGrpSpPr>
        <p:grpSpPr bwMode="auto">
          <a:xfrm>
            <a:off x="4213225" y="3771900"/>
            <a:ext cx="336550" cy="669925"/>
            <a:chOff x="2654" y="2280"/>
            <a:chExt cx="212" cy="422"/>
          </a:xfrm>
        </p:grpSpPr>
        <p:sp>
          <p:nvSpPr>
            <p:cNvPr id="105496" name="Line 43">
              <a:extLst>
                <a:ext uri="{FF2B5EF4-FFF2-40B4-BE49-F238E27FC236}">
                  <a16:creationId xmlns:a16="http://schemas.microsoft.com/office/drawing/2014/main" id="{40FB0D6C-6FD3-4FA2-B78F-72D40E78A4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8" y="2280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5497" name="Text Box 44">
              <a:extLst>
                <a:ext uri="{FF2B5EF4-FFF2-40B4-BE49-F238E27FC236}">
                  <a16:creationId xmlns:a16="http://schemas.microsoft.com/office/drawing/2014/main" id="{FC4ED5FC-5A2D-4A5C-9830-840D325858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4" y="2414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>
                  <a:latin typeface="Times New Roman" panose="02020603050405020304" pitchFamily="18" charset="0"/>
                </a:rPr>
                <a:t>0</a:t>
              </a:r>
            </a:p>
          </p:txBody>
        </p:sp>
      </p:grpSp>
      <p:sp>
        <p:nvSpPr>
          <p:cNvPr id="104493" name="Text Box 45">
            <a:extLst>
              <a:ext uri="{FF2B5EF4-FFF2-40B4-BE49-F238E27FC236}">
                <a16:creationId xmlns:a16="http://schemas.microsoft.com/office/drawing/2014/main" id="{63EE98FA-D66A-47EB-B2B9-0245099056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" y="3581400"/>
            <a:ext cx="156051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阶码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latin typeface="Times New Roman" panose="02020603050405020304" pitchFamily="18" charset="0"/>
              </a:rPr>
              <a:t>01, ××</a:t>
            </a:r>
            <a:r>
              <a:rPr kumimoji="1" lang="en-US" altLang="zh-CN" sz="2400">
                <a:latin typeface="Times New Roman" panose="02020603050405020304" pitchFamily="18" charset="0"/>
                <a:cs typeface="Times New Roman" panose="02020603050405020304" pitchFamily="18" charset="0"/>
              </a:rPr>
              <a:t>···</a:t>
            </a:r>
            <a:r>
              <a:rPr kumimoji="1" lang="en-US" altLang="zh-CN" sz="2000" b="1">
                <a:latin typeface="Times New Roman" panose="02020603050405020304" pitchFamily="18" charset="0"/>
              </a:rPr>
              <a:t>×</a:t>
            </a:r>
          </a:p>
        </p:txBody>
      </p:sp>
      <p:sp>
        <p:nvSpPr>
          <p:cNvPr id="104494" name="Text Box 46">
            <a:extLst>
              <a:ext uri="{FF2B5EF4-FFF2-40B4-BE49-F238E27FC236}">
                <a16:creationId xmlns:a16="http://schemas.microsoft.com/office/drawing/2014/main" id="{0A439803-66B8-41C1-9A47-8016C4C389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581400"/>
            <a:ext cx="156051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latin typeface="Times New Roman" panose="02020603050405020304" pitchFamily="18" charset="0"/>
              </a:rPr>
              <a:t>            </a:t>
            </a:r>
            <a:r>
              <a:rPr kumimoji="1" lang="zh-CN" altLang="en-US" sz="2000" b="1">
                <a:latin typeface="Times New Roman" panose="02020603050405020304" pitchFamily="18" charset="0"/>
              </a:rPr>
              <a:t>阶码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000" b="1">
                <a:latin typeface="Times New Roman" panose="02020603050405020304" pitchFamily="18" charset="0"/>
              </a:rPr>
              <a:t>01, ××</a:t>
            </a:r>
            <a:r>
              <a:rPr kumimoji="1" lang="en-US" altLang="zh-CN" sz="2400">
                <a:latin typeface="Times New Roman" panose="02020603050405020304" pitchFamily="18" charset="0"/>
                <a:cs typeface="Times New Roman" panose="02020603050405020304" pitchFamily="18" charset="0"/>
              </a:rPr>
              <a:t>···</a:t>
            </a:r>
            <a:r>
              <a:rPr kumimoji="1" lang="en-US" altLang="zh-CN" sz="2000" b="1">
                <a:latin typeface="Times New Roman" panose="02020603050405020304" pitchFamily="18" charset="0"/>
              </a:rPr>
              <a:t>×</a:t>
            </a:r>
          </a:p>
        </p:txBody>
      </p:sp>
      <p:sp>
        <p:nvSpPr>
          <p:cNvPr id="104495" name="Text Box 47">
            <a:extLst>
              <a:ext uri="{FF2B5EF4-FFF2-40B4-BE49-F238E27FC236}">
                <a16:creationId xmlns:a16="http://schemas.microsoft.com/office/drawing/2014/main" id="{CC308403-5EC0-4CA1-BE51-6E83A0AB9C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1213" y="2590800"/>
            <a:ext cx="21351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latin typeface="Times New Roman" panose="02020603050405020304" pitchFamily="18" charset="0"/>
              </a:rPr>
              <a:t>阶码 </a:t>
            </a:r>
            <a:r>
              <a:rPr kumimoji="1" lang="en-US" altLang="zh-CN" sz="2000" b="1">
                <a:latin typeface="Times New Roman" panose="02020603050405020304" pitchFamily="18" charset="0"/>
              </a:rPr>
              <a:t>10, ××</a:t>
            </a:r>
            <a:r>
              <a:rPr kumimoji="1" lang="en-US" altLang="zh-CN" sz="2400">
                <a:latin typeface="Times New Roman" panose="02020603050405020304" pitchFamily="18" charset="0"/>
                <a:cs typeface="Times New Roman" panose="02020603050405020304" pitchFamily="18" charset="0"/>
              </a:rPr>
              <a:t>···</a:t>
            </a:r>
            <a:r>
              <a:rPr kumimoji="1" lang="en-US" altLang="zh-CN" sz="2000" b="1">
                <a:latin typeface="Times New Roman" panose="02020603050405020304" pitchFamily="18" charset="0"/>
              </a:rPr>
              <a:t>×</a:t>
            </a:r>
          </a:p>
        </p:txBody>
      </p:sp>
      <p:sp>
        <p:nvSpPr>
          <p:cNvPr id="104496" name="Rectangle 48">
            <a:extLst>
              <a:ext uri="{FF2B5EF4-FFF2-40B4-BE49-F238E27FC236}">
                <a16:creationId xmlns:a16="http://schemas.microsoft.com/office/drawing/2014/main" id="{B6FCE4C2-3628-4D5D-BAA6-C60603FBC0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7525" y="2590800"/>
            <a:ext cx="17176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按机器零处理</a:t>
            </a:r>
          </a:p>
        </p:txBody>
      </p:sp>
      <p:sp>
        <p:nvSpPr>
          <p:cNvPr id="51" name="矩形 50">
            <a:extLst>
              <a:ext uri="{FF2B5EF4-FFF2-40B4-BE49-F238E27FC236}">
                <a16:creationId xmlns:a16="http://schemas.microsoft.com/office/drawing/2014/main" id="{40C7191E-EF90-4AF5-AB6F-AE139A1A4C10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04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0" dur="500"/>
                                        <p:tgtEl>
                                          <p:spTgt spid="104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5" dur="500"/>
                                        <p:tgtEl>
                                          <p:spTgt spid="104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0" dur="500"/>
                                        <p:tgtEl>
                                          <p:spTgt spid="104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5" dur="500"/>
                                        <p:tgtEl>
                                          <p:spTgt spid="104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0" dur="500"/>
                                        <p:tgtEl>
                                          <p:spTgt spid="104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5" dur="500"/>
                                        <p:tgtEl>
                                          <p:spTgt spid="104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0" dur="500"/>
                                        <p:tgtEl>
                                          <p:spTgt spid="104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044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044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451" grpId="0" autoUpdateAnimBg="0"/>
      <p:bldP spid="104474" grpId="0" autoUpdateAnimBg="0"/>
      <p:bldP spid="104475" grpId="0" autoUpdateAnimBg="0"/>
      <p:bldP spid="104476" grpId="0" autoUpdateAnimBg="0"/>
      <p:bldP spid="104477" grpId="0" autoUpdateAnimBg="0"/>
      <p:bldP spid="104493" grpId="0" autoUpdateAnimBg="0"/>
      <p:bldP spid="104494" grpId="0" autoUpdateAnimBg="0"/>
      <p:bldP spid="104495" grpId="0" autoUpdateAnimBg="0"/>
      <p:bldP spid="104496" grpId="0" autoUpdateAnimBg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D2A30C0C-E4FD-484A-AC15-5F5A862B81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【</a:t>
            </a:r>
            <a:r>
              <a:rPr lang="zh-CN" altLang="en-US" dirty="0"/>
              <a:t>例</a:t>
            </a:r>
            <a:r>
              <a:rPr lang="en-US" altLang="zh-CN" dirty="0"/>
              <a:t>2.5-4】</a:t>
            </a:r>
            <a:r>
              <a:rPr lang="zh-CN" altLang="en-US" dirty="0"/>
              <a:t>浮点运算举例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A6C8E0F8-C7EA-455A-A309-7B2BBD2BC930}"/>
              </a:ext>
            </a:extLst>
          </p:cNvPr>
          <p:cNvSpPr/>
          <p:nvPr/>
        </p:nvSpPr>
        <p:spPr>
          <a:xfrm>
            <a:off x="251520" y="836712"/>
            <a:ext cx="8784976" cy="169277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 eaLnBrk="1" fontAlgn="auto" hangingPunct="1"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</a:pPr>
            <a:r>
              <a:rPr lang="zh-CN" altLang="en-US" sz="2600" b="1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例</a:t>
            </a:r>
            <a:r>
              <a:rPr lang="en-US" altLang="zh-CN" sz="2600" b="1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1  </a:t>
            </a:r>
            <a:r>
              <a:rPr lang="zh-CN" altLang="en-US" sz="2600" b="1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两浮点数 </a:t>
            </a:r>
            <a:r>
              <a:rPr lang="en-US" altLang="zh-CN" sz="2600" b="1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x = 2</a:t>
            </a:r>
            <a:r>
              <a:rPr lang="en-US" altLang="zh-CN" sz="2600" b="1" baseline="700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101</a:t>
            </a:r>
            <a:r>
              <a:rPr lang="en-US" altLang="zh-CN" sz="2600" b="1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×0.11011011</a:t>
            </a:r>
            <a:r>
              <a:rPr lang="zh-CN" altLang="en-US" sz="2600" b="1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，</a:t>
            </a:r>
            <a:r>
              <a:rPr lang="en-US" altLang="zh-CN" sz="2600" b="1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y = 2</a:t>
            </a:r>
            <a:r>
              <a:rPr lang="en-US" altLang="zh-CN" sz="2600" b="1" baseline="70000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111</a:t>
            </a:r>
            <a:r>
              <a:rPr lang="en-US" altLang="zh-CN" sz="2600" b="1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×(-0.10101100)</a:t>
            </a:r>
            <a:r>
              <a:rPr lang="zh-CN" altLang="en-US" sz="2600" b="1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。假设尾数在计算机中以补码表示，可存储</a:t>
            </a:r>
            <a:r>
              <a:rPr lang="en-US" altLang="zh-CN" sz="2600" b="1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10</a:t>
            </a:r>
            <a:r>
              <a:rPr lang="zh-CN" altLang="en-US" sz="2600" b="1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位尾数，</a:t>
            </a:r>
            <a:r>
              <a:rPr lang="en-US" altLang="zh-CN" sz="2600" b="1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2</a:t>
            </a:r>
            <a:r>
              <a:rPr lang="zh-CN" altLang="en-US" sz="2600" b="1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位符号位，阶码以补码表示，双符号位</a:t>
            </a:r>
            <a:r>
              <a:rPr lang="en-US" altLang="zh-CN" sz="2600" b="1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, </a:t>
            </a:r>
            <a:r>
              <a:rPr lang="zh-CN" altLang="en-US" sz="2600" b="1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求 </a:t>
            </a:r>
            <a:r>
              <a:rPr lang="en-US" altLang="zh-CN" sz="2600" b="1" dirty="0">
                <a:solidFill>
                  <a:prstClr val="black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x + y</a:t>
            </a:r>
            <a:r>
              <a:rPr lang="zh-CN" altLang="en-US" sz="2600" b="1" dirty="0">
                <a:solidFill>
                  <a:prstClr val="black"/>
                </a:solidFill>
                <a:latin typeface="宋体" panose="02010600030101010101" pitchFamily="2" charset="-122"/>
              </a:rPr>
              <a:t>。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A63C7360-C4CE-47AD-AF09-E83D6B888B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717" y="2548150"/>
            <a:ext cx="8604702" cy="4040156"/>
          </a:xfrm>
          <a:prstGeom prst="rect">
            <a:avLst/>
          </a:prstGeom>
          <a:ln>
            <a:headEnd/>
            <a:tailEnd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lang="zh-CN" altLang="en-US" sz="2400" dirty="0" smtClean="0">
                <a:solidFill>
                  <a:schemeClr val="tx1"/>
                </a:solidFill>
                <a:latin typeface="+mn-ea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lang="zh-CN" altLang="en-US" sz="2000" dirty="0" smtClean="0">
                <a:solidFill>
                  <a:srgbClr val="C00000"/>
                </a:solidFill>
                <a:latin typeface="+mn-ea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lang="zh-CN" altLang="en-US" sz="2000" dirty="0" smtClean="0">
                <a:solidFill>
                  <a:schemeClr val="tx1"/>
                </a:solidFill>
                <a:latin typeface="+mn-ea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16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1600">
                <a:solidFill>
                  <a:schemeClr val="tx1"/>
                </a:solidFill>
                <a:latin typeface="+mn-lt"/>
                <a:ea typeface="+mn-ea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6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6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6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6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622300" marR="0" lvl="0" indent="-355600" algn="l" defTabSz="914400" rtl="0" eaLnBrk="1" fontAlgn="base" latinLnBrk="0" hangingPunct="1">
              <a:lnSpc>
                <a:spcPct val="14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zh-CN" altLang="en-US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解：将</a:t>
            </a:r>
            <a:r>
              <a:rPr kumimoji="0" lang="en-US" altLang="zh-CN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x , y</a:t>
            </a:r>
            <a:r>
              <a:rPr kumimoji="0" lang="zh-CN" altLang="en-US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转换成浮点格式</a:t>
            </a:r>
          </a:p>
          <a:p>
            <a:pPr marL="622300" marR="0" lvl="0" indent="-355600" algn="l" defTabSz="914400" rtl="0" eaLnBrk="1" fontAlgn="base" latinLnBrk="0" hangingPunct="1">
              <a:lnSpc>
                <a:spcPct val="14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 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[x]</a:t>
            </a:r>
            <a:r>
              <a:rPr kumimoji="0" lang="zh-CN" altLang="en-US" sz="20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=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00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101,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00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.1101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1011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  </a:t>
            </a:r>
          </a:p>
          <a:p>
            <a:pPr marL="622300" marR="0" lvl="0" indent="-355600" algn="l" defTabSz="914400" rtl="0" eaLnBrk="1" fontAlgn="base" latinLnBrk="0" hangingPunct="1">
              <a:lnSpc>
                <a:spcPct val="14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 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[Y]</a:t>
            </a:r>
            <a:r>
              <a:rPr kumimoji="0" lang="zh-CN" altLang="en-US" sz="20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=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00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111,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11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.0101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0100</a:t>
            </a:r>
          </a:p>
          <a:p>
            <a:pPr marL="622300" marR="0" lvl="0" indent="-355600" algn="l" defTabSz="914400" rtl="0" eaLnBrk="1" fontAlgn="base" latinLnBrk="0" hangingPunct="1">
              <a:lnSpc>
                <a:spcPct val="14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zh-CN" altLang="en-US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步骤</a:t>
            </a:r>
            <a:r>
              <a:rPr kumimoji="0" lang="en-US" altLang="zh-CN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1</a:t>
            </a:r>
            <a:r>
              <a:rPr kumimoji="0" lang="zh-CN" altLang="en-US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：对阶，阶差为 </a:t>
            </a:r>
            <a:r>
              <a:rPr kumimoji="0" lang="en-US" altLang="zh-CN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E</a:t>
            </a:r>
            <a:r>
              <a:rPr kumimoji="0" lang="en-US" altLang="zh-CN" sz="22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x </a:t>
            </a:r>
            <a:r>
              <a:rPr kumimoji="0" lang="en-US" altLang="zh-CN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10600030101010101" pitchFamily="2" charset="-122"/>
                <a:ea typeface="等线" panose="02010600030101010101" pitchFamily="2" charset="-122"/>
                <a:cs typeface="+mn-cs"/>
              </a:rPr>
              <a:t>− </a:t>
            </a:r>
            <a:r>
              <a:rPr kumimoji="0" lang="en-US" altLang="zh-CN" sz="22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E</a:t>
            </a:r>
            <a:r>
              <a:rPr kumimoji="0" lang="en-US" altLang="zh-CN" sz="2200" b="1" i="0" u="none" strike="noStrike" kern="0" cap="none" spc="0" normalizeH="0" baseline="-2500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y</a:t>
            </a:r>
            <a:r>
              <a:rPr kumimoji="0" lang="en-US" altLang="zh-CN" sz="22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= [E</a:t>
            </a:r>
            <a:r>
              <a:rPr kumimoji="0" lang="en-US" altLang="zh-CN" sz="22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x</a:t>
            </a:r>
            <a:r>
              <a:rPr kumimoji="0" lang="en-US" altLang="zh-CN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]</a:t>
            </a:r>
            <a:r>
              <a:rPr kumimoji="0" lang="zh-CN" altLang="en-US" sz="24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补</a:t>
            </a:r>
            <a:r>
              <a:rPr kumimoji="0" lang="zh-CN" altLang="en-US" sz="22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+ [−</a:t>
            </a:r>
            <a:r>
              <a:rPr kumimoji="0" lang="en-US" altLang="zh-CN" sz="22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E</a:t>
            </a:r>
            <a:r>
              <a:rPr kumimoji="0" lang="en-US" altLang="zh-CN" sz="2200" b="1" i="0" u="none" strike="noStrike" kern="0" cap="none" spc="0" normalizeH="0" baseline="-2500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y</a:t>
            </a:r>
            <a:r>
              <a:rPr kumimoji="0" lang="en-US" altLang="zh-CN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]</a:t>
            </a:r>
            <a:r>
              <a:rPr kumimoji="0" lang="zh-CN" altLang="en-US" sz="24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补</a:t>
            </a:r>
          </a:p>
          <a:p>
            <a:pPr marL="622300" marR="0" lvl="0" indent="-355600" algn="l" defTabSz="914400" rtl="0" eaLnBrk="1" fontAlgn="base" latinLnBrk="0" hangingPunct="1">
              <a:lnSpc>
                <a:spcPct val="14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 </a:t>
            </a:r>
            <a:r>
              <a:rPr kumimoji="0" lang="zh-CN" altLang="en-US" sz="2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[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10600030101010101" pitchFamily="2" charset="-122"/>
                <a:ea typeface="等线" panose="02010600030101010101" pitchFamily="2" charset="-122"/>
                <a:cs typeface="+mn-cs"/>
              </a:rPr>
              <a:t>−</a:t>
            </a:r>
            <a:r>
              <a:rPr kumimoji="0" lang="en-US" altLang="zh-CN" sz="20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E</a:t>
            </a:r>
            <a:r>
              <a:rPr kumimoji="0" lang="en-US" altLang="zh-CN" sz="2000" b="0" i="0" u="none" strike="noStrike" kern="0" cap="none" spc="0" normalizeH="0" baseline="-2500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y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]</a:t>
            </a:r>
            <a:r>
              <a:rPr kumimoji="0" lang="zh-CN" altLang="en-US" sz="20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补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=11001 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E</a:t>
            </a:r>
            <a:r>
              <a:rPr kumimoji="0" lang="en-US" altLang="zh-CN" sz="2000" b="0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x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10600030101010101" pitchFamily="2" charset="-122"/>
                <a:ea typeface="等线" panose="02010600030101010101" pitchFamily="2" charset="-122"/>
                <a:cs typeface="+mn-cs"/>
              </a:rPr>
              <a:t>−</a:t>
            </a:r>
            <a:r>
              <a:rPr kumimoji="0" lang="en-US" altLang="zh-CN" sz="20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E</a:t>
            </a:r>
            <a:r>
              <a:rPr kumimoji="0" lang="en-US" altLang="zh-CN" sz="2000" b="0" i="0" u="none" strike="noStrike" kern="0" cap="none" spc="0" normalizeH="0" baseline="-2500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y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＝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00101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＋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11001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＝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11110 = -2 &lt; 0</a:t>
            </a:r>
          </a:p>
          <a:p>
            <a:pPr marL="622300" marR="0" lvl="0" indent="-355600" algn="l" defTabSz="914400" rtl="0" eaLnBrk="1" fontAlgn="base" latinLnBrk="0" hangingPunct="1">
              <a:lnSpc>
                <a:spcPct val="14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     小阶对大阶，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X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阶码加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，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尾数右移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位</a:t>
            </a:r>
            <a:endParaRPr kumimoji="0" lang="en-US" altLang="zh-CN" sz="2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622300" marR="0" lvl="0" indent="-355600" algn="l" defTabSz="914400" rtl="0" eaLnBrk="1" fontAlgn="base" latinLnBrk="0" hangingPunct="1">
              <a:lnSpc>
                <a:spcPct val="14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 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[x]</a:t>
            </a:r>
            <a:r>
              <a:rPr kumimoji="0" lang="zh-CN" altLang="en-US" sz="20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=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00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111,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00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.0011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0110</a:t>
            </a:r>
            <a:r>
              <a:rPr kumimoji="0" lang="en-US" altLang="zh-CN" sz="2000" b="0" i="0" u="sng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11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  </a:t>
            </a:r>
            <a:r>
              <a:rPr kumimoji="0" lang="zh-CN" altLang="en-US" sz="2000" b="1" i="0" u="sng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保留位</a:t>
            </a:r>
            <a:endParaRPr kumimoji="0" lang="en-US" altLang="zh-CN" sz="2000" b="1" i="0" u="sng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622300" marR="0" lvl="0" indent="-355600" algn="l" defTabSz="914400" rtl="0" eaLnBrk="1" fontAlgn="base" latinLnBrk="0" hangingPunct="1">
              <a:lnSpc>
                <a:spcPct val="14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tabLst/>
              <a:defRPr/>
            </a:pPr>
            <a:endParaRPr kumimoji="0" lang="zh-CN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292CAD98-F17F-4C06-8059-51F5CAC1C7F0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85385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 autoUpdateAnimBg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4FBB17C8-AE55-409E-9266-57672572BE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109" y="996262"/>
            <a:ext cx="8928992" cy="5725131"/>
          </a:xfrm>
          <a:prstGeom prst="rect">
            <a:avLst/>
          </a:prstGeom>
          <a:ln>
            <a:headEnd/>
            <a:tailEnd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lang="zh-CN" altLang="en-US" sz="2400" dirty="0" smtClean="0">
                <a:solidFill>
                  <a:schemeClr val="tx1"/>
                </a:solidFill>
                <a:latin typeface="+mn-ea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lang="zh-CN" altLang="en-US" sz="2000" dirty="0" smtClean="0">
                <a:solidFill>
                  <a:srgbClr val="C00000"/>
                </a:solidFill>
                <a:latin typeface="+mn-ea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lang="zh-CN" altLang="en-US" sz="2000" dirty="0" smtClean="0">
                <a:solidFill>
                  <a:schemeClr val="tx1"/>
                </a:solidFill>
                <a:latin typeface="+mn-ea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16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1600">
                <a:solidFill>
                  <a:schemeClr val="tx1"/>
                </a:solidFill>
                <a:latin typeface="+mn-lt"/>
                <a:ea typeface="+mn-ea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6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6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6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6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622300" marR="0" lvl="0" indent="-355600" algn="l" defTabSz="914400" rtl="0" eaLnBrk="1" fontAlgn="base" latinLnBrk="0" hangingPunct="1">
              <a:lnSpc>
                <a:spcPct val="13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   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[x]</a:t>
            </a:r>
            <a:r>
              <a:rPr kumimoji="0" lang="zh-CN" altLang="en-US" sz="20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=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00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111,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00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.0011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0110</a:t>
            </a:r>
            <a:r>
              <a:rPr kumimoji="0" lang="en-US" altLang="zh-CN" sz="2000" b="1" i="0" u="sng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11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  </a:t>
            </a:r>
            <a:r>
              <a: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保留位</a:t>
            </a:r>
            <a:endParaRPr kumimoji="0" lang="en-US" altLang="zh-CN" sz="20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nsolas" panose="020B0609020204030204" pitchFamily="49" charset="0"/>
              <a:ea typeface="微软雅黑" panose="020B0503020204020204" pitchFamily="34" charset="-122"/>
              <a:cs typeface="+mn-cs"/>
            </a:endParaRPr>
          </a:p>
          <a:p>
            <a:pPr marL="622300" marR="0" lvl="0" indent="-355600" algn="l" defTabSz="914400" rtl="0" eaLnBrk="1" fontAlgn="base" latinLnBrk="0" hangingPunct="1">
              <a:lnSpc>
                <a:spcPct val="13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   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[Y]</a:t>
            </a:r>
            <a:r>
              <a:rPr kumimoji="0" lang="zh-CN" altLang="en-US" sz="20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=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00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111,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11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.0101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0100</a:t>
            </a:r>
          </a:p>
          <a:p>
            <a:pPr marL="622300" marR="0" lvl="0" indent="-355600" algn="l" defTabSz="914400" rtl="0" eaLnBrk="1" fontAlgn="base" latinLnBrk="0" hangingPunct="1">
              <a:lnSpc>
                <a:spcPct val="13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步骤</a:t>
            </a: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</a:t>
            </a:r>
            <a:r>
              <a: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：尾数求和</a:t>
            </a:r>
          </a:p>
          <a:p>
            <a:pPr marL="342900" marR="0" lvl="0" indent="-342900" algn="l" defTabSz="914400" rtl="0" eaLnBrk="1" fontAlgn="base" latinLnBrk="0" hangingPunct="1">
              <a:lnSpc>
                <a:spcPct val="130000"/>
              </a:lnSpc>
              <a:spcBef>
                <a:spcPct val="20000"/>
              </a:spcBef>
              <a:spcAft>
                <a:spcPct val="0"/>
              </a:spcAft>
              <a:buClr>
                <a:srgbClr val="CC0000"/>
              </a:buClr>
              <a:buSzTx/>
              <a:buFont typeface="Arial" pitchFamily="34" charset="0"/>
              <a:buNone/>
              <a:tabLst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等线" panose="02010600030101010101" pitchFamily="2" charset="-122"/>
                <a:cs typeface="+mn-cs"/>
              </a:rPr>
              <a:t>    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等线" panose="02010600030101010101" pitchFamily="2" charset="-122"/>
                <a:cs typeface="+mn-cs"/>
              </a:rPr>
              <a:t>[X+Y]</a:t>
            </a:r>
            <a:r>
              <a:rPr kumimoji="0" lang="zh-CN" altLang="en-US" sz="20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</a:t>
            </a:r>
            <a:r>
              <a:rPr kumimoji="0" lang="zh-CN" altLang="en-US" sz="2000" b="0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等线" panose="02010600030101010101" pitchFamily="2" charset="-122"/>
                <a:cs typeface="+mn-cs"/>
              </a:rPr>
              <a:t>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等线" panose="02010600030101010101" pitchFamily="2" charset="-122"/>
                <a:cs typeface="+mn-cs"/>
              </a:rPr>
              <a:t>=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00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等线" panose="02010600030101010101" pitchFamily="2" charset="-122"/>
                <a:cs typeface="+mn-cs"/>
              </a:rPr>
              <a:t>111,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11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等线" panose="02010600030101010101" pitchFamily="2" charset="-122"/>
                <a:cs typeface="+mn-cs"/>
              </a:rPr>
              <a:t>.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1000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10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onsolas" panose="020B0609020204030204" pitchFamily="49" charset="0"/>
                <a:ea typeface="等线" panose="02010600030101010101" pitchFamily="2" charset="-122"/>
                <a:cs typeface="+mn-cs"/>
              </a:rPr>
              <a:t>10</a:t>
            </a:r>
            <a:r>
              <a:rPr kumimoji="0" lang="en-US" altLang="zh-CN" sz="2000" b="1" i="0" u="sng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等线" panose="02010600030101010101" pitchFamily="2" charset="-122"/>
                <a:cs typeface="+mn-cs"/>
              </a:rPr>
              <a:t>1</a:t>
            </a:r>
            <a:r>
              <a:rPr kumimoji="0" lang="en-US" altLang="zh-CN" sz="2000" b="1" i="0" u="sng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  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保留位参与运算</a:t>
            </a:r>
            <a:endParaRPr kumimoji="0" lang="en-US" altLang="zh-CN" sz="2000" b="0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nsolas" panose="020B0609020204030204" pitchFamily="49" charset="0"/>
              <a:ea typeface="微软雅黑" panose="020B0503020204020204" pitchFamily="34" charset="-122"/>
              <a:cs typeface="+mn-cs"/>
            </a:endParaRPr>
          </a:p>
          <a:p>
            <a:pPr marL="622300" marR="0" lvl="0" indent="-355600" algn="l" defTabSz="914400" rtl="0" eaLnBrk="1" fontAlgn="base" latinLnBrk="0" hangingPunct="1">
              <a:lnSpc>
                <a:spcPct val="130000"/>
              </a:lnSpc>
              <a:spcBef>
                <a:spcPct val="20000"/>
              </a:spcBef>
              <a:spcAft>
                <a:spcPct val="0"/>
              </a:spcAft>
              <a:buClr>
                <a:srgbClr val="CC0000"/>
              </a:buClr>
              <a:buSzTx/>
              <a:buFont typeface="Arial" pitchFamily="34" charset="0"/>
              <a:buNone/>
              <a:tabLst/>
              <a:defRPr/>
            </a:pPr>
            <a:r>
              <a: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步骤</a:t>
            </a: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3</a:t>
            </a:r>
            <a:r>
              <a: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：结果规格化</a:t>
            </a:r>
          </a:p>
          <a:p>
            <a:pPr marL="342900" marR="0" lvl="0" indent="-342900" algn="l" defTabSz="914400" rtl="0" eaLnBrk="1" fontAlgn="base" latinLnBrk="0" hangingPunct="1">
              <a:lnSpc>
                <a:spcPct val="130000"/>
              </a:lnSpc>
              <a:spcBef>
                <a:spcPct val="20000"/>
              </a:spcBef>
              <a:spcAft>
                <a:spcPct val="0"/>
              </a:spcAft>
              <a:buClr>
                <a:srgbClr val="CC0000"/>
              </a:buClr>
              <a:buSzTx/>
              <a:buFont typeface="Arial" pitchFamily="34" charset="0"/>
              <a:buNone/>
              <a:tabLst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   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[X+Y]</a:t>
            </a:r>
            <a:r>
              <a:rPr kumimoji="0" lang="zh-CN" altLang="en-US" sz="20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=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00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等线" panose="02010600030101010101" pitchFamily="2" charset="-122"/>
                <a:cs typeface="+mn-cs"/>
              </a:rPr>
              <a:t>110,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11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等线" panose="02010600030101010101" pitchFamily="2" charset="-122"/>
                <a:cs typeface="+mn-cs"/>
              </a:rPr>
              <a:t>.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等线" panose="02010600030101010101" pitchFamily="2" charset="-122"/>
                <a:cs typeface="+mn-cs"/>
              </a:rPr>
              <a:t>0001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等线" panose="02010600030101010101" pitchFamily="2" charset="-122"/>
                <a:cs typeface="+mn-cs"/>
              </a:rPr>
              <a:t>0101</a:t>
            </a:r>
            <a:r>
              <a:rPr kumimoji="0" lang="en-US" altLang="zh-CN" sz="2000" b="1" i="0" u="sng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等线" panose="02010600030101010101" pitchFamily="2" charset="-122"/>
                <a:cs typeface="+mn-cs"/>
              </a:rPr>
              <a:t>1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等线" panose="02010600030101010101" pitchFamily="2" charset="-122"/>
                <a:cs typeface="+mn-cs"/>
              </a:rPr>
              <a:t>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等线" panose="02010600030101010101" pitchFamily="2" charset="-122"/>
                <a:cs typeface="+mn-cs"/>
              </a:rPr>
              <a:t>    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非规数，左归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位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, 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阶码减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，</a:t>
            </a:r>
            <a:endParaRPr kumimoji="0" lang="en-US" altLang="zh-CN" sz="2000" b="0" i="0" u="none" strike="noStrike" kern="0" cap="none" spc="0" normalizeH="0" baseline="0" noProof="0" dirty="0">
              <a:ln>
                <a:noFill/>
              </a:ln>
              <a:solidFill>
                <a:srgbClr val="E7E6E6">
                  <a:lumMod val="25000"/>
                </a:srgbClr>
              </a:solidFill>
              <a:effectLst/>
              <a:uLnTx/>
              <a:uFillTx/>
              <a:latin typeface="Consolas" panose="020B0609020204030204" pitchFamily="49" charset="0"/>
              <a:ea typeface="微软雅黑" panose="020B0503020204020204" pitchFamily="34" charset="-122"/>
              <a:cs typeface="+mn-cs"/>
            </a:endParaRPr>
          </a:p>
          <a:p>
            <a:pPr marL="342900" marR="0" lvl="0" indent="-342900" algn="l" defTabSz="914400" rtl="0" eaLnBrk="1" fontAlgn="base" latinLnBrk="0" hangingPunct="1">
              <a:lnSpc>
                <a:spcPct val="130000"/>
              </a:lnSpc>
              <a:spcBef>
                <a:spcPct val="20000"/>
              </a:spcBef>
              <a:spcAft>
                <a:spcPct val="0"/>
              </a:spcAft>
              <a:buClr>
                <a:srgbClr val="CC0000"/>
              </a:buClr>
              <a:buSzTx/>
              <a:buFont typeface="Arial" pitchFamily="34" charset="0"/>
              <a:buNone/>
              <a:tabLst/>
              <a:defRPr/>
            </a:pPr>
            <a:r>
              <a:rPr lang="en-US" altLang="zh-CN" sz="2000" kern="0" dirty="0">
                <a:solidFill>
                  <a:srgbClr val="E7E6E6">
                    <a:lumMod val="25000"/>
                  </a:srgbClr>
                </a:solidFill>
                <a:latin typeface="Consolas" panose="020B0609020204030204" pitchFamily="49" charset="0"/>
                <a:ea typeface="微软雅黑" panose="020B0503020204020204" pitchFamily="34" charset="-122"/>
              </a:rPr>
              <a:t>      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保留位？</a:t>
            </a:r>
            <a:endParaRPr kumimoji="0" lang="en-US" altLang="zh-CN" sz="2000" b="0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nsolas" panose="020B0609020204030204" pitchFamily="49" charset="0"/>
              <a:ea typeface="微软雅黑" panose="020B0503020204020204" pitchFamily="34" charset="-122"/>
              <a:cs typeface="+mn-cs"/>
            </a:endParaRPr>
          </a:p>
          <a:p>
            <a:pPr marL="622300" marR="0" lvl="0" indent="-355600" algn="l" defTabSz="914400" rtl="0" eaLnBrk="1" fontAlgn="base" latinLnBrk="0" hangingPunct="1">
              <a:lnSpc>
                <a:spcPct val="130000"/>
              </a:lnSpc>
              <a:spcBef>
                <a:spcPct val="20000"/>
              </a:spcBef>
              <a:spcAft>
                <a:spcPct val="0"/>
              </a:spcAft>
              <a:buClr>
                <a:srgbClr val="CC0000"/>
              </a:buClr>
              <a:buSzTx/>
              <a:buFont typeface="Arial" pitchFamily="34" charset="0"/>
              <a:buNone/>
              <a:tabLst/>
              <a:defRPr/>
            </a:pPr>
            <a:r>
              <a: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步骤</a:t>
            </a: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4</a:t>
            </a:r>
            <a:r>
              <a: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：舍入处理    </a:t>
            </a:r>
            <a:endParaRPr kumimoji="0" lang="en-US" altLang="zh-CN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342900" marR="0" lvl="0" indent="-342900" algn="l" defTabSz="914400" rtl="0" eaLnBrk="1" fontAlgn="base" latinLnBrk="0" hangingPunct="1">
              <a:lnSpc>
                <a:spcPct val="130000"/>
              </a:lnSpc>
              <a:spcBef>
                <a:spcPct val="20000"/>
              </a:spcBef>
              <a:spcAft>
                <a:spcPct val="0"/>
              </a:spcAft>
              <a:buClr>
                <a:srgbClr val="CC0000"/>
              </a:buClr>
              <a:buSzTx/>
              <a:buFont typeface="Arial" pitchFamily="34" charset="0"/>
              <a:buNone/>
              <a:tabLst/>
              <a:defRPr/>
            </a:pP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    [X+Y]</a:t>
            </a:r>
            <a:r>
              <a:rPr kumimoji="0" lang="zh-CN" altLang="en-US" sz="20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=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00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110,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11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.00010110  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(0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舍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如法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)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</a:t>
            </a:r>
          </a:p>
          <a:p>
            <a:pPr marL="342900" marR="0" lvl="0" indent="-342900" algn="l" defTabSz="914400" rtl="0" eaLnBrk="1" fontAlgn="base" latinLnBrk="0" hangingPunct="1">
              <a:lnSpc>
                <a:spcPct val="130000"/>
              </a:lnSpc>
              <a:spcBef>
                <a:spcPct val="20000"/>
              </a:spcBef>
              <a:spcAft>
                <a:spcPct val="0"/>
              </a:spcAft>
              <a:buClr>
                <a:srgbClr val="CC0000"/>
              </a:buClr>
              <a:buSzTx/>
              <a:buFont typeface="Arial" pitchFamily="34" charset="0"/>
              <a:buNone/>
              <a:tabLst/>
              <a:defRPr/>
            </a:pP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    [X+Y]</a:t>
            </a:r>
            <a:r>
              <a:rPr kumimoji="0" lang="zh-CN" altLang="en-US" sz="20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=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00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110,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11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.00010101  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(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截去法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)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</a:t>
            </a:r>
          </a:p>
          <a:p>
            <a:pPr marL="622300" marR="0" lvl="0" indent="-355600" algn="l" defTabSz="914400" rtl="0" eaLnBrk="1" fontAlgn="base" latinLnBrk="0" hangingPunct="1">
              <a:lnSpc>
                <a:spcPct val="130000"/>
              </a:lnSpc>
              <a:spcBef>
                <a:spcPct val="20000"/>
              </a:spcBef>
              <a:spcAft>
                <a:spcPct val="0"/>
              </a:spcAft>
              <a:buClr>
                <a:srgbClr val="CC0000"/>
              </a:buClr>
              <a:buSzTx/>
              <a:buFont typeface="Arial" pitchFamily="34" charset="0"/>
              <a:buNone/>
              <a:tabLst/>
              <a:defRPr/>
            </a:pPr>
            <a:r>
              <a: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步骤</a:t>
            </a: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5</a:t>
            </a:r>
            <a:r>
              <a: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：溢出判断</a:t>
            </a:r>
            <a:endParaRPr kumimoji="0" lang="en-US" altLang="zh-CN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622300" marR="0" lvl="0" indent="-355600" algn="l" defTabSz="914400" rtl="0" eaLnBrk="1" fontAlgn="base" latinLnBrk="0" hangingPunct="1">
              <a:lnSpc>
                <a:spcPct val="130000"/>
              </a:lnSpc>
              <a:spcBef>
                <a:spcPct val="20000"/>
              </a:spcBef>
              <a:spcAft>
                <a:spcPct val="0"/>
              </a:spcAft>
              <a:buClr>
                <a:srgbClr val="CC0000"/>
              </a:buClr>
              <a:buSzTx/>
              <a:buFont typeface="Arial" pitchFamily="34" charset="0"/>
              <a:buNone/>
              <a:tabLst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  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[X+Y]</a:t>
            </a:r>
            <a:r>
              <a:rPr kumimoji="0" lang="zh-CN" altLang="en-US" sz="20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</a:t>
            </a: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= 2</a:t>
            </a:r>
            <a:r>
              <a:rPr kumimoji="0" lang="en-US" altLang="zh-CN" sz="2000" b="0" i="0" u="none" strike="noStrike" kern="0" cap="none" spc="0" normalizeH="0" baseline="7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110</a:t>
            </a:r>
            <a:r>
              <a:rPr kumimoji="0" lang="en-US" altLang="zh-C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 x (-0.11101011)   </a:t>
            </a:r>
            <a:r>
              <a: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微软雅黑" panose="020B0503020204020204" pitchFamily="34" charset="-122"/>
                <a:cs typeface="+mn-cs"/>
              </a:rPr>
              <a:t>无溢出</a:t>
            </a:r>
          </a:p>
          <a:p>
            <a:pPr marL="342900" marR="0" lvl="0" indent="-342900" algn="l" defTabSz="914400" rtl="0" eaLnBrk="1" fontAlgn="base" latinLnBrk="0" hangingPunct="1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lr>
                <a:srgbClr val="CC0000"/>
              </a:buClr>
              <a:buSzTx/>
              <a:buFont typeface="Arial" pitchFamily="34" charset="0"/>
              <a:buNone/>
              <a:tabLst/>
              <a:defRPr/>
            </a:pPr>
            <a:endParaRPr kumimoji="0" lang="zh-CN" altLang="en-US" sz="2000" b="0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nsolas" panose="020B0609020204030204" pitchFamily="49" charset="0"/>
              <a:ea typeface="微软雅黑" panose="020B0503020204020204" pitchFamily="34" charset="-122"/>
              <a:cs typeface="+mn-cs"/>
            </a:endParaRPr>
          </a:p>
          <a:p>
            <a:pPr marL="342900" marR="0" lvl="0" indent="-342900" algn="l" defTabSz="914400" rtl="0" eaLnBrk="1" fontAlgn="base" latinLnBrk="0" hangingPunct="1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lr>
                <a:srgbClr val="CC0000"/>
              </a:buClr>
              <a:buSzTx/>
              <a:buFont typeface="Arial" pitchFamily="34" charset="0"/>
              <a:buNone/>
              <a:tabLst/>
              <a:defRPr/>
            </a:pPr>
            <a:endParaRPr kumimoji="0" lang="en-US" altLang="zh-CN" sz="2000" b="0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nsolas" panose="020B0609020204030204" pitchFamily="49" charset="0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6AD9BD4E-E7BD-49C5-ADEC-59A2639E848F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40124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 autoUpdateAnimBg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BBFDE24-4C67-47CA-A354-7E5F4B2808E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【</a:t>
            </a:r>
            <a:r>
              <a:rPr lang="zh-CN" altLang="en-US" dirty="0"/>
              <a:t>例</a:t>
            </a:r>
            <a:r>
              <a:rPr lang="en-US" altLang="zh-CN" dirty="0"/>
              <a:t>2.5-5】</a:t>
            </a:r>
            <a:r>
              <a:rPr lang="zh-CN" altLang="en-US" dirty="0"/>
              <a:t>浮点运算举例</a:t>
            </a:r>
          </a:p>
        </p:txBody>
      </p:sp>
      <p:sp>
        <p:nvSpPr>
          <p:cNvPr id="4" name="内容占位符 2">
            <a:extLst>
              <a:ext uri="{FF2B5EF4-FFF2-40B4-BE49-F238E27FC236}">
                <a16:creationId xmlns:a16="http://schemas.microsoft.com/office/drawing/2014/main" id="{1F2F378B-6E44-43A1-9F7D-E0ECDE1CE87C}"/>
              </a:ext>
            </a:extLst>
          </p:cNvPr>
          <p:cNvSpPr txBox="1">
            <a:spLocks/>
          </p:cNvSpPr>
          <p:nvPr/>
        </p:nvSpPr>
        <p:spPr>
          <a:xfrm>
            <a:off x="107505" y="940658"/>
            <a:ext cx="8928992" cy="5637024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lIns="91440" tIns="45720" rIns="91440" bIns="45720" rtlCol="0">
            <a:normAutofit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just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X=2</a:t>
            </a:r>
            <a:r>
              <a:rPr kumimoji="0" lang="en-US" altLang="zh-CN" sz="2400" b="0" i="0" u="none" strike="noStrike" kern="1200" cap="none" spc="0" normalizeH="0" baseline="7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111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  <a:sym typeface="Symbol" panose="05050102010706020507" pitchFamily="18" charset="2"/>
              </a:rPr>
              <a:t>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0.1111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1111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，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Y=2</a:t>
            </a:r>
            <a:r>
              <a:rPr kumimoji="0" lang="en-US" altLang="zh-CN" sz="2400" b="0" i="0" u="none" strike="noStrike" kern="1200" cap="none" spc="0" normalizeH="0" baseline="7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111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  <a:sym typeface="Symbol" panose="05050102010706020507" pitchFamily="18" charset="2"/>
              </a:rPr>
              <a:t>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0.1000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0001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                    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[X]</a:t>
            </a:r>
            <a:r>
              <a:rPr kumimoji="0" lang="zh-CN" altLang="en-US" sz="2400" b="1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=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  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0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111,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0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.1111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1111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          +         [Y]</a:t>
            </a:r>
            <a:r>
              <a:rPr kumimoji="0" lang="zh-CN" altLang="en-US" sz="2400" b="1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</a:t>
            </a:r>
            <a:r>
              <a:rPr kumimoji="0" lang="zh-CN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=   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0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111,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0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.1000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0001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                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[X+Y]</a:t>
            </a:r>
            <a:r>
              <a:rPr kumimoji="0" lang="zh-CN" altLang="en-US" sz="2400" b="1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</a:t>
            </a:r>
            <a:r>
              <a:rPr kumimoji="0" lang="zh-CN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=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  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0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111,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33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1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.1000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33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0000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 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尾数上溢，右归一位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，连同符号位进位位一起右移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1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位，阶码加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1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                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[X+Y]</a:t>
            </a:r>
            <a:r>
              <a:rPr kumimoji="0" lang="zh-CN" altLang="en-US" sz="2400" b="1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=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  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1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000,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33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0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.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1100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0000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    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      阶码正溢出，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cs typeface="+mn-cs"/>
              </a:rPr>
              <a:t>运算结果上溢  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 Rounded MT Bold" panose="020F0704030504030204" pitchFamily="34" charset="0"/>
              <a:cs typeface="+mn-cs"/>
            </a:endParaRP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8032E5BA-E45F-4498-8049-110C06A31B20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365825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1">
            <a:extLst>
              <a:ext uri="{FF2B5EF4-FFF2-40B4-BE49-F238E27FC236}">
                <a16:creationId xmlns:a16="http://schemas.microsoft.com/office/drawing/2014/main" id="{52C6E1E4-7886-4258-8F72-ED6B9FC441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74638"/>
            <a:ext cx="5483225" cy="457200"/>
          </a:xfrm>
        </p:spPr>
        <p:txBody>
          <a:bodyPr/>
          <a:lstStyle/>
          <a:p>
            <a:r>
              <a:rPr lang="en-US" altLang="zh-CN" dirty="0"/>
              <a:t>【</a:t>
            </a:r>
            <a:r>
              <a:rPr lang="zh-CN" altLang="en-US" dirty="0"/>
              <a:t>例</a:t>
            </a:r>
            <a:r>
              <a:rPr lang="en-US" altLang="zh-CN" dirty="0"/>
              <a:t>2.5-6】</a:t>
            </a:r>
            <a:r>
              <a:rPr lang="zh-CN" altLang="en-US" dirty="0"/>
              <a:t>浮点运算举例</a:t>
            </a:r>
          </a:p>
        </p:txBody>
      </p:sp>
      <p:sp>
        <p:nvSpPr>
          <p:cNvPr id="5" name="内容占位符 2">
            <a:extLst>
              <a:ext uri="{FF2B5EF4-FFF2-40B4-BE49-F238E27FC236}">
                <a16:creationId xmlns:a16="http://schemas.microsoft.com/office/drawing/2014/main" id="{E7A9B703-829A-4B0B-A9DF-3EFB3AD958E8}"/>
              </a:ext>
            </a:extLst>
          </p:cNvPr>
          <p:cNvSpPr txBox="1">
            <a:spLocks/>
          </p:cNvSpPr>
          <p:nvPr/>
        </p:nvSpPr>
        <p:spPr>
          <a:xfrm>
            <a:off x="487823" y="942764"/>
            <a:ext cx="8188634" cy="563702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just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X=2 </a:t>
            </a:r>
            <a:r>
              <a:rPr kumimoji="0" lang="en-US" altLang="zh-CN" sz="2600" b="0" i="0" u="none" strike="noStrike" kern="1200" cap="none" spc="0" normalizeH="0" baseline="7000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-1000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  <a:sym typeface="Symbol" panose="05050102010706020507" pitchFamily="18" charset="2"/>
              </a:rPr>
              <a:t>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-0.1111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0000</a:t>
            </a:r>
            <a:r>
              <a:rPr kumimoji="0" lang="zh-CN" altLang="en-US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，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Y=2 </a:t>
            </a:r>
            <a:r>
              <a:rPr kumimoji="0" lang="en-US" altLang="zh-CN" sz="2600" b="0" i="0" u="none" strike="noStrike" kern="1200" cap="none" spc="0" normalizeH="0" baseline="7000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-1000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  <a:sym typeface="Symbol" panose="05050102010706020507" pitchFamily="18" charset="2"/>
              </a:rPr>
              <a:t>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0.1000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0001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                  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[X]</a:t>
            </a:r>
            <a:r>
              <a:rPr kumimoji="0" lang="zh-CN" altLang="en-US" sz="2600" b="1" i="0" u="none" strike="noStrike" kern="1200" cap="none" spc="0" normalizeH="0" baseline="-2500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</a:t>
            </a:r>
            <a:r>
              <a:rPr kumimoji="0" lang="zh-CN" altLang="en-US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=   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1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000,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00FF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1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.0001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0000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         +         [Y]</a:t>
            </a:r>
            <a:r>
              <a:rPr kumimoji="0" lang="zh-CN" altLang="en-US" sz="2600" b="1" i="0" u="none" strike="noStrike" kern="1200" cap="none" spc="0" normalizeH="0" baseline="-2500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</a:t>
            </a:r>
            <a:r>
              <a:rPr kumimoji="0" lang="zh-CN" altLang="en-US" sz="2600" b="0" i="0" u="none" strike="noStrike" kern="1200" cap="none" spc="0" normalizeH="0" baseline="-2500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zh-CN" altLang="en-US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=   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1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000,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0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.1000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0001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               [X+Y]</a:t>
            </a:r>
            <a:r>
              <a:rPr kumimoji="0" lang="zh-CN" altLang="en-US" sz="2600" b="1" i="0" u="none" strike="noStrike" kern="1200" cap="none" spc="0" normalizeH="0" baseline="-2500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</a:t>
            </a:r>
            <a:r>
              <a:rPr kumimoji="0" lang="zh-CN" altLang="en-US" sz="2600" b="0" i="0" u="none" strike="noStrike" kern="1200" cap="none" spc="0" normalizeH="0" baseline="-2500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 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=   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1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000,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66FF33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1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.1001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66FF33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0001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    </a:t>
            </a:r>
            <a:r>
              <a:rPr kumimoji="0" lang="en-US" altLang="zh-CN" sz="2600" b="1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zh-CN" altLang="en-US" sz="2600" b="1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尾数下溢，左归一位</a:t>
            </a:r>
            <a:r>
              <a:rPr kumimoji="0" lang="zh-CN" altLang="en-US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， 左移一位，阶码减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1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954F72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              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[X+Y]</a:t>
            </a:r>
            <a:r>
              <a:rPr kumimoji="0" lang="zh-CN" altLang="en-US" sz="2600" b="1" i="0" u="none" strike="noStrike" kern="1200" cap="none" spc="0" normalizeH="0" baseline="-2500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cs typeface="+mn-cs"/>
              </a:rPr>
              <a:t>浮 </a:t>
            </a:r>
            <a:r>
              <a:rPr kumimoji="0" lang="zh-CN" altLang="en-US" sz="2600" b="0" i="0" u="none" strike="noStrike" kern="1200" cap="none" spc="0" normalizeH="0" baseline="-2500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=   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1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000,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66FF33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1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.0010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0010 </a:t>
            </a: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rgbClr val="00FF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   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                  1000+1111=0111 =7  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      </a:t>
            </a:r>
            <a:r>
              <a:rPr kumimoji="0" lang="zh-CN" altLang="en-US" sz="26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阶码负上溢，</a:t>
            </a:r>
            <a:r>
              <a:rPr kumimoji="0" lang="zh-CN" altLang="en-US" sz="2600" b="1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Rounded MT Bold" panose="020F0704030504030204" pitchFamily="34" charset="0"/>
                <a:ea typeface="微软雅黑" panose="020B0503020204020204" pitchFamily="34" charset="-122"/>
                <a:cs typeface="+mn-cs"/>
              </a:rPr>
              <a:t>运算结果下溢</a:t>
            </a:r>
            <a:endParaRPr kumimoji="0" lang="zh-CN" altLang="en-US" sz="2600" b="1" i="1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 Rounded MT Bold" panose="020F0704030504030204" pitchFamily="34" charset="0"/>
              <a:ea typeface="微软雅黑" panose="020B0503020204020204" pitchFamily="34" charset="-122"/>
              <a:cs typeface="+mn-cs"/>
            </a:endParaRPr>
          </a:p>
          <a:p>
            <a:pPr marL="342900" marR="0" lvl="0" indent="-342900" algn="just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endParaRPr kumimoji="0" lang="en-US" altLang="zh-CN" sz="26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 Rounded MT Bold" panose="020F0704030504030204" pitchFamily="34" charset="0"/>
              <a:ea typeface="微软雅黑" panose="020B0503020204020204" pitchFamily="34" charset="-122"/>
              <a:cs typeface="+mn-cs"/>
            </a:endParaRPr>
          </a:p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endParaRPr kumimoji="0" lang="zh-CN" altLang="en-US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 Rounded MT Bold" panose="020F0704030504030204" pitchFamily="34" charset="0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6" name="组合 5">
            <a:extLst>
              <a:ext uri="{FF2B5EF4-FFF2-40B4-BE49-F238E27FC236}">
                <a16:creationId xmlns:a16="http://schemas.microsoft.com/office/drawing/2014/main" id="{914D88DB-40B5-4416-987C-BB2901D9EC91}"/>
              </a:ext>
            </a:extLst>
          </p:cNvPr>
          <p:cNvGrpSpPr/>
          <p:nvPr/>
        </p:nvGrpSpPr>
        <p:grpSpPr>
          <a:xfrm>
            <a:off x="5724128" y="5229200"/>
            <a:ext cx="3267998" cy="502619"/>
            <a:chOff x="7893034" y="2958604"/>
            <a:chExt cx="3267998" cy="502619"/>
          </a:xfrm>
        </p:grpSpPr>
        <p:sp>
          <p:nvSpPr>
            <p:cNvPr id="7" name="矩形 6">
              <a:extLst>
                <a:ext uri="{FF2B5EF4-FFF2-40B4-BE49-F238E27FC236}">
                  <a16:creationId xmlns:a16="http://schemas.microsoft.com/office/drawing/2014/main" id="{9E563B54-83D8-413A-B334-0A84F65D83DE}"/>
                </a:ext>
              </a:extLst>
            </p:cNvPr>
            <p:cNvSpPr/>
            <p:nvPr/>
          </p:nvSpPr>
          <p:spPr>
            <a:xfrm>
              <a:off x="7893034" y="2958604"/>
              <a:ext cx="3267998" cy="502619"/>
            </a:xfrm>
            <a:prstGeom prst="rect">
              <a:avLst/>
            </a:prstGeom>
            <a:solidFill>
              <a:srgbClr val="70AD47">
                <a:lumMod val="40000"/>
                <a:lumOff val="60000"/>
              </a:srgbClr>
            </a:solidFill>
            <a:ln w="12700" cap="flat" cmpd="sng" algn="ctr">
              <a:solidFill>
                <a:srgbClr val="5B9BD5">
                  <a:shade val="50000"/>
                </a:srgbClr>
              </a:solidFill>
              <a:prstDash val="solid"/>
              <a:miter lim="800000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等线" panose="02010600030101010101" pitchFamily="2" charset="-122"/>
                <a:cs typeface="+mn-cs"/>
              </a:endParaRPr>
            </a:p>
          </p:txBody>
        </p:sp>
        <p:sp>
          <p:nvSpPr>
            <p:cNvPr id="8" name="文本框 7">
              <a:extLst>
                <a:ext uri="{FF2B5EF4-FFF2-40B4-BE49-F238E27FC236}">
                  <a16:creationId xmlns:a16="http://schemas.microsoft.com/office/drawing/2014/main" id="{90B10DCC-7D16-4118-9802-AF2993D367E9}"/>
                </a:ext>
              </a:extLst>
            </p:cNvPr>
            <p:cNvSpPr txBox="1"/>
            <p:nvPr/>
          </p:nvSpPr>
          <p:spPr>
            <a:xfrm>
              <a:off x="7942650" y="3015184"/>
              <a:ext cx="3203868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000" b="1" i="0" u="none" strike="noStrike" kern="0" cap="none" spc="30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注意和前例的区别</a:t>
              </a:r>
            </a:p>
          </p:txBody>
        </p:sp>
      </p:grpSp>
      <p:sp>
        <p:nvSpPr>
          <p:cNvPr id="9" name="矩形 8">
            <a:extLst>
              <a:ext uri="{FF2B5EF4-FFF2-40B4-BE49-F238E27FC236}">
                <a16:creationId xmlns:a16="http://schemas.microsoft.com/office/drawing/2014/main" id="{E44964F8-BC29-45C8-A8CA-DCC0985E345D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93166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2. 5  </a:t>
            </a:r>
            <a:r>
              <a:rPr lang="zh-CN" altLang="en-US" sz="4400" b="1" dirty="0">
                <a:solidFill>
                  <a:srgbClr val="FF0000"/>
                </a:solidFill>
              </a:rPr>
              <a:t>浮点数的运算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/>
              <a:t>1</a:t>
            </a:r>
            <a:r>
              <a:rPr lang="en-US" altLang="zh-CN" dirty="0"/>
              <a:t>.</a:t>
            </a:r>
            <a:r>
              <a:rPr lang="zh-CN" altLang="en-US" dirty="0"/>
              <a:t>浮点加减运算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浮点运算器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2.</a:t>
            </a:r>
            <a:r>
              <a:rPr lang="zh-CN" altLang="en-US" dirty="0"/>
              <a:t>浮点乘除运算</a:t>
            </a:r>
          </a:p>
        </p:txBody>
      </p:sp>
      <p:sp>
        <p:nvSpPr>
          <p:cNvPr id="9" name="Text Box 4">
            <a:extLst>
              <a:ext uri="{FF2B5EF4-FFF2-40B4-BE49-F238E27FC236}">
                <a16:creationId xmlns:a16="http://schemas.microsoft.com/office/drawing/2014/main" id="{CF94B1E2-0F6A-4B01-991C-CB9E1BC0DB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4515912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4.MIPS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中的浮点运算</a:t>
            </a:r>
          </a:p>
        </p:txBody>
      </p:sp>
    </p:spTree>
    <p:extLst>
      <p:ext uri="{BB962C8B-B14F-4D97-AF65-F5344CB8AC3E}">
        <p14:creationId xmlns:p14="http://schemas.microsoft.com/office/powerpoint/2010/main" val="1964780694"/>
      </p:ext>
    </p:extLst>
  </p:cSld>
  <p:clrMapOvr>
    <a:masterClrMapping/>
  </p:clrMapOvr>
  <p:transition spd="slow"/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Text Box 2">
            <a:extLst>
              <a:ext uri="{FF2B5EF4-FFF2-40B4-BE49-F238E27FC236}">
                <a16:creationId xmlns:a16="http://schemas.microsoft.com/office/drawing/2014/main" id="{A4D4AF52-BB5A-457D-B16A-1E1EFD5EA4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304800"/>
            <a:ext cx="54864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3600" b="1" dirty="0">
                <a:latin typeface="Times New Roman" panose="02020603050405020304" pitchFamily="18" charset="0"/>
              </a:rPr>
              <a:t>二、浮点乘除运算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F756D957-2A07-433B-8B42-64D38DD20D0C}"/>
              </a:ext>
            </a:extLst>
          </p:cNvPr>
          <p:cNvSpPr/>
          <p:nvPr/>
        </p:nvSpPr>
        <p:spPr>
          <a:xfrm>
            <a:off x="971600" y="1013115"/>
            <a:ext cx="307167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uLnTx/>
                <a:uFillTx/>
                <a:latin typeface="+mj-ea"/>
                <a:ea typeface="+mj-ea"/>
                <a:cs typeface="+mj-cs"/>
              </a:rPr>
              <a:t>1.</a:t>
            </a:r>
            <a:r>
              <a:rPr kumimoji="0" lang="zh-CN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uLnTx/>
                <a:uFillTx/>
                <a:latin typeface="+mj-ea"/>
                <a:ea typeface="+mj-ea"/>
                <a:cs typeface="+mj-cs"/>
              </a:rPr>
              <a:t>浮点数乘法运算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uLnTx/>
              <a:uFillTx/>
              <a:latin typeface="+mj-ea"/>
              <a:ea typeface="+mj-ea"/>
            </a:endParaRPr>
          </a:p>
        </p:txBody>
      </p:sp>
      <p:sp>
        <p:nvSpPr>
          <p:cNvPr id="26" name="内容占位符 2">
            <a:extLst>
              <a:ext uri="{FF2B5EF4-FFF2-40B4-BE49-F238E27FC236}">
                <a16:creationId xmlns:a16="http://schemas.microsoft.com/office/drawing/2014/main" id="{3FB54CC2-DD34-4E6B-9E55-229243DDACB6}"/>
              </a:ext>
            </a:extLst>
          </p:cNvPr>
          <p:cNvSpPr txBox="1">
            <a:spLocks/>
          </p:cNvSpPr>
          <p:nvPr/>
        </p:nvSpPr>
        <p:spPr>
          <a:xfrm>
            <a:off x="100236" y="1571861"/>
            <a:ext cx="8943528" cy="563702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如：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X=2</a:t>
            </a:r>
            <a:r>
              <a:rPr kumimoji="0" lang="en-US" altLang="zh-CN" sz="2600" b="0" i="0" u="none" strike="noStrike" kern="1200" cap="none" spc="0" normalizeH="0" baseline="7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m</a:t>
            </a:r>
            <a:r>
              <a:rPr kumimoji="0" lang="en-US" altLang="zh-CN" sz="2600" b="1" i="0" u="none" strike="noStrike" kern="1200" cap="none" spc="0" normalizeH="0" baseline="5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  <a:sym typeface="Symbol" panose="05050102010706020507" pitchFamily="18" charset="2"/>
              </a:rPr>
              <a:t>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M</a:t>
            </a:r>
            <a:r>
              <a:rPr kumimoji="0" lang="en-US" altLang="zh-CN" sz="2600" b="1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x        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Y=2</a:t>
            </a:r>
            <a:r>
              <a:rPr kumimoji="0" lang="en-US" altLang="zh-CN" sz="2600" b="0" i="0" u="none" strike="noStrike" kern="1200" cap="none" spc="0" normalizeH="0" baseline="7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n</a:t>
            </a:r>
            <a:r>
              <a:rPr kumimoji="0" lang="en-US" altLang="zh-CN" sz="2600" b="1" i="0" u="none" strike="noStrike" kern="1200" cap="none" spc="0" normalizeH="0" baseline="5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  <a:sym typeface="Symbol" panose="05050102010706020507" pitchFamily="18" charset="2"/>
              </a:rPr>
              <a:t>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M</a:t>
            </a:r>
            <a:r>
              <a:rPr kumimoji="0" lang="en-US" altLang="zh-CN" sz="2600" b="1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y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       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X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  <a:sym typeface="Symbol" panose="05050102010706020507" pitchFamily="18" charset="2"/>
              </a:rPr>
              <a:t>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Y = ( 2</a:t>
            </a:r>
            <a:r>
              <a:rPr kumimoji="0" lang="en-US" altLang="zh-CN" sz="2600" b="0" i="0" u="none" strike="noStrike" kern="1200" cap="none" spc="0" normalizeH="0" baseline="7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m</a:t>
            </a:r>
            <a:r>
              <a:rPr kumimoji="0" lang="en-US" altLang="zh-CN" sz="2600" b="0" i="0" u="none" strike="noStrike" kern="1200" cap="none" spc="0" normalizeH="0" baseline="5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  <a:sym typeface="Symbol" panose="05050102010706020507" pitchFamily="18" charset="2"/>
              </a:rPr>
              <a:t></a:t>
            </a:r>
            <a:r>
              <a:rPr kumimoji="0" lang="en-US" altLang="zh-CN" sz="2600" b="0" i="0" u="none" strike="noStrike" kern="1200" cap="none" spc="0" normalizeH="0" baseline="5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M</a:t>
            </a:r>
            <a:r>
              <a:rPr kumimoji="0" lang="en-US" altLang="zh-CN" sz="2600" b="0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x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)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  <a:sym typeface="Symbol" panose="05050102010706020507" pitchFamily="18" charset="2"/>
              </a:rPr>
              <a:t>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( 2</a:t>
            </a:r>
            <a:r>
              <a:rPr kumimoji="0" lang="en-US" altLang="zh-CN" sz="2600" b="0" i="0" u="none" strike="noStrike" kern="1200" cap="none" spc="0" normalizeH="0" baseline="7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n</a:t>
            </a:r>
            <a:r>
              <a:rPr kumimoji="0" lang="en-US" altLang="zh-CN" sz="2600" b="0" i="0" u="none" strike="noStrike" kern="1200" cap="none" spc="0" normalizeH="0" baseline="5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  <a:sym typeface="Symbol" panose="05050102010706020507" pitchFamily="18" charset="2"/>
              </a:rPr>
              <a:t>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M</a:t>
            </a:r>
            <a:r>
              <a:rPr kumimoji="0" lang="en-US" altLang="zh-CN" sz="2600" b="0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y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) = 2</a:t>
            </a:r>
            <a:r>
              <a:rPr kumimoji="0" lang="en-US" altLang="zh-CN" sz="2600" b="0" i="0" u="none" strike="noStrike" kern="1200" cap="none" spc="0" normalizeH="0" baseline="7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m+n</a:t>
            </a:r>
            <a:r>
              <a:rPr kumimoji="0" lang="en-US" altLang="zh-CN" sz="2600" b="0" i="0" u="none" strike="noStrike" kern="1200" cap="none" spc="0" normalizeH="0" baseline="5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  <a:sym typeface="Symbol" panose="05050102010706020507" pitchFamily="18" charset="2"/>
              </a:rPr>
              <a:t>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(M</a:t>
            </a:r>
            <a:r>
              <a:rPr kumimoji="0" lang="en-US" altLang="zh-CN" sz="2600" b="0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x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  <a:sym typeface="Symbol" panose="05050102010706020507" pitchFamily="18" charset="2"/>
              </a:rPr>
              <a:t>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M</a:t>
            </a:r>
            <a:r>
              <a:rPr kumimoji="0" lang="en-US" altLang="zh-CN" sz="2600" b="0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y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)</a:t>
            </a: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None/>
              <a:tabLst/>
              <a:defRPr/>
            </a:pPr>
            <a:r>
              <a:rPr kumimoji="0" lang="en-US" altLang="zh-CN" sz="25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(1)</a:t>
            </a:r>
            <a:r>
              <a:rPr kumimoji="0" lang="zh-CN" altLang="en-US" sz="25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阶码相加</a:t>
            </a:r>
          </a:p>
          <a:p>
            <a:pPr marL="715963" marR="0" lvl="1" indent="-177800" algn="just" defTabSz="536575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1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阶码相加可能产生溢出，要进行溢出判断，如溢出计算机要进行处理</a:t>
            </a: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None/>
              <a:tabLst/>
              <a:defRPr/>
            </a:pPr>
            <a:r>
              <a:rPr kumimoji="0" lang="en-US" altLang="zh-CN" sz="25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(2)</a:t>
            </a:r>
            <a:r>
              <a:rPr kumimoji="0" lang="zh-CN" altLang="en-US" sz="25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尾数相乘</a:t>
            </a:r>
          </a:p>
          <a:p>
            <a:pPr marL="715963" marR="0" lvl="1" indent="-177800" algn="just" defTabSz="536575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1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尾数相乘可得积的尾数，可按定点乘法运算方法运算</a:t>
            </a: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None/>
              <a:tabLst/>
              <a:defRPr/>
            </a:pPr>
            <a:r>
              <a:rPr kumimoji="0" lang="en-US" altLang="zh-CN" sz="25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(3)</a:t>
            </a:r>
            <a:r>
              <a:rPr kumimoji="0" lang="zh-CN" altLang="en-US" sz="25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结果规格化</a:t>
            </a:r>
          </a:p>
          <a:p>
            <a:pPr marL="715963" marR="0" lvl="1" indent="-177800" algn="just" defTabSz="536575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1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可按浮点加</a:t>
            </a:r>
            <a:r>
              <a:rPr kumimoji="0" lang="en-US" altLang="zh-CN" sz="21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/</a:t>
            </a:r>
            <a:r>
              <a:rPr kumimoji="0" lang="zh-CN" altLang="en-US" sz="21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减法运算规格化方式处理，舍入方式也相同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endParaRPr kumimoji="0" lang="zh-CN" altLang="en-US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D7F741E1-BEC4-4013-9451-B763561E1739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09AE37C1-27F7-48AA-994F-BC6998D0A2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solidFill>
                  <a:srgbClr val="FF0000"/>
                </a:solidFill>
              </a:rPr>
              <a:t>2.</a:t>
            </a:r>
            <a:r>
              <a:rPr lang="zh-CN" altLang="en-US" dirty="0">
                <a:solidFill>
                  <a:srgbClr val="FF0000"/>
                </a:solidFill>
              </a:rPr>
              <a:t>浮点数除法运算</a:t>
            </a:r>
          </a:p>
        </p:txBody>
      </p:sp>
      <p:sp>
        <p:nvSpPr>
          <p:cNvPr id="4" name="内容占位符 2">
            <a:extLst>
              <a:ext uri="{FF2B5EF4-FFF2-40B4-BE49-F238E27FC236}">
                <a16:creationId xmlns:a16="http://schemas.microsoft.com/office/drawing/2014/main" id="{71A96D8A-3D1D-40D6-A426-2D6C8E6BA7BD}"/>
              </a:ext>
            </a:extLst>
          </p:cNvPr>
          <p:cNvSpPr txBox="1">
            <a:spLocks/>
          </p:cNvSpPr>
          <p:nvPr/>
        </p:nvSpPr>
        <p:spPr>
          <a:xfrm>
            <a:off x="611560" y="946338"/>
            <a:ext cx="8260642" cy="563702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如：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X=2</a:t>
            </a:r>
            <a:r>
              <a:rPr kumimoji="0" lang="en-US" altLang="zh-CN" sz="2600" b="0" i="0" u="none" strike="noStrike" kern="1200" cap="none" spc="0" normalizeH="0" baseline="7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m</a:t>
            </a:r>
            <a:r>
              <a:rPr kumimoji="0" lang="en-US" altLang="zh-CN" sz="2600" b="1" i="0" u="none" strike="noStrike" kern="1200" cap="none" spc="0" normalizeH="0" baseline="5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  <a:sym typeface="Symbol" panose="05050102010706020507" pitchFamily="18" charset="2"/>
              </a:rPr>
              <a:t>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M</a:t>
            </a:r>
            <a:r>
              <a:rPr kumimoji="0" lang="en-US" altLang="zh-CN" sz="2600" b="1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x        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Y=2</a:t>
            </a:r>
            <a:r>
              <a:rPr kumimoji="0" lang="en-US" altLang="zh-CN" sz="2600" b="0" i="0" u="none" strike="noStrike" kern="1200" cap="none" spc="0" normalizeH="0" baseline="7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n</a:t>
            </a:r>
            <a:r>
              <a:rPr kumimoji="0" lang="en-US" altLang="zh-CN" sz="2600" b="1" i="0" u="none" strike="noStrike" kern="1200" cap="none" spc="0" normalizeH="0" baseline="5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  <a:sym typeface="Symbol" panose="05050102010706020507" pitchFamily="18" charset="2"/>
              </a:rPr>
              <a:t>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M</a:t>
            </a:r>
            <a:r>
              <a:rPr kumimoji="0" lang="en-US" altLang="zh-CN" sz="2600" b="1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y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       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X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  <a:sym typeface="Symbol" panose="05050102010706020507" pitchFamily="18" charset="2"/>
              </a:rPr>
              <a:t>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Y = ( 2</a:t>
            </a:r>
            <a:r>
              <a:rPr kumimoji="0" lang="en-US" altLang="zh-CN" sz="2600" b="0" i="0" u="none" strike="noStrike" kern="1200" cap="none" spc="0" normalizeH="0" baseline="7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m</a:t>
            </a:r>
            <a:r>
              <a:rPr kumimoji="0" lang="en-US" altLang="zh-CN" sz="2600" b="0" i="0" u="none" strike="noStrike" kern="1200" cap="none" spc="0" normalizeH="0" baseline="5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  <a:sym typeface="Symbol" panose="05050102010706020507" pitchFamily="18" charset="2"/>
              </a:rPr>
              <a:t></a:t>
            </a:r>
            <a:r>
              <a:rPr kumimoji="0" lang="en-US" altLang="zh-CN" sz="2600" b="0" i="0" u="none" strike="noStrike" kern="1200" cap="none" spc="0" normalizeH="0" baseline="5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M</a:t>
            </a:r>
            <a:r>
              <a:rPr kumimoji="0" lang="en-US" altLang="zh-CN" sz="2600" b="0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x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)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Symbol" panose="05050102010706020507" pitchFamily="18" charset="2"/>
              </a:rPr>
              <a:t>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( 2</a:t>
            </a:r>
            <a:r>
              <a:rPr kumimoji="0" lang="en-US" altLang="zh-CN" sz="2600" b="0" i="0" u="none" strike="noStrike" kern="1200" cap="none" spc="0" normalizeH="0" baseline="7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n</a:t>
            </a:r>
            <a:r>
              <a:rPr kumimoji="0" lang="en-US" altLang="zh-CN" sz="2600" b="0" i="0" u="none" strike="noStrike" kern="1200" cap="none" spc="0" normalizeH="0" baseline="5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  <a:sym typeface="Symbol" panose="05050102010706020507" pitchFamily="18" charset="2"/>
              </a:rPr>
              <a:t>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M</a:t>
            </a:r>
            <a:r>
              <a:rPr kumimoji="0" lang="en-US" altLang="zh-CN" sz="2600" b="0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y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) = 2</a:t>
            </a:r>
            <a:r>
              <a:rPr kumimoji="0" lang="en-US" altLang="zh-CN" sz="2600" b="0" i="0" u="none" strike="noStrike" kern="1200" cap="none" spc="0" normalizeH="0" baseline="7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m-n</a:t>
            </a:r>
            <a:r>
              <a:rPr kumimoji="0" lang="en-US" altLang="zh-CN" sz="2600" b="0" i="0" u="none" strike="noStrike" kern="1200" cap="none" spc="0" normalizeH="0" baseline="50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  <a:sym typeface="Symbol" panose="05050102010706020507" pitchFamily="18" charset="2"/>
              </a:rPr>
              <a:t>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(M</a:t>
            </a:r>
            <a:r>
              <a:rPr kumimoji="0" lang="en-US" altLang="zh-CN" sz="2600" b="0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x 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Symbol" panose="05050102010706020507" pitchFamily="18" charset="2"/>
              </a:rPr>
              <a:t>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 M</a:t>
            </a:r>
            <a:r>
              <a:rPr kumimoji="0" lang="en-US" altLang="zh-CN" sz="2600" b="0" i="0" u="none" strike="noStrike" kern="1200" cap="none" spc="0" normalizeH="0" baseline="-2500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y</a:t>
            </a:r>
            <a:r>
              <a:rPr kumimoji="0" lang="en-US" altLang="zh-CN" sz="26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Segoe UI Semibold" panose="020B0702040204020203" pitchFamily="34" charset="0"/>
                <a:ea typeface="微软雅黑" panose="020B0503020204020204" pitchFamily="34" charset="-122"/>
                <a:cs typeface="Segoe UI Semibold" panose="020B0702040204020203" pitchFamily="34" charset="0"/>
              </a:rPr>
              <a:t>)</a:t>
            </a:r>
          </a:p>
          <a:p>
            <a:pPr marL="495300" marR="0" lvl="0" indent="-4953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kumimoji="0" lang="zh-CN" altLang="en-US" sz="25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尾数调整</a:t>
            </a:r>
          </a:p>
          <a:p>
            <a:pPr marL="457200" marR="0" lvl="1" indent="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1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如被除数尾数大于除数尾数 </a:t>
            </a:r>
            <a:r>
              <a:rPr kumimoji="0" lang="en-US" altLang="zh-CN" sz="21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(</a:t>
            </a:r>
            <a:r>
              <a:rPr kumimoji="0" lang="zh-CN" altLang="en-US" sz="21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绝对值</a:t>
            </a:r>
            <a:r>
              <a:rPr kumimoji="0" lang="en-US" altLang="zh-CN" sz="21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)</a:t>
            </a:r>
            <a:r>
              <a:rPr kumimoji="0" lang="zh-CN" altLang="en-US" sz="21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，则将被除数尾数右移一位，阶码</a:t>
            </a:r>
            <a:r>
              <a:rPr kumimoji="0" lang="en-US" altLang="zh-CN" sz="21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+1</a:t>
            </a:r>
            <a:endParaRPr kumimoji="0" lang="zh-CN" altLang="en-US" sz="21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95300" marR="0" lvl="0" indent="-4953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kumimoji="0" lang="zh-CN" altLang="en-US" sz="25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阶码求差</a:t>
            </a:r>
          </a:p>
          <a:p>
            <a:pPr marL="457200" marR="0" lvl="1" indent="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1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商的阶码等于被除数的阶码减去除数的阶码</a:t>
            </a:r>
          </a:p>
          <a:p>
            <a:pPr marL="495300" marR="0" lvl="0" indent="-4953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kumimoji="0" lang="zh-CN" altLang="en-US" sz="25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尾数相除</a:t>
            </a:r>
          </a:p>
          <a:p>
            <a:pPr marL="457200" marR="0" lvl="1" indent="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1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以被除数的尾数除以除数的尾数以获得商的尾数，尾数相除与定点除法运算相同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600" b="0" i="0" u="none" strike="noStrike" kern="1200" cap="none" spc="0" normalizeH="0" baseline="-2500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342900" marR="0" lvl="0" indent="-34290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endParaRPr kumimoji="0" lang="zh-CN" altLang="en-US" sz="26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F8544121-9E5D-46AA-A257-368187747307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73627306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2. 5  </a:t>
            </a:r>
            <a:r>
              <a:rPr lang="zh-CN" altLang="en-US" sz="4400" b="1" dirty="0">
                <a:solidFill>
                  <a:srgbClr val="FF0000"/>
                </a:solidFill>
              </a:rPr>
              <a:t>浮点数的运算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浮点加减运算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/>
              <a:t>3.</a:t>
            </a:r>
            <a:r>
              <a:rPr lang="zh-CN" altLang="en-US"/>
              <a:t>浮点运算</a:t>
            </a:r>
            <a:r>
              <a:rPr lang="zh-CN" altLang="en-US" dirty="0"/>
              <a:t>器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2.</a:t>
            </a:r>
            <a:r>
              <a:rPr lang="zh-CN" altLang="en-US" dirty="0"/>
              <a:t>浮点乘除运算</a:t>
            </a:r>
          </a:p>
        </p:txBody>
      </p:sp>
      <p:sp>
        <p:nvSpPr>
          <p:cNvPr id="9" name="Text Box 4">
            <a:extLst>
              <a:ext uri="{FF2B5EF4-FFF2-40B4-BE49-F238E27FC236}">
                <a16:creationId xmlns:a16="http://schemas.microsoft.com/office/drawing/2014/main" id="{CF94B1E2-0F6A-4B01-991C-CB9E1BC0DB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4515912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4.MIPS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中的浮点运算</a:t>
            </a:r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82B447CA-3483-44F6-B98B-F433086A4BCE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86694530"/>
      </p:ext>
    </p:extLst>
  </p:cSld>
  <p:clrMapOvr>
    <a:masterClrMapping/>
  </p:clrMapOvr>
  <p:transition spd="slow"/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12FF6C5-2CFF-4DC2-9DE6-A5B26E2938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三、浮点运算器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6C7D1A3-2D5B-4A1B-B61F-E08DD894F7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512" y="1556791"/>
            <a:ext cx="10940404" cy="457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zh-CN" altLang="en-US"/>
          </a:p>
        </p:txBody>
      </p:sp>
      <p:graphicFrame>
        <p:nvGraphicFramePr>
          <p:cNvPr id="6" name="对象 5">
            <a:extLst>
              <a:ext uri="{FF2B5EF4-FFF2-40B4-BE49-F238E27FC236}">
                <a16:creationId xmlns:a16="http://schemas.microsoft.com/office/drawing/2014/main" id="{5F314312-EF2D-4676-BCDB-20327B315CA4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348479542"/>
              </p:ext>
            </p:extLst>
          </p:nvPr>
        </p:nvGraphicFramePr>
        <p:xfrm>
          <a:off x="323528" y="1268760"/>
          <a:ext cx="8311387" cy="450912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8670" name="Visio" r:id="rId3" imgW="4469411" imgH="2426703" progId="Visio.Drawing.11">
                  <p:embed/>
                </p:oleObj>
              </mc:Choice>
              <mc:Fallback>
                <p:oleObj name="Visio" r:id="rId3" imgW="4469411" imgH="2426703" progId="Visio.Drawing.11">
                  <p:embed/>
                  <p:pic>
                    <p:nvPicPr>
                      <p:cNvPr id="0" name="Object 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3528" y="1268760"/>
                        <a:ext cx="8311387" cy="4509120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矩形 6">
            <a:extLst>
              <a:ext uri="{FF2B5EF4-FFF2-40B4-BE49-F238E27FC236}">
                <a16:creationId xmlns:a16="http://schemas.microsoft.com/office/drawing/2014/main" id="{39FCC3B9-615B-48D6-B409-18AD0D994F09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0120176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12FF6C5-2CFF-4DC2-9DE6-A5B26E2938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三、浮点运算器</a:t>
            </a:r>
          </a:p>
        </p:txBody>
      </p:sp>
      <p:sp>
        <p:nvSpPr>
          <p:cNvPr id="4" name="内容占位符 2">
            <a:extLst>
              <a:ext uri="{FF2B5EF4-FFF2-40B4-BE49-F238E27FC236}">
                <a16:creationId xmlns:a16="http://schemas.microsoft.com/office/drawing/2014/main" id="{89F52DD3-958C-4DC4-9899-F221717C8C5E}"/>
              </a:ext>
            </a:extLst>
          </p:cNvPr>
          <p:cNvSpPr txBox="1">
            <a:spLocks/>
          </p:cNvSpPr>
          <p:nvPr/>
        </p:nvSpPr>
        <p:spPr>
          <a:xfrm>
            <a:off x="487822" y="942764"/>
            <a:ext cx="8044617" cy="223858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just" defTabSz="914400" rtl="0" eaLnBrk="1" latinLnBrk="0" hangingPunct="1">
              <a:lnSpc>
                <a:spcPct val="150000"/>
              </a:lnSpc>
              <a:spcBef>
                <a:spcPts val="1000"/>
              </a:spcBef>
              <a:buClr>
                <a:srgbClr val="FFC000"/>
              </a:buClr>
              <a:buFont typeface="Wingdings" panose="05000000000000000000" pitchFamily="2" charset="2"/>
              <a:buChar char="n"/>
              <a:defRPr sz="2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812800" indent="-355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p"/>
              <a:defRPr sz="2000" kern="12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Clr>
                <a:srgbClr val="FFC000"/>
              </a:buClr>
              <a:buFont typeface="Wingdings" panose="05000000000000000000" pitchFamily="2" charset="2"/>
              <a:buChar char="u"/>
              <a:defRPr sz="20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15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rgbClr val="FFC000"/>
              </a:buClr>
              <a:buSzTx/>
              <a:buNone/>
              <a:tabLst/>
              <a:defRPr/>
            </a:pP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浮点运算过程较长，性能较差</a:t>
            </a:r>
            <a:endParaRPr kumimoji="0" lang="en-US" altLang="zh-CN" sz="26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对阶、尾数求和、规格化、舍入、溢出判断</a:t>
            </a:r>
            <a:endParaRPr kumimoji="0" lang="en-US" altLang="zh-CN" sz="20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812800" marR="0" lvl="1" indent="-355600" algn="just" defTabSz="914400" rtl="0" eaLnBrk="1" fontAlgn="auto" latinLnBrk="0" hangingPunct="1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rgbClr val="FFC000"/>
              </a:buClr>
              <a:buSzTx/>
              <a:buFont typeface="Wingdings" panose="05000000000000000000" pitchFamily="2" charset="2"/>
              <a:buChar char="p"/>
              <a:tabLst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可以改造成浮点流水线</a:t>
            </a:r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AA8BEF1E-CD10-499E-B05F-5F61830AADB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4644" y="3392277"/>
            <a:ext cx="8614711" cy="2316192"/>
          </a:xfrm>
          <a:prstGeom prst="rect">
            <a:avLst/>
          </a:prstGeom>
        </p:spPr>
      </p:pic>
      <p:sp>
        <p:nvSpPr>
          <p:cNvPr id="6" name="矩形 5">
            <a:extLst>
              <a:ext uri="{FF2B5EF4-FFF2-40B4-BE49-F238E27FC236}">
                <a16:creationId xmlns:a16="http://schemas.microsoft.com/office/drawing/2014/main" id="{19C0C0B4-BDD7-4B71-B899-A8C5F3CBEBB3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3361377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8912A8D6-33A8-4500-B38D-1D5DDCEAE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305800" cy="1138138"/>
          </a:xfrm>
        </p:spPr>
        <p:txBody>
          <a:bodyPr/>
          <a:lstStyle/>
          <a:p>
            <a:pPr eaLnBrk="1" hangingPunct="1"/>
            <a:r>
              <a:rPr lang="en-US" altLang="zh-CN" sz="4400" b="1" dirty="0">
                <a:solidFill>
                  <a:srgbClr val="FF0000"/>
                </a:solidFill>
              </a:rPr>
              <a:t>2. 5  </a:t>
            </a:r>
            <a:r>
              <a:rPr lang="zh-CN" altLang="en-US" sz="4400" b="1" dirty="0">
                <a:solidFill>
                  <a:srgbClr val="FF0000"/>
                </a:solidFill>
              </a:rPr>
              <a:t>浮点数的运算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F3E5BA61-D673-4312-8658-D9D0D3F2C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02565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浮点加减运算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F43B8EB4-1948-46AD-B783-C51065720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3778250"/>
            <a:ext cx="624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/>
              <a:t>3.</a:t>
            </a:r>
            <a:r>
              <a:rPr lang="zh-CN" altLang="en-US" dirty="0"/>
              <a:t>浮点运算器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1F99F952-CDFB-4C85-9204-8497EB04B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2901950"/>
            <a:ext cx="6934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</a:t>
            </a: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浮点乘除运算</a:t>
            </a:r>
          </a:p>
        </p:txBody>
      </p:sp>
      <p:sp>
        <p:nvSpPr>
          <p:cNvPr id="9" name="Text Box 4">
            <a:extLst>
              <a:ext uri="{FF2B5EF4-FFF2-40B4-BE49-F238E27FC236}">
                <a16:creationId xmlns:a16="http://schemas.microsoft.com/office/drawing/2014/main" id="{CF94B1E2-0F6A-4B01-991C-CB9E1BC0DB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7704" y="4515912"/>
            <a:ext cx="6248400" cy="579438"/>
          </a:xfrm>
          <a:prstGeom prst="rect">
            <a:avLst/>
          </a:prstGeom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>
            <a:defPPr>
              <a:defRPr lang="zh-CN"/>
            </a:defPPr>
            <a:lvl1pPr marL="0" marR="0" lvl="0" indent="0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1" sz="32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lt1"/>
                </a:solidFill>
                <a:latin typeface="+mn-lt"/>
                <a:ea typeface="+mn-ea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lt1"/>
                </a:solidFill>
                <a:latin typeface="+mn-lt"/>
                <a:ea typeface="+mn-ea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lt1"/>
                </a:solidFill>
                <a:latin typeface="+mn-lt"/>
                <a:ea typeface="+mn-ea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r>
              <a:rPr lang="en-US" altLang="zh-CN" dirty="0"/>
              <a:t>4.MIPS</a:t>
            </a:r>
            <a:r>
              <a:rPr lang="zh-CN" altLang="en-US" dirty="0"/>
              <a:t>中的浮点运算</a:t>
            </a:r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FD0D0AD2-8616-413F-9C24-B2B012DDE44B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3558678"/>
      </p:ext>
    </p:extLst>
  </p:cSld>
  <p:clrMapOvr>
    <a:masterClrMapping/>
  </p:clrMapOvr>
  <p:transition spd="slow"/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F588F80-CD61-47FB-B366-CF75BF15AC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四、</a:t>
            </a:r>
            <a:r>
              <a:rPr lang="en-US" altLang="zh-CN" dirty="0"/>
              <a:t>MIPS</a:t>
            </a:r>
            <a:r>
              <a:rPr lang="zh-CN" altLang="en-US" dirty="0"/>
              <a:t>中的浮点运算</a:t>
            </a:r>
          </a:p>
        </p:txBody>
      </p: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D7C2DC0B-94A9-4A20-A287-3500C45108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453825"/>
              </p:ext>
            </p:extLst>
          </p:nvPr>
        </p:nvGraphicFramePr>
        <p:xfrm>
          <a:off x="215516" y="1412776"/>
          <a:ext cx="8712968" cy="4006332"/>
        </p:xfrm>
        <a:graphic>
          <a:graphicData uri="http://schemas.openxmlformats.org/drawingml/2006/table">
            <a:tbl>
              <a:tblPr firstRow="1" firstCol="1" bandRow="1"/>
              <a:tblGrid>
                <a:gridCol w="2412268">
                  <a:extLst>
                    <a:ext uri="{9D8B030D-6E8A-4147-A177-3AD203B41FA5}">
                      <a16:colId xmlns:a16="http://schemas.microsoft.com/office/drawing/2014/main" val="2888935857"/>
                    </a:ext>
                  </a:extLst>
                </a:gridCol>
                <a:gridCol w="3204570">
                  <a:extLst>
                    <a:ext uri="{9D8B030D-6E8A-4147-A177-3AD203B41FA5}">
                      <a16:colId xmlns:a16="http://schemas.microsoft.com/office/drawing/2014/main" val="3879451567"/>
                    </a:ext>
                  </a:extLst>
                </a:gridCol>
                <a:gridCol w="3096130">
                  <a:extLst>
                    <a:ext uri="{9D8B030D-6E8A-4147-A177-3AD203B41FA5}">
                      <a16:colId xmlns:a16="http://schemas.microsoft.com/office/drawing/2014/main" val="1131891222"/>
                    </a:ext>
                  </a:extLst>
                </a:gridCol>
              </a:tblGrid>
              <a:tr h="364212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功能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汇编指令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操作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0763676"/>
                  </a:ext>
                </a:extLst>
              </a:tr>
              <a:tr h="364212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加法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 dirty="0" err="1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add.d</a:t>
                      </a:r>
                      <a:r>
                        <a:rPr lang="en-US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  fd,fs1,fs2</a:t>
                      </a: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 dirty="0" err="1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fd</a:t>
                      </a:r>
                      <a:r>
                        <a:rPr lang="en-US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=fs1+fs2</a:t>
                      </a: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2594578"/>
                  </a:ext>
                </a:extLst>
              </a:tr>
              <a:tr h="364212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减法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add.d  fd,fs1,fs2</a:t>
                      </a:r>
                      <a:endParaRPr lang="zh-CN" sz="20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fd=fs1-fs2</a:t>
                      </a:r>
                      <a:endParaRPr lang="zh-CN" sz="20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8343087"/>
                  </a:ext>
                </a:extLst>
              </a:tr>
              <a:tr h="364212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乘法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add.d  fd,fs1,fs2</a:t>
                      </a:r>
                      <a:endParaRPr lang="zh-CN" sz="20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fd=fs1</a:t>
                      </a:r>
                      <a:r>
                        <a:rPr lang="zh-CN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×</a:t>
                      </a: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fs2</a:t>
                      </a:r>
                      <a:endParaRPr lang="zh-CN" sz="20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2880474"/>
                  </a:ext>
                </a:extLst>
              </a:tr>
              <a:tr h="364212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除法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add.d  fd,fs1,fs2</a:t>
                      </a:r>
                      <a:endParaRPr lang="zh-CN" sz="20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fd=fs1</a:t>
                      </a:r>
                      <a:r>
                        <a:rPr lang="zh-CN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÷</a:t>
                      </a: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fs2</a:t>
                      </a:r>
                      <a:endParaRPr lang="zh-CN" sz="20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02957261"/>
                  </a:ext>
                </a:extLst>
              </a:tr>
              <a:tr h="364212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求倒数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recip.d  fd,fs</a:t>
                      </a:r>
                      <a:endParaRPr lang="zh-CN" sz="20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fd=1/fs</a:t>
                      </a:r>
                      <a:endParaRPr lang="zh-CN" sz="20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7030648"/>
                  </a:ext>
                </a:extLst>
              </a:tr>
              <a:tr h="364212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求平方根倒数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reqrt.d  fd,fs</a:t>
                      </a:r>
                      <a:endParaRPr lang="zh-CN" sz="20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fd=1/squarerootof</a:t>
                      </a:r>
                      <a:r>
                        <a:rPr lang="zh-CN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（</a:t>
                      </a: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fs</a:t>
                      </a:r>
                      <a:r>
                        <a:rPr lang="zh-CN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）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761929"/>
                  </a:ext>
                </a:extLst>
              </a:tr>
              <a:tr h="364212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乘加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 dirty="0" err="1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madd.d</a:t>
                      </a:r>
                      <a:r>
                        <a:rPr lang="en-US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  fd,fs1,fs2,fs3</a:t>
                      </a: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fd=fs2</a:t>
                      </a:r>
                      <a:r>
                        <a:rPr lang="zh-CN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×</a:t>
                      </a: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fs3+fs1</a:t>
                      </a:r>
                      <a:endParaRPr lang="zh-CN" sz="20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602508"/>
                  </a:ext>
                </a:extLst>
              </a:tr>
              <a:tr h="364212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乘减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 dirty="0" err="1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msub.d</a:t>
                      </a:r>
                      <a:r>
                        <a:rPr lang="en-US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  fd,fs1,fs2,fs3</a:t>
                      </a: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fd=fs2</a:t>
                      </a:r>
                      <a:r>
                        <a:rPr lang="zh-CN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×</a:t>
                      </a: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fs3-fs1</a:t>
                      </a:r>
                      <a:endParaRPr lang="zh-CN" sz="20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764961"/>
                  </a:ext>
                </a:extLst>
              </a:tr>
              <a:tr h="364212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乘加后取相反数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 dirty="0" err="1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nmadd.d</a:t>
                      </a:r>
                      <a:r>
                        <a:rPr lang="en-US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  fd,fs1,fs2,fs3</a:t>
                      </a: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fd =-(fs2</a:t>
                      </a:r>
                      <a:r>
                        <a:rPr lang="zh-CN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×</a:t>
                      </a:r>
                      <a:r>
                        <a:rPr lang="en-US" sz="2000" kern="10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fs3+fs1)</a:t>
                      </a:r>
                      <a:endParaRPr lang="zh-CN" sz="2000" kern="10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197273"/>
                  </a:ext>
                </a:extLst>
              </a:tr>
              <a:tr h="364212"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乘减后取相反数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 dirty="0" err="1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nmsub.d</a:t>
                      </a:r>
                      <a:r>
                        <a:rPr lang="en-US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  fd,fs1,fs2,fs3</a:t>
                      </a: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127000" algn="just">
                        <a:spcAft>
                          <a:spcPts val="0"/>
                        </a:spcAft>
                      </a:pPr>
                      <a:r>
                        <a:rPr lang="en-US" sz="2000" kern="100" dirty="0" err="1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fd</a:t>
                      </a:r>
                      <a:r>
                        <a:rPr lang="en-US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=-(fs2</a:t>
                      </a:r>
                      <a:r>
                        <a:rPr lang="zh-CN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×</a:t>
                      </a:r>
                      <a:r>
                        <a:rPr lang="en-US" sz="2000" kern="100" dirty="0">
                          <a:effectLst/>
                          <a:latin typeface="Calibri" panose="020F0502020204030204" pitchFamily="34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fs3-fs1)</a:t>
                      </a:r>
                      <a:endParaRPr lang="zh-CN" sz="2000" kern="100" dirty="0">
                        <a:effectLst/>
                        <a:latin typeface="Calibri" panose="020F0502020204030204" pitchFamily="34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9793400"/>
                  </a:ext>
                </a:extLst>
              </a:tr>
            </a:tbl>
          </a:graphicData>
        </a:graphic>
      </p:graphicFrame>
      <p:sp>
        <p:nvSpPr>
          <p:cNvPr id="5" name="矩形 4">
            <a:extLst>
              <a:ext uri="{FF2B5EF4-FFF2-40B4-BE49-F238E27FC236}">
                <a16:creationId xmlns:a16="http://schemas.microsoft.com/office/drawing/2014/main" id="{3E625FB4-C0DD-4E02-B3DD-80622EBD4854}"/>
              </a:ext>
            </a:extLst>
          </p:cNvPr>
          <p:cNvSpPr/>
          <p:nvPr/>
        </p:nvSpPr>
        <p:spPr>
          <a:xfrm>
            <a:off x="755576" y="5506144"/>
            <a:ext cx="6552728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3200" dirty="0"/>
              <a:t>说明：“</a:t>
            </a:r>
            <a:r>
              <a:rPr lang="en-US" altLang="zh-CN" sz="3200" dirty="0" err="1"/>
              <a:t>add.</a:t>
            </a:r>
            <a:r>
              <a:rPr lang="en-US" altLang="zh-CN" sz="3200" dirty="0" err="1">
                <a:solidFill>
                  <a:srgbClr val="FF0000"/>
                </a:solidFill>
              </a:rPr>
              <a:t>s</a:t>
            </a:r>
            <a:r>
              <a:rPr lang="en-US" altLang="zh-CN" sz="3200" dirty="0"/>
              <a:t>”</a:t>
            </a:r>
            <a:r>
              <a:rPr lang="zh-CN" altLang="en-US" sz="3200" dirty="0"/>
              <a:t>单精度浮点数指令</a:t>
            </a:r>
            <a:endParaRPr lang="en-US" altLang="zh-CN" sz="3200" dirty="0"/>
          </a:p>
          <a:p>
            <a:r>
              <a:rPr lang="en-US" altLang="zh-CN" sz="3200" dirty="0"/>
              <a:t>	   </a:t>
            </a:r>
            <a:r>
              <a:rPr lang="zh-CN" altLang="en-US" sz="3200" dirty="0"/>
              <a:t>“</a:t>
            </a:r>
            <a:r>
              <a:rPr lang="en-US" altLang="zh-CN" sz="3200" dirty="0" err="1"/>
              <a:t>add.</a:t>
            </a:r>
            <a:r>
              <a:rPr lang="en-US" altLang="zh-CN" sz="3200" dirty="0" err="1">
                <a:solidFill>
                  <a:srgbClr val="FF0000"/>
                </a:solidFill>
              </a:rPr>
              <a:t>d</a:t>
            </a:r>
            <a:r>
              <a:rPr lang="en-US" altLang="zh-CN" sz="3200" dirty="0"/>
              <a:t>”</a:t>
            </a:r>
            <a:r>
              <a:rPr lang="zh-CN" altLang="en-US" sz="3200" dirty="0"/>
              <a:t>双精度浮点数指令</a:t>
            </a:r>
            <a:endParaRPr lang="en-US" altLang="zh-CN" sz="3200" dirty="0"/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6C05C5F1-8CA5-41FF-BF29-EDCEB590C90B}"/>
              </a:ext>
            </a:extLst>
          </p:cNvPr>
          <p:cNvSpPr/>
          <p:nvPr/>
        </p:nvSpPr>
        <p:spPr>
          <a:xfrm>
            <a:off x="7596336" y="116632"/>
            <a:ext cx="1440160" cy="584775"/>
          </a:xfrm>
          <a:prstGeom prst="rect">
            <a:avLst/>
          </a:prstGeom>
          <a:solidFill>
            <a:srgbClr val="00FF0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zh-CN" sz="1600" dirty="0">
                <a:solidFill>
                  <a:srgbClr val="000000"/>
                </a:solidFill>
              </a:rPr>
              <a:t>2.5 </a:t>
            </a:r>
            <a:r>
              <a:rPr lang="zh-CN" altLang="en-US" sz="1600" dirty="0">
                <a:solidFill>
                  <a:srgbClr val="000000"/>
                </a:solidFill>
              </a:rPr>
              <a:t>浮点数的法算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宋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7086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theme/theme1.xml><?xml version="1.0" encoding="utf-8"?>
<a:theme xmlns:a="http://schemas.openxmlformats.org/drawingml/2006/main" name="默认设计模板">
  <a:themeElements>
    <a:clrScheme name="默认设计模板 13">
      <a:dk1>
        <a:srgbClr val="000000"/>
      </a:dk1>
      <a:lt1>
        <a:srgbClr val="FFFFFF"/>
      </a:lt1>
      <a:dk2>
        <a:srgbClr val="000000"/>
      </a:dk2>
      <a:lt2>
        <a:srgbClr val="969696"/>
      </a:lt2>
      <a:accent1>
        <a:srgbClr val="FBDF53"/>
      </a:accent1>
      <a:accent2>
        <a:srgbClr val="FF9966"/>
      </a:accent2>
      <a:accent3>
        <a:srgbClr val="FFFFFF"/>
      </a:accent3>
      <a:accent4>
        <a:srgbClr val="000000"/>
      </a:accent4>
      <a:accent5>
        <a:srgbClr val="FDECB3"/>
      </a:accent5>
      <a:accent6>
        <a:srgbClr val="E78A5C"/>
      </a:accent6>
      <a:hlink>
        <a:srgbClr val="CC3300"/>
      </a:hlink>
      <a:folHlink>
        <a:srgbClr val="FF33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3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FF33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722</TotalTime>
  <Words>14251</Words>
  <Application>Microsoft Office PowerPoint</Application>
  <PresentationFormat>全屏显示(4:3)</PresentationFormat>
  <Paragraphs>2963</Paragraphs>
  <Slides>157</Slides>
  <Notes>1</Notes>
  <HiddenSlides>0</HiddenSlides>
  <MMClips>0</MMClips>
  <ScaleCrop>false</ScaleCrop>
  <HeadingPairs>
    <vt:vector size="8" baseType="variant">
      <vt:variant>
        <vt:lpstr>已用的字体</vt:lpstr>
      </vt:variant>
      <vt:variant>
        <vt:i4>17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1</vt:i4>
      </vt:variant>
      <vt:variant>
        <vt:lpstr>幻灯片标题</vt:lpstr>
      </vt:variant>
      <vt:variant>
        <vt:i4>157</vt:i4>
      </vt:variant>
    </vt:vector>
  </HeadingPairs>
  <TitlesOfParts>
    <vt:vector size="176" baseType="lpstr">
      <vt:lpstr>等线</vt:lpstr>
      <vt:lpstr>楷体</vt:lpstr>
      <vt:lpstr>宋体</vt:lpstr>
      <vt:lpstr>微软雅黑</vt:lpstr>
      <vt:lpstr>Arial</vt:lpstr>
      <vt:lpstr>Arial Rounded MT Bold</vt:lpstr>
      <vt:lpstr>Calibri</vt:lpstr>
      <vt:lpstr>Cambria</vt:lpstr>
      <vt:lpstr>Cambria Math</vt:lpstr>
      <vt:lpstr>Consolas</vt:lpstr>
      <vt:lpstr>Courier New</vt:lpstr>
      <vt:lpstr>Segoe UI Black</vt:lpstr>
      <vt:lpstr>Segoe UI Semibold</vt:lpstr>
      <vt:lpstr>Symbol</vt:lpstr>
      <vt:lpstr>Times New Roman</vt:lpstr>
      <vt:lpstr>Verdana</vt:lpstr>
      <vt:lpstr>Wingdings</vt:lpstr>
      <vt:lpstr>默认设计模板</vt:lpstr>
      <vt:lpstr>Visio</vt:lpstr>
      <vt:lpstr>第 2 章 运算方法和运算器</vt:lpstr>
      <vt:lpstr>2.1  数据的表示方法</vt:lpstr>
      <vt:lpstr>PowerPoint 演示文稿</vt:lpstr>
      <vt:lpstr>PowerPoint 演示文稿</vt:lpstr>
      <vt:lpstr>PowerPoint 演示文稿</vt:lpstr>
      <vt:lpstr>PowerPoint 演示文稿</vt:lpstr>
      <vt:lpstr>2.1  数据的表示方法</vt:lpstr>
      <vt:lpstr>二、定点数的表示</vt:lpstr>
      <vt:lpstr>PowerPoint 演示文稿</vt:lpstr>
      <vt:lpstr>定点整数和定点小数：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定点数小结</vt:lpstr>
      <vt:lpstr>2.1  数据的表示方法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2.1  数据的表示方法</vt:lpstr>
      <vt:lpstr>四、非数值数据的表示</vt:lpstr>
      <vt:lpstr> 1.字符编码</vt:lpstr>
      <vt:lpstr>PowerPoint 演示文稿</vt:lpstr>
      <vt:lpstr> ASCII码</vt:lpstr>
      <vt:lpstr>2.汉字编码</vt:lpstr>
      <vt:lpstr>PowerPoint 演示文稿</vt:lpstr>
      <vt:lpstr>汉字标准</vt:lpstr>
      <vt:lpstr>第 2 章 运算方法和运算器</vt:lpstr>
      <vt:lpstr>2.2 定点数的加减运算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2.2 定点数的加减运算</vt:lpstr>
      <vt:lpstr>PowerPoint 演示文稿</vt:lpstr>
      <vt:lpstr>以定点小数为例说明[-A]补与[A]补的关系</vt:lpstr>
      <vt:lpstr>PowerPoint 演示文稿</vt:lpstr>
      <vt:lpstr>2.2 定点数的加减运算</vt:lpstr>
      <vt:lpstr>三.补码加减法硬件配置</vt:lpstr>
      <vt:lpstr>2.2 定点数的加减运算</vt:lpstr>
      <vt:lpstr>四、MIPS 中的加减法</vt:lpstr>
      <vt:lpstr>第 2 章 运算方法和运算器</vt:lpstr>
      <vt:lpstr>2.3 定点数乘法运算</vt:lpstr>
      <vt:lpstr>PowerPoint 演示文稿</vt:lpstr>
      <vt:lpstr>PowerPoint 演示文稿</vt:lpstr>
      <vt:lpstr>PowerPoint 演示文稿</vt:lpstr>
      <vt:lpstr>PowerPoint 演示文稿</vt:lpstr>
      <vt:lpstr>2.3 定点数乘法运算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2.3 定点数乘法运算</vt:lpstr>
      <vt:lpstr>三、补码乘法</vt:lpstr>
      <vt:lpstr>1.补码乘法公式</vt:lpstr>
      <vt:lpstr>证明：以定点小数为例</vt:lpstr>
      <vt:lpstr>证明：</vt:lpstr>
      <vt:lpstr>2.补码与真值的转换公式</vt:lpstr>
      <vt:lpstr>PowerPoint 演示文稿</vt:lpstr>
      <vt:lpstr>【例2.3-2】 </vt:lpstr>
      <vt:lpstr>3.补码右移公式</vt:lpstr>
      <vt:lpstr>【例2.3-3】 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2.3 定点数乘法运算</vt:lpstr>
      <vt:lpstr>二进制手工乘法运算</vt:lpstr>
      <vt:lpstr>一位乘法逻辑实现</vt:lpstr>
      <vt:lpstr>斜向进位无符号阵列乘法器</vt:lpstr>
      <vt:lpstr>斜向进位阵列乘法器时延分析</vt:lpstr>
      <vt:lpstr>有符号阵列乘法器结构</vt:lpstr>
      <vt:lpstr>2.3 定点数乘法运算</vt:lpstr>
      <vt:lpstr>五、MIPS中的乘法</vt:lpstr>
      <vt:lpstr>第 2 章 运算方法和运算器</vt:lpstr>
      <vt:lpstr>2. 4  定点数除法运算</vt:lpstr>
      <vt:lpstr>PowerPoint 演示文稿</vt:lpstr>
      <vt:lpstr>PowerPoint 演示文稿</vt:lpstr>
      <vt:lpstr>2. 4  定点数除法运算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2. 4  定点数除法运算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（6）补码码除法的硬件配置</vt:lpstr>
      <vt:lpstr>2. 4  定点数除法运算</vt:lpstr>
      <vt:lpstr>四、 阵列除法器</vt:lpstr>
      <vt:lpstr>2.原码阵列除法器</vt:lpstr>
      <vt:lpstr>（3）时间延迟分析</vt:lpstr>
      <vt:lpstr>2. 4  定点数除法运算</vt:lpstr>
      <vt:lpstr>五、MIPS中的除法</vt:lpstr>
      <vt:lpstr>第 2 章 运算方法和运算器</vt:lpstr>
      <vt:lpstr>2. 5  浮点数的运算</vt:lpstr>
      <vt:lpstr>一、浮点加减运算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【例2.5-4】浮点运算举例</vt:lpstr>
      <vt:lpstr>PowerPoint 演示文稿</vt:lpstr>
      <vt:lpstr>【例2.5-5】浮点运算举例</vt:lpstr>
      <vt:lpstr>【例2.5-6】浮点运算举例</vt:lpstr>
      <vt:lpstr>2. 5  浮点数的运算</vt:lpstr>
      <vt:lpstr>PowerPoint 演示文稿</vt:lpstr>
      <vt:lpstr>2.浮点数除法运算</vt:lpstr>
      <vt:lpstr>2. 5  浮点数的运算</vt:lpstr>
      <vt:lpstr>三、浮点运算器</vt:lpstr>
      <vt:lpstr>三、浮点运算器</vt:lpstr>
      <vt:lpstr>2. 5  浮点数的运算</vt:lpstr>
      <vt:lpstr>四、MIPS中的浮点运算</vt:lpstr>
    </vt:vector>
  </TitlesOfParts>
  <Company>www.xunchi.com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第６章   计算机的运算方法</dc:title>
  <dc:creator>kanglei</dc:creator>
  <cp:lastModifiedBy>kanglei</cp:lastModifiedBy>
  <cp:revision>89</cp:revision>
  <dcterms:created xsi:type="dcterms:W3CDTF">2011-08-26T07:51:00Z</dcterms:created>
  <dcterms:modified xsi:type="dcterms:W3CDTF">2021-08-30T07:36:19Z</dcterms:modified>
</cp:coreProperties>
</file>